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7" r:id="rId2"/>
    <p:sldId id="289" r:id="rId3"/>
    <p:sldId id="290" r:id="rId4"/>
    <p:sldId id="292" r:id="rId5"/>
    <p:sldId id="293" r:id="rId6"/>
    <p:sldId id="295" r:id="rId7"/>
    <p:sldId id="294" r:id="rId8"/>
    <p:sldId id="291" r:id="rId9"/>
    <p:sldId id="258" r:id="rId10"/>
    <p:sldId id="271" r:id="rId11"/>
    <p:sldId id="272" r:id="rId12"/>
    <p:sldId id="283" r:id="rId13"/>
    <p:sldId id="273" r:id="rId14"/>
    <p:sldId id="274" r:id="rId15"/>
    <p:sldId id="282" r:id="rId16"/>
    <p:sldId id="270" r:id="rId17"/>
    <p:sldId id="259" r:id="rId18"/>
    <p:sldId id="275" r:id="rId19"/>
    <p:sldId id="278" r:id="rId20"/>
    <p:sldId id="284" r:id="rId21"/>
    <p:sldId id="276" r:id="rId22"/>
    <p:sldId id="279" r:id="rId23"/>
    <p:sldId id="280" r:id="rId24"/>
    <p:sldId id="281" r:id="rId25"/>
    <p:sldId id="277" r:id="rId26"/>
    <p:sldId id="285" r:id="rId27"/>
    <p:sldId id="286" r:id="rId28"/>
    <p:sldId id="288" r:id="rId29"/>
    <p:sldId id="287" r:id="rId30"/>
  </p:sldIdLst>
  <p:sldSz cx="9144000" cy="6858000" type="screen4x3"/>
  <p:notesSz cx="6858000" cy="9144000"/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341"/>
  </p:normalViewPr>
  <p:slideViewPr>
    <p:cSldViewPr>
      <p:cViewPr varScale="1">
        <p:scale>
          <a:sx n="118" d="100"/>
          <a:sy n="118" d="100"/>
        </p:scale>
        <p:origin x="14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60488-DF45-2047-9BBD-B0FDFF3DF5F4}" type="datetimeFigureOut">
              <a:rPr lang="en-US" smtClean="0"/>
              <a:t>3/8/23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66775-F35A-334D-8D35-206F9C705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39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66775-F35A-334D-8D35-206F9C705D1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19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66775-F35A-334D-8D35-206F9C705D1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43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 bwMode="auto">
          <a:xfrm>
            <a:off x="685800" y="2130424"/>
            <a:ext cx="7772400" cy="1470024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3/8/23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3/8/23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722313" y="4406899"/>
            <a:ext cx="7772400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722313" y="2906712"/>
            <a:ext cx="7772400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3/8/23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598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 bwMode="auto">
          <a:xfrm>
            <a:off x="4648199" y="1600200"/>
            <a:ext cx="4038598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3/8/23</a:t>
            </a:fld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535112"/>
            <a:ext cx="4040187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 bwMode="auto">
          <a:xfrm>
            <a:off x="457200" y="2174874"/>
            <a:ext cx="404018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4645024" y="1535112"/>
            <a:ext cx="4041774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4645024" y="2174874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3/8/23</a:t>
            </a:fld>
            <a:endParaRPr lang="zh-CN"/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3/8/23</a:t>
            </a:fld>
            <a:endParaRPr lang="zh-CN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3/8/23</a:t>
            </a:fld>
            <a:endParaRPr 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457200" y="273049"/>
            <a:ext cx="3008313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>
          <a:xfrm>
            <a:off x="3575049" y="273049"/>
            <a:ext cx="5111749" cy="58531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099"/>
            <a:ext cx="3008313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3/8/23</a:t>
            </a:fld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1792287" y="4800600"/>
            <a:ext cx="5486400" cy="566737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图片占位符 2"/>
          <p:cNvSpPr>
            <a:spLocks noGrp="1"/>
          </p:cNvSpPr>
          <p:nvPr>
            <p:ph type="pic" idx="1"/>
          </p:nvPr>
        </p:nvSpPr>
        <p:spPr bwMode="auto">
          <a:xfrm>
            <a:off x="1792287" y="612774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zh-CN"/>
          </a:p>
        </p:txBody>
      </p:sp>
      <p:sp>
        <p:nvSpPr>
          <p:cNvPr id="6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1792287" y="5367337"/>
            <a:ext cx="5486400" cy="80486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3/8/23</a:t>
            </a:fld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竖排文字占位符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3/8/23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垂直排列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7"/>
            <a:ext cx="2057400" cy="5851524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7"/>
            <a:ext cx="6019799" cy="5851524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3/8/23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49"/>
            <a:ext cx="21335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30820CF-B880-4189-942D-D702A7CBA730}" type="datetimeFigureOut">
              <a:rPr lang="en-US"/>
              <a:t>3/8/23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199" y="6356349"/>
            <a:ext cx="2895598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199" y="6356349"/>
            <a:ext cx="21335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9.png"/><Relationship Id="rId7" Type="http://schemas.openxmlformats.org/officeDocument/2006/relationships/image" Target="../media/image6.png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1.png"/><Relationship Id="rId5" Type="http://schemas.openxmlformats.org/officeDocument/2006/relationships/image" Target="../media/image410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80.png"/><Relationship Id="rId7" Type="http://schemas.openxmlformats.org/officeDocument/2006/relationships/image" Target="../media/image22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Relationship Id="rId9" Type="http://schemas.openxmlformats.org/officeDocument/2006/relationships/image" Target="../media/image2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0.png"/><Relationship Id="rId7" Type="http://schemas.openxmlformats.org/officeDocument/2006/relationships/image" Target="../media/image24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11" Type="http://schemas.openxmlformats.org/officeDocument/2006/relationships/image" Target="../media/image38.png"/><Relationship Id="rId5" Type="http://schemas.openxmlformats.org/officeDocument/2006/relationships/image" Target="../media/image32.jpeg"/><Relationship Id="rId10" Type="http://schemas.openxmlformats.org/officeDocument/2006/relationships/image" Target="../media/image37.png"/><Relationship Id="rId4" Type="http://schemas.openxmlformats.org/officeDocument/2006/relationships/image" Target="../media/image31.jpeg"/><Relationship Id="rId9" Type="http://schemas.openxmlformats.org/officeDocument/2006/relationships/image" Target="../media/image36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40.jp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image" Target="../media/image39.jp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42.jp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jp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11" Type="http://schemas.openxmlformats.org/officeDocument/2006/relationships/image" Target="../media/image66.png"/><Relationship Id="rId5" Type="http://schemas.openxmlformats.org/officeDocument/2006/relationships/image" Target="../media/image32.jpeg"/><Relationship Id="rId10" Type="http://schemas.openxmlformats.org/officeDocument/2006/relationships/image" Target="../media/image65.png"/><Relationship Id="rId4" Type="http://schemas.openxmlformats.org/officeDocument/2006/relationships/image" Target="../media/image31.jpeg"/><Relationship Id="rId9" Type="http://schemas.openxmlformats.org/officeDocument/2006/relationships/image" Target="../media/image36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13" Type="http://schemas.openxmlformats.org/officeDocument/2006/relationships/image" Target="../media/image490.png"/><Relationship Id="rId18" Type="http://schemas.openxmlformats.org/officeDocument/2006/relationships/image" Target="../media/image540.png"/><Relationship Id="rId3" Type="http://schemas.openxmlformats.org/officeDocument/2006/relationships/image" Target="../media/image39.png"/><Relationship Id="rId21" Type="http://schemas.openxmlformats.org/officeDocument/2006/relationships/image" Target="../media/image570.png"/><Relationship Id="rId7" Type="http://schemas.openxmlformats.org/officeDocument/2006/relationships/image" Target="../media/image43.png"/><Relationship Id="rId12" Type="http://schemas.openxmlformats.org/officeDocument/2006/relationships/image" Target="../media/image480.png"/><Relationship Id="rId17" Type="http://schemas.openxmlformats.org/officeDocument/2006/relationships/image" Target="../media/image530.png"/><Relationship Id="rId25" Type="http://schemas.openxmlformats.org/officeDocument/2006/relationships/image" Target="../media/image610.png"/><Relationship Id="rId2" Type="http://schemas.openxmlformats.org/officeDocument/2006/relationships/image" Target="../media/image380.png"/><Relationship Id="rId16" Type="http://schemas.openxmlformats.org/officeDocument/2006/relationships/image" Target="../media/image520.png"/><Relationship Id="rId20" Type="http://schemas.openxmlformats.org/officeDocument/2006/relationships/image" Target="../media/image5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0.png"/><Relationship Id="rId24" Type="http://schemas.openxmlformats.org/officeDocument/2006/relationships/image" Target="../media/image600.png"/><Relationship Id="rId5" Type="http://schemas.openxmlformats.org/officeDocument/2006/relationships/image" Target="../media/image41.png"/><Relationship Id="rId15" Type="http://schemas.openxmlformats.org/officeDocument/2006/relationships/image" Target="../media/image510.png"/><Relationship Id="rId23" Type="http://schemas.openxmlformats.org/officeDocument/2006/relationships/image" Target="../media/image590.png"/><Relationship Id="rId10" Type="http://schemas.openxmlformats.org/officeDocument/2006/relationships/image" Target="../media/image460.png"/><Relationship Id="rId19" Type="http://schemas.openxmlformats.org/officeDocument/2006/relationships/image" Target="../media/image550.png"/><Relationship Id="rId4" Type="http://schemas.openxmlformats.org/officeDocument/2006/relationships/image" Target="../media/image40.png"/><Relationship Id="rId9" Type="http://schemas.openxmlformats.org/officeDocument/2006/relationships/image" Target="../media/image450.png"/><Relationship Id="rId14" Type="http://schemas.openxmlformats.org/officeDocument/2006/relationships/image" Target="../media/image500.png"/><Relationship Id="rId22" Type="http://schemas.openxmlformats.org/officeDocument/2006/relationships/image" Target="../media/image58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26" Type="http://schemas.openxmlformats.org/officeDocument/2006/relationships/image" Target="../media/image86.png"/><Relationship Id="rId3" Type="http://schemas.openxmlformats.org/officeDocument/2006/relationships/image" Target="../media/image630.png"/><Relationship Id="rId21" Type="http://schemas.openxmlformats.org/officeDocument/2006/relationships/image" Target="../media/image81.png"/><Relationship Id="rId7" Type="http://schemas.openxmlformats.org/officeDocument/2006/relationships/image" Target="../media/image670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5" Type="http://schemas.openxmlformats.org/officeDocument/2006/relationships/image" Target="../media/image85.png"/><Relationship Id="rId2" Type="http://schemas.openxmlformats.org/officeDocument/2006/relationships/image" Target="../media/image620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0.png"/><Relationship Id="rId11" Type="http://schemas.openxmlformats.org/officeDocument/2006/relationships/image" Target="../media/image71.png"/><Relationship Id="rId24" Type="http://schemas.openxmlformats.org/officeDocument/2006/relationships/image" Target="../media/image84.png"/><Relationship Id="rId5" Type="http://schemas.openxmlformats.org/officeDocument/2006/relationships/image" Target="../media/image650.png"/><Relationship Id="rId15" Type="http://schemas.openxmlformats.org/officeDocument/2006/relationships/image" Target="../media/image75.png"/><Relationship Id="rId23" Type="http://schemas.openxmlformats.org/officeDocument/2006/relationships/image" Target="../media/image83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0.png"/><Relationship Id="rId9" Type="http://schemas.openxmlformats.org/officeDocument/2006/relationships/image" Target="../media/image690.png"/><Relationship Id="rId14" Type="http://schemas.openxmlformats.org/officeDocument/2006/relationships/image" Target="../media/image74.png"/><Relationship Id="rId22" Type="http://schemas.openxmlformats.org/officeDocument/2006/relationships/image" Target="../media/image8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" Type="http://schemas.openxmlformats.org/officeDocument/2006/relationships/image" Target="../media/image630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2" Type="http://schemas.openxmlformats.org/officeDocument/2006/relationships/image" Target="../media/image620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26" Type="http://schemas.openxmlformats.org/officeDocument/2006/relationships/image" Target="../media/image135.png"/><Relationship Id="rId3" Type="http://schemas.openxmlformats.org/officeDocument/2006/relationships/image" Target="../media/image112.png"/><Relationship Id="rId21" Type="http://schemas.openxmlformats.org/officeDocument/2006/relationships/image" Target="../media/image130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5" Type="http://schemas.openxmlformats.org/officeDocument/2006/relationships/image" Target="../media/image134.png"/><Relationship Id="rId2" Type="http://schemas.openxmlformats.org/officeDocument/2006/relationships/image" Target="../media/image111.png"/><Relationship Id="rId16" Type="http://schemas.openxmlformats.org/officeDocument/2006/relationships/image" Target="../media/image125.png"/><Relationship Id="rId20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24" Type="http://schemas.openxmlformats.org/officeDocument/2006/relationships/image" Target="../media/image133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23" Type="http://schemas.openxmlformats.org/officeDocument/2006/relationships/image" Target="../media/image132.png"/><Relationship Id="rId10" Type="http://schemas.openxmlformats.org/officeDocument/2006/relationships/image" Target="../media/image119.png"/><Relationship Id="rId19" Type="http://schemas.openxmlformats.org/officeDocument/2006/relationships/image" Target="../media/image128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Relationship Id="rId22" Type="http://schemas.openxmlformats.org/officeDocument/2006/relationships/image" Target="../media/image131.png"/><Relationship Id="rId27" Type="http://schemas.openxmlformats.org/officeDocument/2006/relationships/image" Target="../media/image1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9.png"/><Relationship Id="rId18" Type="http://schemas.openxmlformats.org/officeDocument/2006/relationships/image" Target="../media/image164.png"/><Relationship Id="rId26" Type="http://schemas.openxmlformats.org/officeDocument/2006/relationships/image" Target="../media/image173.png"/><Relationship Id="rId39" Type="http://schemas.openxmlformats.org/officeDocument/2006/relationships/image" Target="../media/image187.png"/><Relationship Id="rId21" Type="http://schemas.openxmlformats.org/officeDocument/2006/relationships/image" Target="../media/image167.png"/><Relationship Id="rId34" Type="http://schemas.openxmlformats.org/officeDocument/2006/relationships/image" Target="../media/image182.png"/><Relationship Id="rId42" Type="http://schemas.openxmlformats.org/officeDocument/2006/relationships/image" Target="../media/image191.png"/><Relationship Id="rId47" Type="http://schemas.openxmlformats.org/officeDocument/2006/relationships/image" Target="../media/image196.png"/><Relationship Id="rId50" Type="http://schemas.openxmlformats.org/officeDocument/2006/relationships/image" Target="../media/image199.png"/><Relationship Id="rId7" Type="http://schemas.openxmlformats.org/officeDocument/2006/relationships/image" Target="../media/image153.png"/><Relationship Id="rId2" Type="http://schemas.openxmlformats.org/officeDocument/2006/relationships/image" Target="../media/image148.png"/><Relationship Id="rId16" Type="http://schemas.openxmlformats.org/officeDocument/2006/relationships/image" Target="../media/image162.png"/><Relationship Id="rId29" Type="http://schemas.openxmlformats.org/officeDocument/2006/relationships/image" Target="../media/image176.png"/><Relationship Id="rId11" Type="http://schemas.openxmlformats.org/officeDocument/2006/relationships/image" Target="../media/image157.png"/><Relationship Id="rId24" Type="http://schemas.openxmlformats.org/officeDocument/2006/relationships/image" Target="../media/image171.png"/><Relationship Id="rId32" Type="http://schemas.openxmlformats.org/officeDocument/2006/relationships/image" Target="../media/image179.png"/><Relationship Id="rId37" Type="http://schemas.openxmlformats.org/officeDocument/2006/relationships/image" Target="../media/image185.png"/><Relationship Id="rId40" Type="http://schemas.openxmlformats.org/officeDocument/2006/relationships/image" Target="../media/image188.png"/><Relationship Id="rId45" Type="http://schemas.openxmlformats.org/officeDocument/2006/relationships/image" Target="../media/image194.png"/><Relationship Id="rId53" Type="http://schemas.openxmlformats.org/officeDocument/2006/relationships/image" Target="../media/image203.png"/><Relationship Id="rId5" Type="http://schemas.openxmlformats.org/officeDocument/2006/relationships/image" Target="../media/image151.png"/><Relationship Id="rId10" Type="http://schemas.openxmlformats.org/officeDocument/2006/relationships/image" Target="../media/image156.png"/><Relationship Id="rId19" Type="http://schemas.openxmlformats.org/officeDocument/2006/relationships/image" Target="../media/image165.png"/><Relationship Id="rId31" Type="http://schemas.openxmlformats.org/officeDocument/2006/relationships/image" Target="../media/image178.png"/><Relationship Id="rId44" Type="http://schemas.openxmlformats.org/officeDocument/2006/relationships/image" Target="../media/image193.png"/><Relationship Id="rId52" Type="http://schemas.openxmlformats.org/officeDocument/2006/relationships/image" Target="../media/image202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Relationship Id="rId14" Type="http://schemas.openxmlformats.org/officeDocument/2006/relationships/image" Target="../media/image160.png"/><Relationship Id="rId22" Type="http://schemas.openxmlformats.org/officeDocument/2006/relationships/image" Target="../media/image168.png"/><Relationship Id="rId27" Type="http://schemas.openxmlformats.org/officeDocument/2006/relationships/image" Target="../media/image174.png"/><Relationship Id="rId30" Type="http://schemas.openxmlformats.org/officeDocument/2006/relationships/image" Target="../media/image177.png"/><Relationship Id="rId35" Type="http://schemas.openxmlformats.org/officeDocument/2006/relationships/image" Target="../media/image183.png"/><Relationship Id="rId43" Type="http://schemas.openxmlformats.org/officeDocument/2006/relationships/image" Target="../media/image192.png"/><Relationship Id="rId48" Type="http://schemas.openxmlformats.org/officeDocument/2006/relationships/image" Target="../media/image197.png"/><Relationship Id="rId8" Type="http://schemas.openxmlformats.org/officeDocument/2006/relationships/image" Target="../media/image154.png"/><Relationship Id="rId51" Type="http://schemas.openxmlformats.org/officeDocument/2006/relationships/image" Target="../media/image201.png"/><Relationship Id="rId3" Type="http://schemas.openxmlformats.org/officeDocument/2006/relationships/image" Target="../media/image149.png"/><Relationship Id="rId12" Type="http://schemas.openxmlformats.org/officeDocument/2006/relationships/image" Target="../media/image158.png"/><Relationship Id="rId17" Type="http://schemas.openxmlformats.org/officeDocument/2006/relationships/image" Target="../media/image163.png"/><Relationship Id="rId25" Type="http://schemas.openxmlformats.org/officeDocument/2006/relationships/image" Target="../media/image172.png"/><Relationship Id="rId33" Type="http://schemas.openxmlformats.org/officeDocument/2006/relationships/image" Target="../media/image181.png"/><Relationship Id="rId38" Type="http://schemas.openxmlformats.org/officeDocument/2006/relationships/image" Target="../media/image186.png"/><Relationship Id="rId46" Type="http://schemas.openxmlformats.org/officeDocument/2006/relationships/image" Target="../media/image195.png"/><Relationship Id="rId20" Type="http://schemas.openxmlformats.org/officeDocument/2006/relationships/image" Target="../media/image166.png"/><Relationship Id="rId41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png"/><Relationship Id="rId15" Type="http://schemas.openxmlformats.org/officeDocument/2006/relationships/image" Target="../media/image161.png"/><Relationship Id="rId23" Type="http://schemas.openxmlformats.org/officeDocument/2006/relationships/image" Target="../media/image169.png"/><Relationship Id="rId28" Type="http://schemas.openxmlformats.org/officeDocument/2006/relationships/image" Target="../media/image175.png"/><Relationship Id="rId36" Type="http://schemas.openxmlformats.org/officeDocument/2006/relationships/image" Target="../media/image184.png"/><Relationship Id="rId49" Type="http://schemas.openxmlformats.org/officeDocument/2006/relationships/image" Target="../media/image19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8DAA8A-D513-7EC4-32CB-CE3B2422BECC}"/>
              </a:ext>
            </a:extLst>
          </p:cNvPr>
          <p:cNvSpPr/>
          <p:nvPr/>
        </p:nvSpPr>
        <p:spPr>
          <a:xfrm>
            <a:off x="1448058" y="1052736"/>
            <a:ext cx="216024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89F9E2-B0F0-55E3-C523-232ABC2A6B23}"/>
              </a:ext>
            </a:extLst>
          </p:cNvPr>
          <p:cNvSpPr txBox="1"/>
          <p:nvPr/>
        </p:nvSpPr>
        <p:spPr>
          <a:xfrm>
            <a:off x="-103402" y="4822786"/>
            <a:ext cx="1832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</a:t>
            </a:r>
            <a:r>
              <a:rPr lang="en-US" altLang="zh-CN" dirty="0"/>
              <a:t>2dTranspose</a:t>
            </a:r>
          </a:p>
          <a:p>
            <a:r>
              <a:rPr lang="zh-CN" altLang="en-US" dirty="0"/>
              <a:t> （</a:t>
            </a:r>
            <a:r>
              <a:rPr lang="en-US" altLang="zh-CN" dirty="0"/>
              <a:t>4</a:t>
            </a:r>
            <a:r>
              <a:rPr lang="zh-CN" altLang="en-US" dirty="0"/>
              <a:t>*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C0A7A7-F39F-F54C-C484-FBF6E0BA22F0}"/>
              </a:ext>
            </a:extLst>
          </p:cNvPr>
          <p:cNvSpPr/>
          <p:nvPr/>
        </p:nvSpPr>
        <p:spPr>
          <a:xfrm>
            <a:off x="2620786" y="1032811"/>
            <a:ext cx="216024" cy="15841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3B42B3-6EEA-B7CF-982B-A7FF81408CDC}"/>
              </a:ext>
            </a:extLst>
          </p:cNvPr>
          <p:cNvSpPr txBox="1"/>
          <p:nvPr/>
        </p:nvSpPr>
        <p:spPr>
          <a:xfrm>
            <a:off x="1893771" y="501317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AADF4C-852D-D496-3E1D-AF5E71C2460B}"/>
              </a:ext>
            </a:extLst>
          </p:cNvPr>
          <p:cNvSpPr/>
          <p:nvPr/>
        </p:nvSpPr>
        <p:spPr>
          <a:xfrm>
            <a:off x="3720527" y="1032811"/>
            <a:ext cx="216024" cy="1584176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30DFF2-24C2-833B-F0A8-BA8904384A8E}"/>
              </a:ext>
            </a:extLst>
          </p:cNvPr>
          <p:cNvSpPr txBox="1"/>
          <p:nvPr/>
        </p:nvSpPr>
        <p:spPr>
          <a:xfrm>
            <a:off x="3466984" y="2833399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A3A2DB-7AD0-5412-495B-36FEF6F8F4BF}"/>
              </a:ext>
            </a:extLst>
          </p:cNvPr>
          <p:cNvSpPr/>
          <p:nvPr/>
        </p:nvSpPr>
        <p:spPr>
          <a:xfrm>
            <a:off x="5371227" y="1066644"/>
            <a:ext cx="216024" cy="15841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2FABD8-400B-DAB9-6AE2-AA70AA4D1A02}"/>
              </a:ext>
            </a:extLst>
          </p:cNvPr>
          <p:cNvSpPr txBox="1"/>
          <p:nvPr/>
        </p:nvSpPr>
        <p:spPr>
          <a:xfrm>
            <a:off x="4936652" y="2846925"/>
            <a:ext cx="201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batchnormalization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236898-0481-07F8-836A-28DB8BDC9EFA}"/>
              </a:ext>
            </a:extLst>
          </p:cNvPr>
          <p:cNvSpPr/>
          <p:nvPr/>
        </p:nvSpPr>
        <p:spPr>
          <a:xfrm>
            <a:off x="7266801" y="1032811"/>
            <a:ext cx="216024" cy="15841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EFAF79-1A55-2327-483D-7431FC4C5A3D}"/>
              </a:ext>
            </a:extLst>
          </p:cNvPr>
          <p:cNvSpPr txBox="1"/>
          <p:nvPr/>
        </p:nvSpPr>
        <p:spPr>
          <a:xfrm>
            <a:off x="7097333" y="285015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4C150C-77F7-D9FE-B691-B7F2F8E58111}"/>
              </a:ext>
            </a:extLst>
          </p:cNvPr>
          <p:cNvSpPr/>
          <p:nvPr/>
        </p:nvSpPr>
        <p:spPr>
          <a:xfrm>
            <a:off x="8172400" y="1070174"/>
            <a:ext cx="216024" cy="15841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0FF760-4C5D-488F-F041-7A4C2A2B6A36}"/>
              </a:ext>
            </a:extLst>
          </p:cNvPr>
          <p:cNvSpPr txBox="1"/>
          <p:nvPr/>
        </p:nvSpPr>
        <p:spPr>
          <a:xfrm>
            <a:off x="8032938" y="2833846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upsampling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CBE64F-905A-26A1-A0D9-7B130CF258EB}"/>
              </a:ext>
            </a:extLst>
          </p:cNvPr>
          <p:cNvSpPr/>
          <p:nvPr/>
        </p:nvSpPr>
        <p:spPr>
          <a:xfrm>
            <a:off x="121639" y="1052736"/>
            <a:ext cx="216024" cy="15841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25E24F-7FBE-AFF7-F5DD-61EA6AC5F9C7}"/>
              </a:ext>
            </a:extLst>
          </p:cNvPr>
          <p:cNvSpPr txBox="1"/>
          <p:nvPr/>
        </p:nvSpPr>
        <p:spPr>
          <a:xfrm>
            <a:off x="-304739" y="2782669"/>
            <a:ext cx="1117614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1*1*4096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4968282A-5746-59DE-23C7-4FDAF959221E}"/>
              </a:ext>
            </a:extLst>
          </p:cNvPr>
          <p:cNvSpPr/>
          <p:nvPr/>
        </p:nvSpPr>
        <p:spPr>
          <a:xfrm>
            <a:off x="629637" y="1712048"/>
            <a:ext cx="361555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8014C334-C9AC-A5EF-1562-66949A2E9227}"/>
              </a:ext>
            </a:extLst>
          </p:cNvPr>
          <p:cNvSpPr/>
          <p:nvPr/>
        </p:nvSpPr>
        <p:spPr>
          <a:xfrm>
            <a:off x="501078" y="4541584"/>
            <a:ext cx="361555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605A21-AFC3-71BE-5D18-2B32E0B9C5F5}"/>
              </a:ext>
            </a:extLst>
          </p:cNvPr>
          <p:cNvSpPr txBox="1"/>
          <p:nvPr/>
        </p:nvSpPr>
        <p:spPr>
          <a:xfrm>
            <a:off x="1002156" y="2782669"/>
            <a:ext cx="100059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4*4*256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B1EBFD1B-BDA2-0F50-4260-51082C97A8FB}"/>
              </a:ext>
            </a:extLst>
          </p:cNvPr>
          <p:cNvSpPr/>
          <p:nvPr/>
        </p:nvSpPr>
        <p:spPr>
          <a:xfrm>
            <a:off x="2002751" y="1824899"/>
            <a:ext cx="337001" cy="30795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16E78C23-5371-3933-3367-686F7D73C599}"/>
              </a:ext>
            </a:extLst>
          </p:cNvPr>
          <p:cNvSpPr/>
          <p:nvPr/>
        </p:nvSpPr>
        <p:spPr>
          <a:xfrm>
            <a:off x="2008574" y="4571166"/>
            <a:ext cx="337001" cy="30795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F718B3-348D-E9FD-FC1C-34ACD88C24B6}"/>
              </a:ext>
            </a:extLst>
          </p:cNvPr>
          <p:cNvSpPr txBox="1"/>
          <p:nvPr/>
        </p:nvSpPr>
        <p:spPr>
          <a:xfrm>
            <a:off x="2161644" y="2797613"/>
            <a:ext cx="100059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8*8*256</a:t>
            </a:r>
          </a:p>
        </p:txBody>
      </p:sp>
    </p:spTree>
    <p:extLst>
      <p:ext uri="{BB962C8B-B14F-4D97-AF65-F5344CB8AC3E}">
        <p14:creationId xmlns:p14="http://schemas.microsoft.com/office/powerpoint/2010/main" val="970647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A5DFD8-7E01-B547-F18E-FE97DA094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48680"/>
            <a:ext cx="7646750" cy="518457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08EC66E-71D5-E6E4-DF16-3E6615276488}"/>
              </a:ext>
            </a:extLst>
          </p:cNvPr>
          <p:cNvSpPr/>
          <p:nvPr/>
        </p:nvSpPr>
        <p:spPr>
          <a:xfrm>
            <a:off x="5364088" y="2738661"/>
            <a:ext cx="2880320" cy="432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20C47C-F8E2-6720-5C77-FF307D04E9C3}"/>
              </a:ext>
            </a:extLst>
          </p:cNvPr>
          <p:cNvSpPr/>
          <p:nvPr/>
        </p:nvSpPr>
        <p:spPr>
          <a:xfrm>
            <a:off x="2915816" y="1384809"/>
            <a:ext cx="2880320" cy="432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D790A5-2EB3-832D-40FD-F2C961C9C5B5}"/>
              </a:ext>
            </a:extLst>
          </p:cNvPr>
          <p:cNvCxnSpPr>
            <a:cxnSpLocks/>
          </p:cNvCxnSpPr>
          <p:nvPr/>
        </p:nvCxnSpPr>
        <p:spPr>
          <a:xfrm flipV="1">
            <a:off x="3131840" y="4365104"/>
            <a:ext cx="0" cy="576064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8328F6-68EC-86C8-2982-9CCDAD2B1400}"/>
              </a:ext>
            </a:extLst>
          </p:cNvPr>
          <p:cNvCxnSpPr>
            <a:cxnSpLocks/>
          </p:cNvCxnSpPr>
          <p:nvPr/>
        </p:nvCxnSpPr>
        <p:spPr>
          <a:xfrm flipV="1">
            <a:off x="3131840" y="3789040"/>
            <a:ext cx="0" cy="576064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115282B-CA6C-E3F5-EB11-2B05D50FF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908011"/>
            <a:ext cx="3783965" cy="252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42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181345-3CCE-049D-E734-CE5EAA4D7233}"/>
              </a:ext>
            </a:extLst>
          </p:cNvPr>
          <p:cNvGrpSpPr/>
          <p:nvPr/>
        </p:nvGrpSpPr>
        <p:grpSpPr>
          <a:xfrm>
            <a:off x="34280" y="728468"/>
            <a:ext cx="4320480" cy="2802473"/>
            <a:chOff x="251520" y="548680"/>
            <a:chExt cx="7992888" cy="518457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A5DFD8-7E01-B547-F18E-FE97DA094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548680"/>
              <a:ext cx="7646750" cy="518457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8EC66E-71D5-E6E4-DF16-3E6615276488}"/>
                </a:ext>
              </a:extLst>
            </p:cNvPr>
            <p:cNvSpPr/>
            <p:nvPr/>
          </p:nvSpPr>
          <p:spPr>
            <a:xfrm>
              <a:off x="5364088" y="2738661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20C47C-F8E2-6720-5C77-FF307D04E9C3}"/>
                </a:ext>
              </a:extLst>
            </p:cNvPr>
            <p:cNvSpPr/>
            <p:nvPr/>
          </p:nvSpPr>
          <p:spPr>
            <a:xfrm>
              <a:off x="2915816" y="1384809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D790A5-2EB3-832D-40FD-F2C961C9C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4365104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48328F6-68EC-86C8-2982-9CCDAD2B1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3789040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115282B-CA6C-E3F5-EB11-2B05D50FF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411" y="764704"/>
            <a:ext cx="4144834" cy="2766237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9C31094A-6E6B-8029-D023-35A5E14EAF0D}"/>
              </a:ext>
            </a:extLst>
          </p:cNvPr>
          <p:cNvSpPr/>
          <p:nvPr/>
        </p:nvSpPr>
        <p:spPr>
          <a:xfrm>
            <a:off x="6150408" y="1892493"/>
            <a:ext cx="1052423" cy="405442"/>
          </a:xfrm>
          <a:custGeom>
            <a:avLst/>
            <a:gdLst>
              <a:gd name="connsiteX0" fmla="*/ 0 w 1052423"/>
              <a:gd name="connsiteY0" fmla="*/ 0 h 405442"/>
              <a:gd name="connsiteX1" fmla="*/ 405442 w 1052423"/>
              <a:gd name="connsiteY1" fmla="*/ 250167 h 405442"/>
              <a:gd name="connsiteX2" fmla="*/ 724619 w 1052423"/>
              <a:gd name="connsiteY2" fmla="*/ 353684 h 405442"/>
              <a:gd name="connsiteX3" fmla="*/ 1052423 w 1052423"/>
              <a:gd name="connsiteY3" fmla="*/ 405442 h 40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423" h="405442">
                <a:moveTo>
                  <a:pt x="0" y="0"/>
                </a:moveTo>
                <a:cubicBezTo>
                  <a:pt x="142336" y="95610"/>
                  <a:pt x="284672" y="191220"/>
                  <a:pt x="405442" y="250167"/>
                </a:cubicBezTo>
                <a:cubicBezTo>
                  <a:pt x="526212" y="309114"/>
                  <a:pt x="616789" y="327805"/>
                  <a:pt x="724619" y="353684"/>
                </a:cubicBezTo>
                <a:cubicBezTo>
                  <a:pt x="832449" y="379563"/>
                  <a:pt x="976223" y="393940"/>
                  <a:pt x="1052423" y="40544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778C5C-6893-7848-52D8-CE2F55A060DA}"/>
              </a:ext>
            </a:extLst>
          </p:cNvPr>
          <p:cNvCxnSpPr/>
          <p:nvPr/>
        </p:nvCxnSpPr>
        <p:spPr>
          <a:xfrm flipV="1">
            <a:off x="1591210" y="1892493"/>
            <a:ext cx="4527238" cy="58752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D9585F-538F-8510-AEF8-F090E262167C}"/>
              </a:ext>
            </a:extLst>
          </p:cNvPr>
          <p:cNvCxnSpPr>
            <a:endCxn id="3" idx="3"/>
          </p:cNvCxnSpPr>
          <p:nvPr/>
        </p:nvCxnSpPr>
        <p:spPr>
          <a:xfrm flipV="1">
            <a:off x="1591210" y="2297935"/>
            <a:ext cx="5611621" cy="49346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FA6064-B842-E939-5431-02AB3BEAA7EB}"/>
              </a:ext>
            </a:extLst>
          </p:cNvPr>
          <p:cNvSpPr txBox="1"/>
          <p:nvPr/>
        </p:nvSpPr>
        <p:spPr>
          <a:xfrm>
            <a:off x="5582409" y="471489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C27F5B2-FDDC-1FAD-54E8-8FCFE1DA5A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880205"/>
            <a:ext cx="3620093" cy="2398952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07F640BA-6166-36E1-4FC4-E6205D4477DD}"/>
              </a:ext>
            </a:extLst>
          </p:cNvPr>
          <p:cNvSpPr/>
          <p:nvPr/>
        </p:nvSpPr>
        <p:spPr>
          <a:xfrm>
            <a:off x="785027" y="4095202"/>
            <a:ext cx="2691442" cy="1845194"/>
          </a:xfrm>
          <a:custGeom>
            <a:avLst/>
            <a:gdLst>
              <a:gd name="connsiteX0" fmla="*/ 0 w 2691442"/>
              <a:gd name="connsiteY0" fmla="*/ 1819315 h 1845194"/>
              <a:gd name="connsiteX1" fmla="*/ 241540 w 2691442"/>
              <a:gd name="connsiteY1" fmla="*/ 1267224 h 1845194"/>
              <a:gd name="connsiteX2" fmla="*/ 396816 w 2691442"/>
              <a:gd name="connsiteY2" fmla="*/ 887662 h 1845194"/>
              <a:gd name="connsiteX3" fmla="*/ 621102 w 2691442"/>
              <a:gd name="connsiteY3" fmla="*/ 551232 h 1845194"/>
              <a:gd name="connsiteX4" fmla="*/ 767751 w 2691442"/>
              <a:gd name="connsiteY4" fmla="*/ 335571 h 1845194"/>
              <a:gd name="connsiteX5" fmla="*/ 1043797 w 2691442"/>
              <a:gd name="connsiteY5" fmla="*/ 154417 h 1845194"/>
              <a:gd name="connsiteX6" fmla="*/ 1276710 w 2691442"/>
              <a:gd name="connsiteY6" fmla="*/ 42273 h 1845194"/>
              <a:gd name="connsiteX7" fmla="*/ 1337095 w 2691442"/>
              <a:gd name="connsiteY7" fmla="*/ 7768 h 1845194"/>
              <a:gd name="connsiteX8" fmla="*/ 1639019 w 2691442"/>
              <a:gd name="connsiteY8" fmla="*/ 180296 h 1845194"/>
              <a:gd name="connsiteX9" fmla="*/ 1906438 w 2691442"/>
              <a:gd name="connsiteY9" fmla="*/ 413209 h 1845194"/>
              <a:gd name="connsiteX10" fmla="*/ 2147978 w 2691442"/>
              <a:gd name="connsiteY10" fmla="*/ 594364 h 1845194"/>
              <a:gd name="connsiteX11" fmla="*/ 2329133 w 2691442"/>
              <a:gd name="connsiteY11" fmla="*/ 982553 h 1845194"/>
              <a:gd name="connsiteX12" fmla="*/ 2527540 w 2691442"/>
              <a:gd name="connsiteY12" fmla="*/ 1275851 h 1845194"/>
              <a:gd name="connsiteX13" fmla="*/ 2622431 w 2691442"/>
              <a:gd name="connsiteY13" fmla="*/ 1603654 h 1845194"/>
              <a:gd name="connsiteX14" fmla="*/ 2691442 w 2691442"/>
              <a:gd name="connsiteY14" fmla="*/ 1845194 h 1845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1442" h="1845194">
                <a:moveTo>
                  <a:pt x="0" y="1819315"/>
                </a:moveTo>
                <a:cubicBezTo>
                  <a:pt x="87702" y="1620907"/>
                  <a:pt x="175404" y="1422499"/>
                  <a:pt x="241540" y="1267224"/>
                </a:cubicBezTo>
                <a:cubicBezTo>
                  <a:pt x="307676" y="1111949"/>
                  <a:pt x="333556" y="1006994"/>
                  <a:pt x="396816" y="887662"/>
                </a:cubicBezTo>
                <a:cubicBezTo>
                  <a:pt x="460076" y="768330"/>
                  <a:pt x="559280" y="643247"/>
                  <a:pt x="621102" y="551232"/>
                </a:cubicBezTo>
                <a:cubicBezTo>
                  <a:pt x="682925" y="459217"/>
                  <a:pt x="697302" y="401707"/>
                  <a:pt x="767751" y="335571"/>
                </a:cubicBezTo>
                <a:cubicBezTo>
                  <a:pt x="838200" y="269435"/>
                  <a:pt x="958971" y="203300"/>
                  <a:pt x="1043797" y="154417"/>
                </a:cubicBezTo>
                <a:cubicBezTo>
                  <a:pt x="1128623" y="105534"/>
                  <a:pt x="1227827" y="66714"/>
                  <a:pt x="1276710" y="42273"/>
                </a:cubicBezTo>
                <a:cubicBezTo>
                  <a:pt x="1325593" y="17831"/>
                  <a:pt x="1276710" y="-15236"/>
                  <a:pt x="1337095" y="7768"/>
                </a:cubicBezTo>
                <a:cubicBezTo>
                  <a:pt x="1397480" y="30772"/>
                  <a:pt x="1544129" y="112723"/>
                  <a:pt x="1639019" y="180296"/>
                </a:cubicBezTo>
                <a:cubicBezTo>
                  <a:pt x="1733909" y="247869"/>
                  <a:pt x="1821612" y="344198"/>
                  <a:pt x="1906438" y="413209"/>
                </a:cubicBezTo>
                <a:cubicBezTo>
                  <a:pt x="1991264" y="482220"/>
                  <a:pt x="2077529" y="499473"/>
                  <a:pt x="2147978" y="594364"/>
                </a:cubicBezTo>
                <a:cubicBezTo>
                  <a:pt x="2218427" y="689255"/>
                  <a:pt x="2265873" y="868972"/>
                  <a:pt x="2329133" y="982553"/>
                </a:cubicBezTo>
                <a:cubicBezTo>
                  <a:pt x="2392393" y="1096134"/>
                  <a:pt x="2478657" y="1172334"/>
                  <a:pt x="2527540" y="1275851"/>
                </a:cubicBezTo>
                <a:cubicBezTo>
                  <a:pt x="2576423" y="1379368"/>
                  <a:pt x="2595114" y="1508763"/>
                  <a:pt x="2622431" y="1603654"/>
                </a:cubicBezTo>
                <a:cubicBezTo>
                  <a:pt x="2649748" y="1698544"/>
                  <a:pt x="2675627" y="1781933"/>
                  <a:pt x="2691442" y="184519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DAB9CB-878B-C4AD-51B4-8B8460BFD12A}"/>
              </a:ext>
            </a:extLst>
          </p:cNvPr>
          <p:cNvCxnSpPr/>
          <p:nvPr/>
        </p:nvCxnSpPr>
        <p:spPr>
          <a:xfrm flipV="1">
            <a:off x="1259632" y="4725144"/>
            <a:ext cx="331578" cy="50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2BC336-E214-CD6D-E6F0-6C12EA78989D}"/>
              </a:ext>
            </a:extLst>
          </p:cNvPr>
          <p:cNvCxnSpPr>
            <a:cxnSpLocks/>
          </p:cNvCxnSpPr>
          <p:nvPr/>
        </p:nvCxnSpPr>
        <p:spPr>
          <a:xfrm>
            <a:off x="2622002" y="4690285"/>
            <a:ext cx="351656" cy="4236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E88B00F-ABA0-F666-3F7B-F0B96E4D91F3}"/>
              </a:ext>
            </a:extLst>
          </p:cNvPr>
          <p:cNvSpPr txBox="1"/>
          <p:nvPr/>
        </p:nvSpPr>
        <p:spPr>
          <a:xfrm rot="18097027">
            <a:off x="777164" y="4988609"/>
            <a:ext cx="1491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shear rate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C722FF-FE96-4BD0-AF05-15F7FD868B85}"/>
              </a:ext>
            </a:extLst>
          </p:cNvPr>
          <p:cNvSpPr txBox="1"/>
          <p:nvPr/>
        </p:nvSpPr>
        <p:spPr>
          <a:xfrm rot="3082878">
            <a:off x="1997213" y="5018384"/>
            <a:ext cx="15135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Decreasing shear rate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E7C37-2168-B337-351B-2FBB2AC3F87F}"/>
              </a:ext>
            </a:extLst>
          </p:cNvPr>
          <p:cNvSpPr txBox="1"/>
          <p:nvPr/>
        </p:nvSpPr>
        <p:spPr>
          <a:xfrm>
            <a:off x="930041" y="6226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E9AE18-F88B-6D08-2ADD-F95725EC5CF0}"/>
              </a:ext>
            </a:extLst>
          </p:cNvPr>
          <p:cNvSpPr txBox="1"/>
          <p:nvPr/>
        </p:nvSpPr>
        <p:spPr>
          <a:xfrm>
            <a:off x="785027" y="36183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F032C-C978-C3AB-D05C-41A695EDF8DC}"/>
              </a:ext>
            </a:extLst>
          </p:cNvPr>
          <p:cNvSpPr txBox="1"/>
          <p:nvPr/>
        </p:nvSpPr>
        <p:spPr>
          <a:xfrm>
            <a:off x="4774673" y="43801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47892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181345-3CCE-049D-E734-CE5EAA4D7233}"/>
              </a:ext>
            </a:extLst>
          </p:cNvPr>
          <p:cNvGrpSpPr/>
          <p:nvPr/>
        </p:nvGrpSpPr>
        <p:grpSpPr>
          <a:xfrm>
            <a:off x="34280" y="728468"/>
            <a:ext cx="4320480" cy="2802473"/>
            <a:chOff x="251520" y="548680"/>
            <a:chExt cx="7992888" cy="518457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A5DFD8-7E01-B547-F18E-FE97DA094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548680"/>
              <a:ext cx="7646750" cy="518457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8EC66E-71D5-E6E4-DF16-3E6615276488}"/>
                </a:ext>
              </a:extLst>
            </p:cNvPr>
            <p:cNvSpPr/>
            <p:nvPr/>
          </p:nvSpPr>
          <p:spPr>
            <a:xfrm>
              <a:off x="5364088" y="2738661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20C47C-F8E2-6720-5C77-FF307D04E9C3}"/>
                </a:ext>
              </a:extLst>
            </p:cNvPr>
            <p:cNvSpPr/>
            <p:nvPr/>
          </p:nvSpPr>
          <p:spPr>
            <a:xfrm>
              <a:off x="2915816" y="1384809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D790A5-2EB3-832D-40FD-F2C961C9C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4365104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48328F6-68EC-86C8-2982-9CCDAD2B1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3789040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115282B-CA6C-E3F5-EB11-2B05D50FF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411" y="764704"/>
            <a:ext cx="4144834" cy="2766237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9C31094A-6E6B-8029-D023-35A5E14EAF0D}"/>
              </a:ext>
            </a:extLst>
          </p:cNvPr>
          <p:cNvSpPr/>
          <p:nvPr/>
        </p:nvSpPr>
        <p:spPr>
          <a:xfrm>
            <a:off x="6150408" y="1892493"/>
            <a:ext cx="1052423" cy="405442"/>
          </a:xfrm>
          <a:custGeom>
            <a:avLst/>
            <a:gdLst>
              <a:gd name="connsiteX0" fmla="*/ 0 w 1052423"/>
              <a:gd name="connsiteY0" fmla="*/ 0 h 405442"/>
              <a:gd name="connsiteX1" fmla="*/ 405442 w 1052423"/>
              <a:gd name="connsiteY1" fmla="*/ 250167 h 405442"/>
              <a:gd name="connsiteX2" fmla="*/ 724619 w 1052423"/>
              <a:gd name="connsiteY2" fmla="*/ 353684 h 405442"/>
              <a:gd name="connsiteX3" fmla="*/ 1052423 w 1052423"/>
              <a:gd name="connsiteY3" fmla="*/ 405442 h 40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423" h="405442">
                <a:moveTo>
                  <a:pt x="0" y="0"/>
                </a:moveTo>
                <a:cubicBezTo>
                  <a:pt x="142336" y="95610"/>
                  <a:pt x="284672" y="191220"/>
                  <a:pt x="405442" y="250167"/>
                </a:cubicBezTo>
                <a:cubicBezTo>
                  <a:pt x="526212" y="309114"/>
                  <a:pt x="616789" y="327805"/>
                  <a:pt x="724619" y="353684"/>
                </a:cubicBezTo>
                <a:cubicBezTo>
                  <a:pt x="832449" y="379563"/>
                  <a:pt x="976223" y="393940"/>
                  <a:pt x="1052423" y="40544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778C5C-6893-7848-52D8-CE2F55A060DA}"/>
              </a:ext>
            </a:extLst>
          </p:cNvPr>
          <p:cNvCxnSpPr/>
          <p:nvPr/>
        </p:nvCxnSpPr>
        <p:spPr>
          <a:xfrm flipV="1">
            <a:off x="1591210" y="1892493"/>
            <a:ext cx="4527238" cy="58752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D9585F-538F-8510-AEF8-F090E262167C}"/>
              </a:ext>
            </a:extLst>
          </p:cNvPr>
          <p:cNvCxnSpPr>
            <a:endCxn id="3" idx="3"/>
          </p:cNvCxnSpPr>
          <p:nvPr/>
        </p:nvCxnSpPr>
        <p:spPr>
          <a:xfrm flipV="1">
            <a:off x="1591210" y="2297935"/>
            <a:ext cx="5611621" cy="49346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FA6064-B842-E939-5431-02AB3BEAA7EB}"/>
              </a:ext>
            </a:extLst>
          </p:cNvPr>
          <p:cNvSpPr txBox="1"/>
          <p:nvPr/>
        </p:nvSpPr>
        <p:spPr>
          <a:xfrm>
            <a:off x="5582409" y="471489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C27F5B2-FDDC-1FAD-54E8-8FCFE1DA5A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880205"/>
            <a:ext cx="3620093" cy="2398952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07F640BA-6166-36E1-4FC4-E6205D4477DD}"/>
              </a:ext>
            </a:extLst>
          </p:cNvPr>
          <p:cNvSpPr/>
          <p:nvPr/>
        </p:nvSpPr>
        <p:spPr>
          <a:xfrm>
            <a:off x="785027" y="4095202"/>
            <a:ext cx="2691442" cy="1845194"/>
          </a:xfrm>
          <a:custGeom>
            <a:avLst/>
            <a:gdLst>
              <a:gd name="connsiteX0" fmla="*/ 0 w 2691442"/>
              <a:gd name="connsiteY0" fmla="*/ 1819315 h 1845194"/>
              <a:gd name="connsiteX1" fmla="*/ 241540 w 2691442"/>
              <a:gd name="connsiteY1" fmla="*/ 1267224 h 1845194"/>
              <a:gd name="connsiteX2" fmla="*/ 396816 w 2691442"/>
              <a:gd name="connsiteY2" fmla="*/ 887662 h 1845194"/>
              <a:gd name="connsiteX3" fmla="*/ 621102 w 2691442"/>
              <a:gd name="connsiteY3" fmla="*/ 551232 h 1845194"/>
              <a:gd name="connsiteX4" fmla="*/ 767751 w 2691442"/>
              <a:gd name="connsiteY4" fmla="*/ 335571 h 1845194"/>
              <a:gd name="connsiteX5" fmla="*/ 1043797 w 2691442"/>
              <a:gd name="connsiteY5" fmla="*/ 154417 h 1845194"/>
              <a:gd name="connsiteX6" fmla="*/ 1276710 w 2691442"/>
              <a:gd name="connsiteY6" fmla="*/ 42273 h 1845194"/>
              <a:gd name="connsiteX7" fmla="*/ 1337095 w 2691442"/>
              <a:gd name="connsiteY7" fmla="*/ 7768 h 1845194"/>
              <a:gd name="connsiteX8" fmla="*/ 1639019 w 2691442"/>
              <a:gd name="connsiteY8" fmla="*/ 180296 h 1845194"/>
              <a:gd name="connsiteX9" fmla="*/ 1906438 w 2691442"/>
              <a:gd name="connsiteY9" fmla="*/ 413209 h 1845194"/>
              <a:gd name="connsiteX10" fmla="*/ 2147978 w 2691442"/>
              <a:gd name="connsiteY10" fmla="*/ 594364 h 1845194"/>
              <a:gd name="connsiteX11" fmla="*/ 2329133 w 2691442"/>
              <a:gd name="connsiteY11" fmla="*/ 982553 h 1845194"/>
              <a:gd name="connsiteX12" fmla="*/ 2527540 w 2691442"/>
              <a:gd name="connsiteY12" fmla="*/ 1275851 h 1845194"/>
              <a:gd name="connsiteX13" fmla="*/ 2622431 w 2691442"/>
              <a:gd name="connsiteY13" fmla="*/ 1603654 h 1845194"/>
              <a:gd name="connsiteX14" fmla="*/ 2691442 w 2691442"/>
              <a:gd name="connsiteY14" fmla="*/ 1845194 h 1845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1442" h="1845194">
                <a:moveTo>
                  <a:pt x="0" y="1819315"/>
                </a:moveTo>
                <a:cubicBezTo>
                  <a:pt x="87702" y="1620907"/>
                  <a:pt x="175404" y="1422499"/>
                  <a:pt x="241540" y="1267224"/>
                </a:cubicBezTo>
                <a:cubicBezTo>
                  <a:pt x="307676" y="1111949"/>
                  <a:pt x="333556" y="1006994"/>
                  <a:pt x="396816" y="887662"/>
                </a:cubicBezTo>
                <a:cubicBezTo>
                  <a:pt x="460076" y="768330"/>
                  <a:pt x="559280" y="643247"/>
                  <a:pt x="621102" y="551232"/>
                </a:cubicBezTo>
                <a:cubicBezTo>
                  <a:pt x="682925" y="459217"/>
                  <a:pt x="697302" y="401707"/>
                  <a:pt x="767751" y="335571"/>
                </a:cubicBezTo>
                <a:cubicBezTo>
                  <a:pt x="838200" y="269435"/>
                  <a:pt x="958971" y="203300"/>
                  <a:pt x="1043797" y="154417"/>
                </a:cubicBezTo>
                <a:cubicBezTo>
                  <a:pt x="1128623" y="105534"/>
                  <a:pt x="1227827" y="66714"/>
                  <a:pt x="1276710" y="42273"/>
                </a:cubicBezTo>
                <a:cubicBezTo>
                  <a:pt x="1325593" y="17831"/>
                  <a:pt x="1276710" y="-15236"/>
                  <a:pt x="1337095" y="7768"/>
                </a:cubicBezTo>
                <a:cubicBezTo>
                  <a:pt x="1397480" y="30772"/>
                  <a:pt x="1544129" y="112723"/>
                  <a:pt x="1639019" y="180296"/>
                </a:cubicBezTo>
                <a:cubicBezTo>
                  <a:pt x="1733909" y="247869"/>
                  <a:pt x="1821612" y="344198"/>
                  <a:pt x="1906438" y="413209"/>
                </a:cubicBezTo>
                <a:cubicBezTo>
                  <a:pt x="1991264" y="482220"/>
                  <a:pt x="2077529" y="499473"/>
                  <a:pt x="2147978" y="594364"/>
                </a:cubicBezTo>
                <a:cubicBezTo>
                  <a:pt x="2218427" y="689255"/>
                  <a:pt x="2265873" y="868972"/>
                  <a:pt x="2329133" y="982553"/>
                </a:cubicBezTo>
                <a:cubicBezTo>
                  <a:pt x="2392393" y="1096134"/>
                  <a:pt x="2478657" y="1172334"/>
                  <a:pt x="2527540" y="1275851"/>
                </a:cubicBezTo>
                <a:cubicBezTo>
                  <a:pt x="2576423" y="1379368"/>
                  <a:pt x="2595114" y="1508763"/>
                  <a:pt x="2622431" y="1603654"/>
                </a:cubicBezTo>
                <a:cubicBezTo>
                  <a:pt x="2649748" y="1698544"/>
                  <a:pt x="2675627" y="1781933"/>
                  <a:pt x="2691442" y="184519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DAB9CB-878B-C4AD-51B4-8B8460BFD12A}"/>
              </a:ext>
            </a:extLst>
          </p:cNvPr>
          <p:cNvCxnSpPr/>
          <p:nvPr/>
        </p:nvCxnSpPr>
        <p:spPr>
          <a:xfrm flipV="1">
            <a:off x="1259632" y="4725144"/>
            <a:ext cx="331578" cy="50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2BC336-E214-CD6D-E6F0-6C12EA78989D}"/>
              </a:ext>
            </a:extLst>
          </p:cNvPr>
          <p:cNvCxnSpPr>
            <a:cxnSpLocks/>
          </p:cNvCxnSpPr>
          <p:nvPr/>
        </p:nvCxnSpPr>
        <p:spPr>
          <a:xfrm>
            <a:off x="2622002" y="4690285"/>
            <a:ext cx="351656" cy="4236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E88B00F-ABA0-F666-3F7B-F0B96E4D91F3}"/>
              </a:ext>
            </a:extLst>
          </p:cNvPr>
          <p:cNvSpPr txBox="1"/>
          <p:nvPr/>
        </p:nvSpPr>
        <p:spPr>
          <a:xfrm rot="18097027">
            <a:off x="777164" y="4988609"/>
            <a:ext cx="1491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shear rate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C722FF-FE96-4BD0-AF05-15F7FD868B85}"/>
              </a:ext>
            </a:extLst>
          </p:cNvPr>
          <p:cNvSpPr txBox="1"/>
          <p:nvPr/>
        </p:nvSpPr>
        <p:spPr>
          <a:xfrm rot="3082878">
            <a:off x="1997213" y="5018384"/>
            <a:ext cx="15135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Decreasing shear rate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E7C37-2168-B337-351B-2FBB2AC3F87F}"/>
              </a:ext>
            </a:extLst>
          </p:cNvPr>
          <p:cNvSpPr txBox="1"/>
          <p:nvPr/>
        </p:nvSpPr>
        <p:spPr>
          <a:xfrm>
            <a:off x="930041" y="6226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E9AE18-F88B-6D08-2ADD-F95725EC5CF0}"/>
              </a:ext>
            </a:extLst>
          </p:cNvPr>
          <p:cNvSpPr txBox="1"/>
          <p:nvPr/>
        </p:nvSpPr>
        <p:spPr>
          <a:xfrm>
            <a:off x="785027" y="36183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F032C-C978-C3AB-D05C-41A695EDF8DC}"/>
              </a:ext>
            </a:extLst>
          </p:cNvPr>
          <p:cNvSpPr txBox="1"/>
          <p:nvPr/>
        </p:nvSpPr>
        <p:spPr>
          <a:xfrm>
            <a:off x="4774673" y="43801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773939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181345-3CCE-049D-E734-CE5EAA4D7233}"/>
              </a:ext>
            </a:extLst>
          </p:cNvPr>
          <p:cNvGrpSpPr/>
          <p:nvPr/>
        </p:nvGrpSpPr>
        <p:grpSpPr>
          <a:xfrm>
            <a:off x="34280" y="728468"/>
            <a:ext cx="4320480" cy="2802473"/>
            <a:chOff x="251520" y="548680"/>
            <a:chExt cx="7992888" cy="518457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A5DFD8-7E01-B547-F18E-FE97DA094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548680"/>
              <a:ext cx="7646750" cy="518457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8EC66E-71D5-E6E4-DF16-3E6615276488}"/>
                </a:ext>
              </a:extLst>
            </p:cNvPr>
            <p:cNvSpPr/>
            <p:nvPr/>
          </p:nvSpPr>
          <p:spPr>
            <a:xfrm>
              <a:off x="5364088" y="2738661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20C47C-F8E2-6720-5C77-FF307D04E9C3}"/>
                </a:ext>
              </a:extLst>
            </p:cNvPr>
            <p:cNvSpPr/>
            <p:nvPr/>
          </p:nvSpPr>
          <p:spPr>
            <a:xfrm>
              <a:off x="2915816" y="1384809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D790A5-2EB3-832D-40FD-F2C961C9C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4365104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48328F6-68EC-86C8-2982-9CCDAD2B1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3789040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115282B-CA6C-E3F5-EB11-2B05D50FF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411" y="764704"/>
            <a:ext cx="4144834" cy="2766237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9C31094A-6E6B-8029-D023-35A5E14EAF0D}"/>
              </a:ext>
            </a:extLst>
          </p:cNvPr>
          <p:cNvSpPr/>
          <p:nvPr/>
        </p:nvSpPr>
        <p:spPr>
          <a:xfrm>
            <a:off x="6150408" y="1892493"/>
            <a:ext cx="1052423" cy="405442"/>
          </a:xfrm>
          <a:custGeom>
            <a:avLst/>
            <a:gdLst>
              <a:gd name="connsiteX0" fmla="*/ 0 w 1052423"/>
              <a:gd name="connsiteY0" fmla="*/ 0 h 405442"/>
              <a:gd name="connsiteX1" fmla="*/ 405442 w 1052423"/>
              <a:gd name="connsiteY1" fmla="*/ 250167 h 405442"/>
              <a:gd name="connsiteX2" fmla="*/ 724619 w 1052423"/>
              <a:gd name="connsiteY2" fmla="*/ 353684 h 405442"/>
              <a:gd name="connsiteX3" fmla="*/ 1052423 w 1052423"/>
              <a:gd name="connsiteY3" fmla="*/ 405442 h 40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423" h="405442">
                <a:moveTo>
                  <a:pt x="0" y="0"/>
                </a:moveTo>
                <a:cubicBezTo>
                  <a:pt x="142336" y="95610"/>
                  <a:pt x="284672" y="191220"/>
                  <a:pt x="405442" y="250167"/>
                </a:cubicBezTo>
                <a:cubicBezTo>
                  <a:pt x="526212" y="309114"/>
                  <a:pt x="616789" y="327805"/>
                  <a:pt x="724619" y="353684"/>
                </a:cubicBezTo>
                <a:cubicBezTo>
                  <a:pt x="832449" y="379563"/>
                  <a:pt x="976223" y="393940"/>
                  <a:pt x="1052423" y="40544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778C5C-6893-7848-52D8-CE2F55A060DA}"/>
              </a:ext>
            </a:extLst>
          </p:cNvPr>
          <p:cNvCxnSpPr/>
          <p:nvPr/>
        </p:nvCxnSpPr>
        <p:spPr>
          <a:xfrm flipV="1">
            <a:off x="1591210" y="1892493"/>
            <a:ext cx="4527238" cy="58752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D9585F-538F-8510-AEF8-F090E262167C}"/>
              </a:ext>
            </a:extLst>
          </p:cNvPr>
          <p:cNvCxnSpPr>
            <a:endCxn id="3" idx="3"/>
          </p:cNvCxnSpPr>
          <p:nvPr/>
        </p:nvCxnSpPr>
        <p:spPr>
          <a:xfrm flipV="1">
            <a:off x="1591210" y="2297935"/>
            <a:ext cx="5611621" cy="49346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FA6064-B842-E939-5431-02AB3BEAA7EB}"/>
              </a:ext>
            </a:extLst>
          </p:cNvPr>
          <p:cNvSpPr txBox="1"/>
          <p:nvPr/>
        </p:nvSpPr>
        <p:spPr>
          <a:xfrm>
            <a:off x="5582409" y="471489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E7C37-2168-B337-351B-2FBB2AC3F87F}"/>
              </a:ext>
            </a:extLst>
          </p:cNvPr>
          <p:cNvSpPr txBox="1"/>
          <p:nvPr/>
        </p:nvSpPr>
        <p:spPr>
          <a:xfrm>
            <a:off x="930041" y="6226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F032C-C978-C3AB-D05C-41A695EDF8DC}"/>
              </a:ext>
            </a:extLst>
          </p:cNvPr>
          <p:cNvSpPr txBox="1"/>
          <p:nvPr/>
        </p:nvSpPr>
        <p:spPr>
          <a:xfrm>
            <a:off x="4774673" y="43801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D3C24B6-1BB8-8A14-0EAA-615A3393EA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841" y="3667647"/>
            <a:ext cx="3723039" cy="2552334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0E34DC11-DBE5-6A89-1FE5-BFC4D82E9348}"/>
              </a:ext>
            </a:extLst>
          </p:cNvPr>
          <p:cNvSpPr/>
          <p:nvPr/>
        </p:nvSpPr>
        <p:spPr>
          <a:xfrm>
            <a:off x="5665694" y="1335741"/>
            <a:ext cx="2545977" cy="1057835"/>
          </a:xfrm>
          <a:custGeom>
            <a:avLst/>
            <a:gdLst>
              <a:gd name="connsiteX0" fmla="*/ 0 w 2545977"/>
              <a:gd name="connsiteY0" fmla="*/ 0 h 1057835"/>
              <a:gd name="connsiteX1" fmla="*/ 152400 w 2545977"/>
              <a:gd name="connsiteY1" fmla="*/ 224118 h 1057835"/>
              <a:gd name="connsiteX2" fmla="*/ 304800 w 2545977"/>
              <a:gd name="connsiteY2" fmla="*/ 403412 h 1057835"/>
              <a:gd name="connsiteX3" fmla="*/ 466165 w 2545977"/>
              <a:gd name="connsiteY3" fmla="*/ 537883 h 1057835"/>
              <a:gd name="connsiteX4" fmla="*/ 672353 w 2545977"/>
              <a:gd name="connsiteY4" fmla="*/ 699247 h 1057835"/>
              <a:gd name="connsiteX5" fmla="*/ 941294 w 2545977"/>
              <a:gd name="connsiteY5" fmla="*/ 824753 h 1057835"/>
              <a:gd name="connsiteX6" fmla="*/ 1210235 w 2545977"/>
              <a:gd name="connsiteY6" fmla="*/ 941294 h 1057835"/>
              <a:gd name="connsiteX7" fmla="*/ 1559859 w 2545977"/>
              <a:gd name="connsiteY7" fmla="*/ 977153 h 1057835"/>
              <a:gd name="connsiteX8" fmla="*/ 1837765 w 2545977"/>
              <a:gd name="connsiteY8" fmla="*/ 1013012 h 1057835"/>
              <a:gd name="connsiteX9" fmla="*/ 2169459 w 2545977"/>
              <a:gd name="connsiteY9" fmla="*/ 1048871 h 1057835"/>
              <a:gd name="connsiteX10" fmla="*/ 2447365 w 2545977"/>
              <a:gd name="connsiteY10" fmla="*/ 1048871 h 1057835"/>
              <a:gd name="connsiteX11" fmla="*/ 2545977 w 2545977"/>
              <a:gd name="connsiteY11" fmla="*/ 1057835 h 105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45977" h="1057835">
                <a:moveTo>
                  <a:pt x="0" y="0"/>
                </a:moveTo>
                <a:cubicBezTo>
                  <a:pt x="50800" y="78441"/>
                  <a:pt x="101600" y="156883"/>
                  <a:pt x="152400" y="224118"/>
                </a:cubicBezTo>
                <a:cubicBezTo>
                  <a:pt x="203200" y="291353"/>
                  <a:pt x="252506" y="351118"/>
                  <a:pt x="304800" y="403412"/>
                </a:cubicBezTo>
                <a:cubicBezTo>
                  <a:pt x="357094" y="455706"/>
                  <a:pt x="404906" y="488577"/>
                  <a:pt x="466165" y="537883"/>
                </a:cubicBezTo>
                <a:cubicBezTo>
                  <a:pt x="527424" y="587189"/>
                  <a:pt x="593165" y="651435"/>
                  <a:pt x="672353" y="699247"/>
                </a:cubicBezTo>
                <a:cubicBezTo>
                  <a:pt x="751541" y="747059"/>
                  <a:pt x="851647" y="784412"/>
                  <a:pt x="941294" y="824753"/>
                </a:cubicBezTo>
                <a:cubicBezTo>
                  <a:pt x="1030941" y="865094"/>
                  <a:pt x="1107141" y="915894"/>
                  <a:pt x="1210235" y="941294"/>
                </a:cubicBezTo>
                <a:cubicBezTo>
                  <a:pt x="1313329" y="966694"/>
                  <a:pt x="1455271" y="965200"/>
                  <a:pt x="1559859" y="977153"/>
                </a:cubicBezTo>
                <a:cubicBezTo>
                  <a:pt x="1664447" y="989106"/>
                  <a:pt x="1837765" y="1013012"/>
                  <a:pt x="1837765" y="1013012"/>
                </a:cubicBezTo>
                <a:cubicBezTo>
                  <a:pt x="1939365" y="1024965"/>
                  <a:pt x="2067859" y="1042894"/>
                  <a:pt x="2169459" y="1048871"/>
                </a:cubicBezTo>
                <a:cubicBezTo>
                  <a:pt x="2271059" y="1054848"/>
                  <a:pt x="2384612" y="1047377"/>
                  <a:pt x="2447365" y="1048871"/>
                </a:cubicBezTo>
                <a:cubicBezTo>
                  <a:pt x="2510118" y="1050365"/>
                  <a:pt x="2545977" y="1057835"/>
                  <a:pt x="2545977" y="1057835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E87F03-629D-5334-0C87-C45E997A6E38}"/>
              </a:ext>
            </a:extLst>
          </p:cNvPr>
          <p:cNvCxnSpPr>
            <a:cxnSpLocks/>
            <a:endCxn id="4" idx="0"/>
          </p:cNvCxnSpPr>
          <p:nvPr/>
        </p:nvCxnSpPr>
        <p:spPr>
          <a:xfrm flipH="1" flipV="1">
            <a:off x="5665694" y="1335741"/>
            <a:ext cx="922530" cy="3821451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170FC2-BBC0-0EB8-B40D-BEE1C472ECC2}"/>
              </a:ext>
            </a:extLst>
          </p:cNvPr>
          <p:cNvCxnSpPr>
            <a:cxnSpLocks/>
          </p:cNvCxnSpPr>
          <p:nvPr/>
        </p:nvCxnSpPr>
        <p:spPr>
          <a:xfrm flipV="1">
            <a:off x="6633828" y="2393576"/>
            <a:ext cx="1577843" cy="3128683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5677B1A-9122-7B08-D060-62D7D7C287E8}"/>
              </a:ext>
            </a:extLst>
          </p:cNvPr>
          <p:cNvSpPr txBox="1"/>
          <p:nvPr/>
        </p:nvSpPr>
        <p:spPr>
          <a:xfrm>
            <a:off x="4572000" y="346820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0CDC816-EEC7-1EF2-A953-FF49147617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9" y="3240292"/>
            <a:ext cx="47879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69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30CDC816-EEC7-1EF2-A953-FF4914761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35" y="838125"/>
            <a:ext cx="4068144" cy="29674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15282B-CA6C-E3F5-EB11-2B05D50FF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79266"/>
            <a:ext cx="4144834" cy="27662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FA6064-B842-E939-5431-02AB3BEAA7EB}"/>
              </a:ext>
            </a:extLst>
          </p:cNvPr>
          <p:cNvSpPr txBox="1"/>
          <p:nvPr/>
        </p:nvSpPr>
        <p:spPr>
          <a:xfrm>
            <a:off x="5582409" y="471489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E7C37-2168-B337-351B-2FBB2AC3F87F}"/>
              </a:ext>
            </a:extLst>
          </p:cNvPr>
          <p:cNvSpPr txBox="1"/>
          <p:nvPr/>
        </p:nvSpPr>
        <p:spPr>
          <a:xfrm>
            <a:off x="627029" y="41947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F032C-C978-C3AB-D05C-41A695EDF8DC}"/>
              </a:ext>
            </a:extLst>
          </p:cNvPr>
          <p:cNvSpPr txBox="1"/>
          <p:nvPr/>
        </p:nvSpPr>
        <p:spPr>
          <a:xfrm>
            <a:off x="4774673" y="43801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D3C24B6-1BB8-8A14-0EAA-615A3393EA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841" y="3667647"/>
            <a:ext cx="3723039" cy="2552334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0E34DC11-DBE5-6A89-1FE5-BFC4D82E9348}"/>
              </a:ext>
            </a:extLst>
          </p:cNvPr>
          <p:cNvSpPr/>
          <p:nvPr/>
        </p:nvSpPr>
        <p:spPr>
          <a:xfrm>
            <a:off x="5665694" y="1335741"/>
            <a:ext cx="2545977" cy="1057835"/>
          </a:xfrm>
          <a:custGeom>
            <a:avLst/>
            <a:gdLst>
              <a:gd name="connsiteX0" fmla="*/ 0 w 2545977"/>
              <a:gd name="connsiteY0" fmla="*/ 0 h 1057835"/>
              <a:gd name="connsiteX1" fmla="*/ 152400 w 2545977"/>
              <a:gd name="connsiteY1" fmla="*/ 224118 h 1057835"/>
              <a:gd name="connsiteX2" fmla="*/ 304800 w 2545977"/>
              <a:gd name="connsiteY2" fmla="*/ 403412 h 1057835"/>
              <a:gd name="connsiteX3" fmla="*/ 466165 w 2545977"/>
              <a:gd name="connsiteY3" fmla="*/ 537883 h 1057835"/>
              <a:gd name="connsiteX4" fmla="*/ 672353 w 2545977"/>
              <a:gd name="connsiteY4" fmla="*/ 699247 h 1057835"/>
              <a:gd name="connsiteX5" fmla="*/ 941294 w 2545977"/>
              <a:gd name="connsiteY5" fmla="*/ 824753 h 1057835"/>
              <a:gd name="connsiteX6" fmla="*/ 1210235 w 2545977"/>
              <a:gd name="connsiteY6" fmla="*/ 941294 h 1057835"/>
              <a:gd name="connsiteX7" fmla="*/ 1559859 w 2545977"/>
              <a:gd name="connsiteY7" fmla="*/ 977153 h 1057835"/>
              <a:gd name="connsiteX8" fmla="*/ 1837765 w 2545977"/>
              <a:gd name="connsiteY8" fmla="*/ 1013012 h 1057835"/>
              <a:gd name="connsiteX9" fmla="*/ 2169459 w 2545977"/>
              <a:gd name="connsiteY9" fmla="*/ 1048871 h 1057835"/>
              <a:gd name="connsiteX10" fmla="*/ 2447365 w 2545977"/>
              <a:gd name="connsiteY10" fmla="*/ 1048871 h 1057835"/>
              <a:gd name="connsiteX11" fmla="*/ 2545977 w 2545977"/>
              <a:gd name="connsiteY11" fmla="*/ 1057835 h 105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45977" h="1057835">
                <a:moveTo>
                  <a:pt x="0" y="0"/>
                </a:moveTo>
                <a:cubicBezTo>
                  <a:pt x="50800" y="78441"/>
                  <a:pt x="101600" y="156883"/>
                  <a:pt x="152400" y="224118"/>
                </a:cubicBezTo>
                <a:cubicBezTo>
                  <a:pt x="203200" y="291353"/>
                  <a:pt x="252506" y="351118"/>
                  <a:pt x="304800" y="403412"/>
                </a:cubicBezTo>
                <a:cubicBezTo>
                  <a:pt x="357094" y="455706"/>
                  <a:pt x="404906" y="488577"/>
                  <a:pt x="466165" y="537883"/>
                </a:cubicBezTo>
                <a:cubicBezTo>
                  <a:pt x="527424" y="587189"/>
                  <a:pt x="593165" y="651435"/>
                  <a:pt x="672353" y="699247"/>
                </a:cubicBezTo>
                <a:cubicBezTo>
                  <a:pt x="751541" y="747059"/>
                  <a:pt x="851647" y="784412"/>
                  <a:pt x="941294" y="824753"/>
                </a:cubicBezTo>
                <a:cubicBezTo>
                  <a:pt x="1030941" y="865094"/>
                  <a:pt x="1107141" y="915894"/>
                  <a:pt x="1210235" y="941294"/>
                </a:cubicBezTo>
                <a:cubicBezTo>
                  <a:pt x="1313329" y="966694"/>
                  <a:pt x="1455271" y="965200"/>
                  <a:pt x="1559859" y="977153"/>
                </a:cubicBezTo>
                <a:cubicBezTo>
                  <a:pt x="1664447" y="989106"/>
                  <a:pt x="1837765" y="1013012"/>
                  <a:pt x="1837765" y="1013012"/>
                </a:cubicBezTo>
                <a:cubicBezTo>
                  <a:pt x="1939365" y="1024965"/>
                  <a:pt x="2067859" y="1042894"/>
                  <a:pt x="2169459" y="1048871"/>
                </a:cubicBezTo>
                <a:cubicBezTo>
                  <a:pt x="2271059" y="1054848"/>
                  <a:pt x="2384612" y="1047377"/>
                  <a:pt x="2447365" y="1048871"/>
                </a:cubicBezTo>
                <a:cubicBezTo>
                  <a:pt x="2510118" y="1050365"/>
                  <a:pt x="2545977" y="1057835"/>
                  <a:pt x="2545977" y="1057835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E87F03-629D-5334-0C87-C45E997A6E38}"/>
              </a:ext>
            </a:extLst>
          </p:cNvPr>
          <p:cNvCxnSpPr>
            <a:cxnSpLocks/>
            <a:endCxn id="4" idx="0"/>
          </p:cNvCxnSpPr>
          <p:nvPr/>
        </p:nvCxnSpPr>
        <p:spPr>
          <a:xfrm flipH="1" flipV="1">
            <a:off x="5665694" y="1335741"/>
            <a:ext cx="922530" cy="3821451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170FC2-BBC0-0EB8-B40D-BEE1C472ECC2}"/>
              </a:ext>
            </a:extLst>
          </p:cNvPr>
          <p:cNvCxnSpPr>
            <a:cxnSpLocks/>
          </p:cNvCxnSpPr>
          <p:nvPr/>
        </p:nvCxnSpPr>
        <p:spPr>
          <a:xfrm flipV="1">
            <a:off x="6633828" y="2393576"/>
            <a:ext cx="1577843" cy="3128683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5677B1A-9122-7B08-D060-62D7D7C287E8}"/>
              </a:ext>
            </a:extLst>
          </p:cNvPr>
          <p:cNvSpPr txBox="1"/>
          <p:nvPr/>
        </p:nvSpPr>
        <p:spPr>
          <a:xfrm>
            <a:off x="4572000" y="346820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EB28C5-B953-9E4E-5DC5-6E64859918B5}"/>
              </a:ext>
            </a:extLst>
          </p:cNvPr>
          <p:cNvSpPr txBox="1"/>
          <p:nvPr/>
        </p:nvSpPr>
        <p:spPr>
          <a:xfrm>
            <a:off x="1283072" y="536785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90EE57-85FF-42E2-5275-4B9FE5916091}"/>
              </a:ext>
            </a:extLst>
          </p:cNvPr>
          <p:cNvCxnSpPr/>
          <p:nvPr/>
        </p:nvCxnSpPr>
        <p:spPr>
          <a:xfrm flipV="1">
            <a:off x="755576" y="1335741"/>
            <a:ext cx="4910118" cy="149043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8104F2-1184-8221-136A-766E79A0C5B3}"/>
              </a:ext>
            </a:extLst>
          </p:cNvPr>
          <p:cNvCxnSpPr/>
          <p:nvPr/>
        </p:nvCxnSpPr>
        <p:spPr>
          <a:xfrm flipV="1">
            <a:off x="3851920" y="2405419"/>
            <a:ext cx="4359751" cy="544632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FC7001-DD81-81CC-074B-773C1BAF75A7}"/>
              </a:ext>
            </a:extLst>
          </p:cNvPr>
          <p:cNvCxnSpPr>
            <a:cxnSpLocks/>
          </p:cNvCxnSpPr>
          <p:nvPr/>
        </p:nvCxnSpPr>
        <p:spPr>
          <a:xfrm>
            <a:off x="753506" y="1484784"/>
            <a:ext cx="2070" cy="1465267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596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181345-3CCE-049D-E734-CE5EAA4D7233}"/>
              </a:ext>
            </a:extLst>
          </p:cNvPr>
          <p:cNvGrpSpPr/>
          <p:nvPr/>
        </p:nvGrpSpPr>
        <p:grpSpPr>
          <a:xfrm>
            <a:off x="34280" y="728468"/>
            <a:ext cx="4320480" cy="2802473"/>
            <a:chOff x="251520" y="548680"/>
            <a:chExt cx="7992888" cy="518457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A5DFD8-7E01-B547-F18E-FE97DA094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548680"/>
              <a:ext cx="7646750" cy="518457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8EC66E-71D5-E6E4-DF16-3E6615276488}"/>
                </a:ext>
              </a:extLst>
            </p:cNvPr>
            <p:cNvSpPr/>
            <p:nvPr/>
          </p:nvSpPr>
          <p:spPr>
            <a:xfrm>
              <a:off x="5364088" y="2738661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20C47C-F8E2-6720-5C77-FF307D04E9C3}"/>
                </a:ext>
              </a:extLst>
            </p:cNvPr>
            <p:cNvSpPr/>
            <p:nvPr/>
          </p:nvSpPr>
          <p:spPr>
            <a:xfrm>
              <a:off x="2915816" y="1384809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D790A5-2EB3-832D-40FD-F2C961C9C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4365104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48328F6-68EC-86C8-2982-9CCDAD2B1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3789040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115282B-CA6C-E3F5-EB11-2B05D50FF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411" y="764704"/>
            <a:ext cx="4144834" cy="2766237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9C31094A-6E6B-8029-D023-35A5E14EAF0D}"/>
              </a:ext>
            </a:extLst>
          </p:cNvPr>
          <p:cNvSpPr/>
          <p:nvPr/>
        </p:nvSpPr>
        <p:spPr>
          <a:xfrm>
            <a:off x="6150408" y="1892493"/>
            <a:ext cx="1052423" cy="405442"/>
          </a:xfrm>
          <a:custGeom>
            <a:avLst/>
            <a:gdLst>
              <a:gd name="connsiteX0" fmla="*/ 0 w 1052423"/>
              <a:gd name="connsiteY0" fmla="*/ 0 h 405442"/>
              <a:gd name="connsiteX1" fmla="*/ 405442 w 1052423"/>
              <a:gd name="connsiteY1" fmla="*/ 250167 h 405442"/>
              <a:gd name="connsiteX2" fmla="*/ 724619 w 1052423"/>
              <a:gd name="connsiteY2" fmla="*/ 353684 h 405442"/>
              <a:gd name="connsiteX3" fmla="*/ 1052423 w 1052423"/>
              <a:gd name="connsiteY3" fmla="*/ 405442 h 40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423" h="405442">
                <a:moveTo>
                  <a:pt x="0" y="0"/>
                </a:moveTo>
                <a:cubicBezTo>
                  <a:pt x="142336" y="95610"/>
                  <a:pt x="284672" y="191220"/>
                  <a:pt x="405442" y="250167"/>
                </a:cubicBezTo>
                <a:cubicBezTo>
                  <a:pt x="526212" y="309114"/>
                  <a:pt x="616789" y="327805"/>
                  <a:pt x="724619" y="353684"/>
                </a:cubicBezTo>
                <a:cubicBezTo>
                  <a:pt x="832449" y="379563"/>
                  <a:pt x="976223" y="393940"/>
                  <a:pt x="1052423" y="40544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778C5C-6893-7848-52D8-CE2F55A060DA}"/>
              </a:ext>
            </a:extLst>
          </p:cNvPr>
          <p:cNvCxnSpPr/>
          <p:nvPr/>
        </p:nvCxnSpPr>
        <p:spPr>
          <a:xfrm flipV="1">
            <a:off x="1591210" y="1892493"/>
            <a:ext cx="4527238" cy="58752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D9585F-538F-8510-AEF8-F090E262167C}"/>
              </a:ext>
            </a:extLst>
          </p:cNvPr>
          <p:cNvCxnSpPr>
            <a:endCxn id="3" idx="3"/>
          </p:cNvCxnSpPr>
          <p:nvPr/>
        </p:nvCxnSpPr>
        <p:spPr>
          <a:xfrm flipV="1">
            <a:off x="1591210" y="2297935"/>
            <a:ext cx="5611621" cy="49346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FA6064-B842-E939-5431-02AB3BEAA7EB}"/>
              </a:ext>
            </a:extLst>
          </p:cNvPr>
          <p:cNvSpPr txBox="1"/>
          <p:nvPr/>
        </p:nvSpPr>
        <p:spPr>
          <a:xfrm>
            <a:off x="5582409" y="471489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E7C37-2168-B337-351B-2FBB2AC3F87F}"/>
              </a:ext>
            </a:extLst>
          </p:cNvPr>
          <p:cNvSpPr txBox="1"/>
          <p:nvPr/>
        </p:nvSpPr>
        <p:spPr>
          <a:xfrm>
            <a:off x="930041" y="6226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F032C-C978-C3AB-D05C-41A695EDF8DC}"/>
              </a:ext>
            </a:extLst>
          </p:cNvPr>
          <p:cNvSpPr txBox="1"/>
          <p:nvPr/>
        </p:nvSpPr>
        <p:spPr>
          <a:xfrm>
            <a:off x="4774673" y="43801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D3C24B6-1BB8-8A14-0EAA-615A3393EA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841" y="3667647"/>
            <a:ext cx="3723039" cy="2552334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0E34DC11-DBE5-6A89-1FE5-BFC4D82E9348}"/>
              </a:ext>
            </a:extLst>
          </p:cNvPr>
          <p:cNvSpPr/>
          <p:nvPr/>
        </p:nvSpPr>
        <p:spPr>
          <a:xfrm>
            <a:off x="5665694" y="1335741"/>
            <a:ext cx="2545977" cy="1057835"/>
          </a:xfrm>
          <a:custGeom>
            <a:avLst/>
            <a:gdLst>
              <a:gd name="connsiteX0" fmla="*/ 0 w 2545977"/>
              <a:gd name="connsiteY0" fmla="*/ 0 h 1057835"/>
              <a:gd name="connsiteX1" fmla="*/ 152400 w 2545977"/>
              <a:gd name="connsiteY1" fmla="*/ 224118 h 1057835"/>
              <a:gd name="connsiteX2" fmla="*/ 304800 w 2545977"/>
              <a:gd name="connsiteY2" fmla="*/ 403412 h 1057835"/>
              <a:gd name="connsiteX3" fmla="*/ 466165 w 2545977"/>
              <a:gd name="connsiteY3" fmla="*/ 537883 h 1057835"/>
              <a:gd name="connsiteX4" fmla="*/ 672353 w 2545977"/>
              <a:gd name="connsiteY4" fmla="*/ 699247 h 1057835"/>
              <a:gd name="connsiteX5" fmla="*/ 941294 w 2545977"/>
              <a:gd name="connsiteY5" fmla="*/ 824753 h 1057835"/>
              <a:gd name="connsiteX6" fmla="*/ 1210235 w 2545977"/>
              <a:gd name="connsiteY6" fmla="*/ 941294 h 1057835"/>
              <a:gd name="connsiteX7" fmla="*/ 1559859 w 2545977"/>
              <a:gd name="connsiteY7" fmla="*/ 977153 h 1057835"/>
              <a:gd name="connsiteX8" fmla="*/ 1837765 w 2545977"/>
              <a:gd name="connsiteY8" fmla="*/ 1013012 h 1057835"/>
              <a:gd name="connsiteX9" fmla="*/ 2169459 w 2545977"/>
              <a:gd name="connsiteY9" fmla="*/ 1048871 h 1057835"/>
              <a:gd name="connsiteX10" fmla="*/ 2447365 w 2545977"/>
              <a:gd name="connsiteY10" fmla="*/ 1048871 h 1057835"/>
              <a:gd name="connsiteX11" fmla="*/ 2545977 w 2545977"/>
              <a:gd name="connsiteY11" fmla="*/ 1057835 h 105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45977" h="1057835">
                <a:moveTo>
                  <a:pt x="0" y="0"/>
                </a:moveTo>
                <a:cubicBezTo>
                  <a:pt x="50800" y="78441"/>
                  <a:pt x="101600" y="156883"/>
                  <a:pt x="152400" y="224118"/>
                </a:cubicBezTo>
                <a:cubicBezTo>
                  <a:pt x="203200" y="291353"/>
                  <a:pt x="252506" y="351118"/>
                  <a:pt x="304800" y="403412"/>
                </a:cubicBezTo>
                <a:cubicBezTo>
                  <a:pt x="357094" y="455706"/>
                  <a:pt x="404906" y="488577"/>
                  <a:pt x="466165" y="537883"/>
                </a:cubicBezTo>
                <a:cubicBezTo>
                  <a:pt x="527424" y="587189"/>
                  <a:pt x="593165" y="651435"/>
                  <a:pt x="672353" y="699247"/>
                </a:cubicBezTo>
                <a:cubicBezTo>
                  <a:pt x="751541" y="747059"/>
                  <a:pt x="851647" y="784412"/>
                  <a:pt x="941294" y="824753"/>
                </a:cubicBezTo>
                <a:cubicBezTo>
                  <a:pt x="1030941" y="865094"/>
                  <a:pt x="1107141" y="915894"/>
                  <a:pt x="1210235" y="941294"/>
                </a:cubicBezTo>
                <a:cubicBezTo>
                  <a:pt x="1313329" y="966694"/>
                  <a:pt x="1455271" y="965200"/>
                  <a:pt x="1559859" y="977153"/>
                </a:cubicBezTo>
                <a:cubicBezTo>
                  <a:pt x="1664447" y="989106"/>
                  <a:pt x="1837765" y="1013012"/>
                  <a:pt x="1837765" y="1013012"/>
                </a:cubicBezTo>
                <a:cubicBezTo>
                  <a:pt x="1939365" y="1024965"/>
                  <a:pt x="2067859" y="1042894"/>
                  <a:pt x="2169459" y="1048871"/>
                </a:cubicBezTo>
                <a:cubicBezTo>
                  <a:pt x="2271059" y="1054848"/>
                  <a:pt x="2384612" y="1047377"/>
                  <a:pt x="2447365" y="1048871"/>
                </a:cubicBezTo>
                <a:cubicBezTo>
                  <a:pt x="2510118" y="1050365"/>
                  <a:pt x="2545977" y="1057835"/>
                  <a:pt x="2545977" y="1057835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E87F03-629D-5334-0C87-C45E997A6E38}"/>
              </a:ext>
            </a:extLst>
          </p:cNvPr>
          <p:cNvCxnSpPr>
            <a:cxnSpLocks/>
            <a:endCxn id="4" idx="0"/>
          </p:cNvCxnSpPr>
          <p:nvPr/>
        </p:nvCxnSpPr>
        <p:spPr>
          <a:xfrm flipH="1" flipV="1">
            <a:off x="5665694" y="1335741"/>
            <a:ext cx="922530" cy="3821451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170FC2-BBC0-0EB8-B40D-BEE1C472ECC2}"/>
              </a:ext>
            </a:extLst>
          </p:cNvPr>
          <p:cNvCxnSpPr>
            <a:cxnSpLocks/>
          </p:cNvCxnSpPr>
          <p:nvPr/>
        </p:nvCxnSpPr>
        <p:spPr>
          <a:xfrm flipV="1">
            <a:off x="6633828" y="2393576"/>
            <a:ext cx="1577843" cy="3128683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5677B1A-9122-7B08-D060-62D7D7C287E8}"/>
              </a:ext>
            </a:extLst>
          </p:cNvPr>
          <p:cNvSpPr txBox="1"/>
          <p:nvPr/>
        </p:nvSpPr>
        <p:spPr>
          <a:xfrm>
            <a:off x="4572000" y="346820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BC9720B-CC59-2E0E-21EB-3F617A5609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65" y="3693412"/>
            <a:ext cx="3620093" cy="2398952"/>
          </a:xfrm>
          <a:prstGeom prst="rect">
            <a:avLst/>
          </a:prstGeom>
        </p:spPr>
      </p:pic>
      <p:sp>
        <p:nvSpPr>
          <p:cNvPr id="21" name="Freeform 20">
            <a:extLst>
              <a:ext uri="{FF2B5EF4-FFF2-40B4-BE49-F238E27FC236}">
                <a16:creationId xmlns:a16="http://schemas.microsoft.com/office/drawing/2014/main" id="{DB0D45F2-786B-F848-49F1-7A040C2BC922}"/>
              </a:ext>
            </a:extLst>
          </p:cNvPr>
          <p:cNvSpPr/>
          <p:nvPr/>
        </p:nvSpPr>
        <p:spPr>
          <a:xfrm>
            <a:off x="1009064" y="3908409"/>
            <a:ext cx="2691442" cy="1845194"/>
          </a:xfrm>
          <a:custGeom>
            <a:avLst/>
            <a:gdLst>
              <a:gd name="connsiteX0" fmla="*/ 0 w 2691442"/>
              <a:gd name="connsiteY0" fmla="*/ 1819315 h 1845194"/>
              <a:gd name="connsiteX1" fmla="*/ 241540 w 2691442"/>
              <a:gd name="connsiteY1" fmla="*/ 1267224 h 1845194"/>
              <a:gd name="connsiteX2" fmla="*/ 396816 w 2691442"/>
              <a:gd name="connsiteY2" fmla="*/ 887662 h 1845194"/>
              <a:gd name="connsiteX3" fmla="*/ 621102 w 2691442"/>
              <a:gd name="connsiteY3" fmla="*/ 551232 h 1845194"/>
              <a:gd name="connsiteX4" fmla="*/ 767751 w 2691442"/>
              <a:gd name="connsiteY4" fmla="*/ 335571 h 1845194"/>
              <a:gd name="connsiteX5" fmla="*/ 1043797 w 2691442"/>
              <a:gd name="connsiteY5" fmla="*/ 154417 h 1845194"/>
              <a:gd name="connsiteX6" fmla="*/ 1276710 w 2691442"/>
              <a:gd name="connsiteY6" fmla="*/ 42273 h 1845194"/>
              <a:gd name="connsiteX7" fmla="*/ 1337095 w 2691442"/>
              <a:gd name="connsiteY7" fmla="*/ 7768 h 1845194"/>
              <a:gd name="connsiteX8" fmla="*/ 1639019 w 2691442"/>
              <a:gd name="connsiteY8" fmla="*/ 180296 h 1845194"/>
              <a:gd name="connsiteX9" fmla="*/ 1906438 w 2691442"/>
              <a:gd name="connsiteY9" fmla="*/ 413209 h 1845194"/>
              <a:gd name="connsiteX10" fmla="*/ 2147978 w 2691442"/>
              <a:gd name="connsiteY10" fmla="*/ 594364 h 1845194"/>
              <a:gd name="connsiteX11" fmla="*/ 2329133 w 2691442"/>
              <a:gd name="connsiteY11" fmla="*/ 982553 h 1845194"/>
              <a:gd name="connsiteX12" fmla="*/ 2527540 w 2691442"/>
              <a:gd name="connsiteY12" fmla="*/ 1275851 h 1845194"/>
              <a:gd name="connsiteX13" fmla="*/ 2622431 w 2691442"/>
              <a:gd name="connsiteY13" fmla="*/ 1603654 h 1845194"/>
              <a:gd name="connsiteX14" fmla="*/ 2691442 w 2691442"/>
              <a:gd name="connsiteY14" fmla="*/ 1845194 h 1845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1442" h="1845194">
                <a:moveTo>
                  <a:pt x="0" y="1819315"/>
                </a:moveTo>
                <a:cubicBezTo>
                  <a:pt x="87702" y="1620907"/>
                  <a:pt x="175404" y="1422499"/>
                  <a:pt x="241540" y="1267224"/>
                </a:cubicBezTo>
                <a:cubicBezTo>
                  <a:pt x="307676" y="1111949"/>
                  <a:pt x="333556" y="1006994"/>
                  <a:pt x="396816" y="887662"/>
                </a:cubicBezTo>
                <a:cubicBezTo>
                  <a:pt x="460076" y="768330"/>
                  <a:pt x="559280" y="643247"/>
                  <a:pt x="621102" y="551232"/>
                </a:cubicBezTo>
                <a:cubicBezTo>
                  <a:pt x="682925" y="459217"/>
                  <a:pt x="697302" y="401707"/>
                  <a:pt x="767751" y="335571"/>
                </a:cubicBezTo>
                <a:cubicBezTo>
                  <a:pt x="838200" y="269435"/>
                  <a:pt x="958971" y="203300"/>
                  <a:pt x="1043797" y="154417"/>
                </a:cubicBezTo>
                <a:cubicBezTo>
                  <a:pt x="1128623" y="105534"/>
                  <a:pt x="1227827" y="66714"/>
                  <a:pt x="1276710" y="42273"/>
                </a:cubicBezTo>
                <a:cubicBezTo>
                  <a:pt x="1325593" y="17831"/>
                  <a:pt x="1276710" y="-15236"/>
                  <a:pt x="1337095" y="7768"/>
                </a:cubicBezTo>
                <a:cubicBezTo>
                  <a:pt x="1397480" y="30772"/>
                  <a:pt x="1544129" y="112723"/>
                  <a:pt x="1639019" y="180296"/>
                </a:cubicBezTo>
                <a:cubicBezTo>
                  <a:pt x="1733909" y="247869"/>
                  <a:pt x="1821612" y="344198"/>
                  <a:pt x="1906438" y="413209"/>
                </a:cubicBezTo>
                <a:cubicBezTo>
                  <a:pt x="1991264" y="482220"/>
                  <a:pt x="2077529" y="499473"/>
                  <a:pt x="2147978" y="594364"/>
                </a:cubicBezTo>
                <a:cubicBezTo>
                  <a:pt x="2218427" y="689255"/>
                  <a:pt x="2265873" y="868972"/>
                  <a:pt x="2329133" y="982553"/>
                </a:cubicBezTo>
                <a:cubicBezTo>
                  <a:pt x="2392393" y="1096134"/>
                  <a:pt x="2478657" y="1172334"/>
                  <a:pt x="2527540" y="1275851"/>
                </a:cubicBezTo>
                <a:cubicBezTo>
                  <a:pt x="2576423" y="1379368"/>
                  <a:pt x="2595114" y="1508763"/>
                  <a:pt x="2622431" y="1603654"/>
                </a:cubicBezTo>
                <a:cubicBezTo>
                  <a:pt x="2649748" y="1698544"/>
                  <a:pt x="2675627" y="1781933"/>
                  <a:pt x="2691442" y="1845194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0DE545-1774-70CA-03D9-F48017A90817}"/>
              </a:ext>
            </a:extLst>
          </p:cNvPr>
          <p:cNvCxnSpPr/>
          <p:nvPr/>
        </p:nvCxnSpPr>
        <p:spPr>
          <a:xfrm flipV="1">
            <a:off x="1483669" y="4538351"/>
            <a:ext cx="331578" cy="50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159725-1CCC-E431-47A9-9B47F1974C6A}"/>
              </a:ext>
            </a:extLst>
          </p:cNvPr>
          <p:cNvCxnSpPr>
            <a:cxnSpLocks/>
          </p:cNvCxnSpPr>
          <p:nvPr/>
        </p:nvCxnSpPr>
        <p:spPr>
          <a:xfrm>
            <a:off x="2846039" y="4503492"/>
            <a:ext cx="351656" cy="4236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6D550A9-449B-157E-2DC3-4E357B77FB7F}"/>
              </a:ext>
            </a:extLst>
          </p:cNvPr>
          <p:cNvSpPr txBox="1"/>
          <p:nvPr/>
        </p:nvSpPr>
        <p:spPr>
          <a:xfrm rot="18097027">
            <a:off x="1001201" y="4801816"/>
            <a:ext cx="1491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shear rate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26F26C-A5B8-2C19-1EAB-50D1BFB8E858}"/>
              </a:ext>
            </a:extLst>
          </p:cNvPr>
          <p:cNvSpPr txBox="1"/>
          <p:nvPr/>
        </p:nvSpPr>
        <p:spPr>
          <a:xfrm rot="3082878">
            <a:off x="2221250" y="4831591"/>
            <a:ext cx="15135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Decreasing shear rate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57F7CD-18EF-82AE-E1A1-96A66C04D870}"/>
              </a:ext>
            </a:extLst>
          </p:cNvPr>
          <p:cNvSpPr txBox="1"/>
          <p:nvPr/>
        </p:nvSpPr>
        <p:spPr>
          <a:xfrm>
            <a:off x="1009064" y="343157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91D960-40B4-5C03-EA33-7C44D73FD431}"/>
              </a:ext>
            </a:extLst>
          </p:cNvPr>
          <p:cNvSpPr/>
          <p:nvPr/>
        </p:nvSpPr>
        <p:spPr>
          <a:xfrm>
            <a:off x="1009064" y="3867782"/>
            <a:ext cx="2691442" cy="1845194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BC8474-6F89-A653-CED2-A1E470E61F05}"/>
              </a:ext>
            </a:extLst>
          </p:cNvPr>
          <p:cNvCxnSpPr/>
          <p:nvPr/>
        </p:nvCxnSpPr>
        <p:spPr>
          <a:xfrm flipH="1" flipV="1">
            <a:off x="3700506" y="4292364"/>
            <a:ext cx="1881903" cy="864828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7AB884E-D627-95B9-C6E2-C6A169CE8543}"/>
              </a:ext>
            </a:extLst>
          </p:cNvPr>
          <p:cNvSpPr/>
          <p:nvPr/>
        </p:nvSpPr>
        <p:spPr>
          <a:xfrm rot="19401847">
            <a:off x="492052" y="1887018"/>
            <a:ext cx="3448170" cy="549043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C1012FA-6773-CA08-C7C1-BA6C62E5C5B3}"/>
              </a:ext>
            </a:extLst>
          </p:cNvPr>
          <p:cNvCxnSpPr/>
          <p:nvPr/>
        </p:nvCxnSpPr>
        <p:spPr>
          <a:xfrm>
            <a:off x="2627784" y="2204864"/>
            <a:ext cx="218255" cy="2087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465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409A3A-8AFA-2F86-4FF3-47E69C8060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48680"/>
            <a:ext cx="2952328" cy="20239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9E5CD9-823E-6329-21CE-985BCED1B4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5" y="538100"/>
            <a:ext cx="3032650" cy="20239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45669-CF80-9902-C896-A4E92F8C3A5A}"/>
              </a:ext>
            </a:extLst>
          </p:cNvPr>
          <p:cNvSpPr txBox="1"/>
          <p:nvPr/>
        </p:nvSpPr>
        <p:spPr>
          <a:xfrm>
            <a:off x="4490060" y="252572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</p:spTree>
    <p:extLst>
      <p:ext uri="{BB962C8B-B14F-4D97-AF65-F5344CB8AC3E}">
        <p14:creationId xmlns:p14="http://schemas.microsoft.com/office/powerpoint/2010/main" val="114989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12B717-D574-2979-A5DB-857C276A48D1}"/>
                  </a:ext>
                </a:extLst>
              </p:cNvPr>
              <p:cNvSpPr txBox="1"/>
              <p:nvPr/>
            </p:nvSpPr>
            <p:spPr>
              <a:xfrm>
                <a:off x="1419772" y="645459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Conv2DTranspose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256@4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12B717-D574-2979-A5DB-857C276A4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72" y="645459"/>
                <a:ext cx="1936666" cy="261610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4C5434-EF7C-4401-3B3E-CE33E445978B}"/>
                  </a:ext>
                </a:extLst>
              </p:cNvPr>
              <p:cNvSpPr txBox="1"/>
              <p:nvPr/>
            </p:nvSpPr>
            <p:spPr>
              <a:xfrm>
                <a:off x="1419772" y="1319053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256@4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4C5434-EF7C-4401-3B3E-CE33E4459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72" y="1319053"/>
                <a:ext cx="1936666" cy="2616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DE0E453-206E-90A1-ECF5-E8393AE41C18}"/>
              </a:ext>
            </a:extLst>
          </p:cNvPr>
          <p:cNvSpPr txBox="1"/>
          <p:nvPr/>
        </p:nvSpPr>
        <p:spPr>
          <a:xfrm>
            <a:off x="1419772" y="976144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/>
              <p:nvPr/>
            </p:nvSpPr>
            <p:spPr>
              <a:xfrm>
                <a:off x="1419772" y="1661066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128@4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72" y="1661066"/>
                <a:ext cx="1936666" cy="2616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806D270-32F6-A60D-FA1A-B0544948FA42}"/>
              </a:ext>
            </a:extLst>
          </p:cNvPr>
          <p:cNvSpPr/>
          <p:nvPr/>
        </p:nvSpPr>
        <p:spPr>
          <a:xfrm>
            <a:off x="1331640" y="253388"/>
            <a:ext cx="2096806" cy="45437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51E8A-BCD5-9D7A-DDAC-46416FA22A69}"/>
              </a:ext>
            </a:extLst>
          </p:cNvPr>
          <p:cNvSpPr txBox="1"/>
          <p:nvPr/>
        </p:nvSpPr>
        <p:spPr>
          <a:xfrm>
            <a:off x="1909611" y="253388"/>
            <a:ext cx="956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1576F-3A0D-F6B4-AC3E-08885DF69C45}"/>
                  </a:ext>
                </a:extLst>
              </p:cNvPr>
              <p:cNvSpPr txBox="1"/>
              <p:nvPr/>
            </p:nvSpPr>
            <p:spPr>
              <a:xfrm>
                <a:off x="3860494" y="318506"/>
                <a:ext cx="162897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256@4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1576F-3A0D-F6B4-AC3E-08885DF69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494" y="318506"/>
                <a:ext cx="1628972" cy="26161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2078C1B-1532-1045-2C1B-D3B25EF75594}"/>
              </a:ext>
            </a:extLst>
          </p:cNvPr>
          <p:cNvSpPr txBox="1"/>
          <p:nvPr/>
        </p:nvSpPr>
        <p:spPr>
          <a:xfrm>
            <a:off x="3860494" y="1046547"/>
            <a:ext cx="162897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41CE5B-54D5-E0C6-A317-CA4AF4074E09}"/>
              </a:ext>
            </a:extLst>
          </p:cNvPr>
          <p:cNvSpPr txBox="1"/>
          <p:nvPr/>
        </p:nvSpPr>
        <p:spPr>
          <a:xfrm>
            <a:off x="3860497" y="690179"/>
            <a:ext cx="162897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814A17-CCDC-5506-959B-4C9E908CD04E}"/>
              </a:ext>
            </a:extLst>
          </p:cNvPr>
          <p:cNvSpPr txBox="1"/>
          <p:nvPr/>
        </p:nvSpPr>
        <p:spPr>
          <a:xfrm>
            <a:off x="3860494" y="1410565"/>
            <a:ext cx="162897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E75FCA-4972-6F68-5AAD-ADE009CFC3CB}"/>
              </a:ext>
            </a:extLst>
          </p:cNvPr>
          <p:cNvSpPr/>
          <p:nvPr/>
        </p:nvSpPr>
        <p:spPr>
          <a:xfrm>
            <a:off x="3788486" y="260648"/>
            <a:ext cx="1800200" cy="14879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/>
              <p:nvPr/>
            </p:nvSpPr>
            <p:spPr>
              <a:xfrm>
                <a:off x="1411710" y="2006036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64@3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710" y="2006036"/>
                <a:ext cx="1936666" cy="26161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/>
              <p:nvPr/>
            </p:nvSpPr>
            <p:spPr>
              <a:xfrm>
                <a:off x="1411710" y="2339517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710" y="2339517"/>
                <a:ext cx="1936666" cy="261610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/>
              <p:nvPr/>
            </p:nvSpPr>
            <p:spPr>
              <a:xfrm>
                <a:off x="1411710" y="2667832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710" y="2667832"/>
                <a:ext cx="1936666" cy="261610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/>
              <p:nvPr/>
            </p:nvSpPr>
            <p:spPr>
              <a:xfrm>
                <a:off x="1419772" y="3014999"/>
                <a:ext cx="1928604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8@3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72" y="3014999"/>
                <a:ext cx="1928604" cy="261610"/>
              </a:xfrm>
              <a:prstGeom prst="rect">
                <a:avLst/>
              </a:prstGeom>
              <a:blipFill>
                <a:blip r:embed="rId9"/>
                <a:stretch>
                  <a:fillRect b="-1363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CB5F9E2-F46D-E6CA-5982-8CCB1AB71C61}"/>
              </a:ext>
            </a:extLst>
          </p:cNvPr>
          <p:cNvSpPr txBox="1"/>
          <p:nvPr/>
        </p:nvSpPr>
        <p:spPr>
          <a:xfrm>
            <a:off x="1411710" y="3330354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145B23-1237-1BCF-5482-F6DED5467113}"/>
              </a:ext>
            </a:extLst>
          </p:cNvPr>
          <p:cNvSpPr txBox="1"/>
          <p:nvPr/>
        </p:nvSpPr>
        <p:spPr>
          <a:xfrm>
            <a:off x="1419772" y="3668661"/>
            <a:ext cx="192860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091338-B29E-7AE5-6232-CBF7E77E4363}"/>
                  </a:ext>
                </a:extLst>
              </p:cNvPr>
              <p:cNvSpPr txBox="1"/>
              <p:nvPr/>
            </p:nvSpPr>
            <p:spPr>
              <a:xfrm>
                <a:off x="1419772" y="4073799"/>
                <a:ext cx="1928604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3@3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091338-B29E-7AE5-6232-CBF7E77E4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72" y="4073799"/>
                <a:ext cx="1928604" cy="261610"/>
              </a:xfrm>
              <a:prstGeom prst="rect">
                <a:avLst/>
              </a:prstGeom>
              <a:blipFill>
                <a:blip r:embed="rId10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3D3E954-E91D-61A5-8A8A-531571B12D34}"/>
              </a:ext>
            </a:extLst>
          </p:cNvPr>
          <p:cNvSpPr txBox="1"/>
          <p:nvPr/>
        </p:nvSpPr>
        <p:spPr>
          <a:xfrm>
            <a:off x="1419772" y="4420966"/>
            <a:ext cx="192860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A4B9C320-5E34-856A-02A8-03B5277B5FF8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 flipV="1">
            <a:off x="3356438" y="1004639"/>
            <a:ext cx="432048" cy="44521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753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12B717-D574-2979-A5DB-857C276A48D1}"/>
                  </a:ext>
                </a:extLst>
              </p:cNvPr>
              <p:cNvSpPr txBox="1"/>
              <p:nvPr/>
            </p:nvSpPr>
            <p:spPr>
              <a:xfrm>
                <a:off x="1801654" y="987348"/>
                <a:ext cx="193666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Conv2DTranspose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12B717-D574-2979-A5DB-857C276A4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654" y="987348"/>
                <a:ext cx="1936666" cy="261610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4C5434-EF7C-4401-3B3E-CE33E445978B}"/>
                  </a:ext>
                </a:extLst>
              </p:cNvPr>
              <p:cNvSpPr txBox="1"/>
              <p:nvPr/>
            </p:nvSpPr>
            <p:spPr>
              <a:xfrm>
                <a:off x="1801654" y="1660942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4C5434-EF7C-4401-3B3E-CE33E4459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654" y="1660942"/>
                <a:ext cx="1936666" cy="2616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DE0E453-206E-90A1-ECF5-E8393AE41C18}"/>
              </a:ext>
            </a:extLst>
          </p:cNvPr>
          <p:cNvSpPr txBox="1"/>
          <p:nvPr/>
        </p:nvSpPr>
        <p:spPr>
          <a:xfrm>
            <a:off x="1801654" y="1318033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/>
              <p:nvPr/>
            </p:nvSpPr>
            <p:spPr>
              <a:xfrm>
                <a:off x="1801654" y="2002955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654" y="2002955"/>
                <a:ext cx="1936666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806D270-32F6-A60D-FA1A-B0544948FA42}"/>
              </a:ext>
            </a:extLst>
          </p:cNvPr>
          <p:cNvSpPr/>
          <p:nvPr/>
        </p:nvSpPr>
        <p:spPr>
          <a:xfrm>
            <a:off x="6480518" y="253388"/>
            <a:ext cx="2096806" cy="45437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51E8A-BCD5-9D7A-DDAC-46416FA22A69}"/>
              </a:ext>
            </a:extLst>
          </p:cNvPr>
          <p:cNvSpPr txBox="1"/>
          <p:nvPr/>
        </p:nvSpPr>
        <p:spPr>
          <a:xfrm>
            <a:off x="6727697" y="1040126"/>
            <a:ext cx="956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/>
              <p:nvPr/>
            </p:nvSpPr>
            <p:spPr>
              <a:xfrm>
                <a:off x="1801654" y="2344968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654" y="2344968"/>
                <a:ext cx="1936666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/>
              <p:nvPr/>
            </p:nvSpPr>
            <p:spPr>
              <a:xfrm>
                <a:off x="1801654" y="2678449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654" y="2678449"/>
                <a:ext cx="1936666" cy="261610"/>
              </a:xfrm>
              <a:prstGeom prst="rect">
                <a:avLst/>
              </a:prstGeom>
              <a:blipFill>
                <a:blip r:embed="rId6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/>
              <p:nvPr/>
            </p:nvSpPr>
            <p:spPr>
              <a:xfrm>
                <a:off x="1801654" y="3006764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654" y="3006764"/>
                <a:ext cx="1936666" cy="261610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/>
              <p:nvPr/>
            </p:nvSpPr>
            <p:spPr>
              <a:xfrm>
                <a:off x="1805685" y="3343913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685" y="3343913"/>
                <a:ext cx="1928604" cy="261610"/>
              </a:xfrm>
              <a:prstGeom prst="rect">
                <a:avLst/>
              </a:prstGeom>
              <a:blipFill>
                <a:blip r:embed="rId8"/>
                <a:stretch>
                  <a:fillRect b="-1363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CB5F9E2-F46D-E6CA-5982-8CCB1AB71C61}"/>
              </a:ext>
            </a:extLst>
          </p:cNvPr>
          <p:cNvSpPr txBox="1"/>
          <p:nvPr/>
        </p:nvSpPr>
        <p:spPr>
          <a:xfrm>
            <a:off x="1801654" y="3659268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145B23-1237-1BCF-5482-F6DED5467113}"/>
              </a:ext>
            </a:extLst>
          </p:cNvPr>
          <p:cNvSpPr txBox="1"/>
          <p:nvPr/>
        </p:nvSpPr>
        <p:spPr>
          <a:xfrm>
            <a:off x="1805685" y="3997575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091338-B29E-7AE5-6232-CBF7E77E4363}"/>
                  </a:ext>
                </a:extLst>
              </p:cNvPr>
              <p:cNvSpPr txBox="1"/>
              <p:nvPr/>
            </p:nvSpPr>
            <p:spPr>
              <a:xfrm>
                <a:off x="1805685" y="4335882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091338-B29E-7AE5-6232-CBF7E77E4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685" y="4335882"/>
                <a:ext cx="1928604" cy="261610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3D3E954-E91D-61A5-8A8A-531571B12D34}"/>
              </a:ext>
            </a:extLst>
          </p:cNvPr>
          <p:cNvSpPr txBox="1"/>
          <p:nvPr/>
        </p:nvSpPr>
        <p:spPr>
          <a:xfrm>
            <a:off x="1805685" y="4671477"/>
            <a:ext cx="1928604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A4B9C320-5E34-856A-02A8-03B5277B5FF8}"/>
              </a:ext>
            </a:extLst>
          </p:cNvPr>
          <p:cNvCxnSpPr>
            <a:cxnSpLocks/>
          </p:cNvCxnSpPr>
          <p:nvPr/>
        </p:nvCxnSpPr>
        <p:spPr>
          <a:xfrm rot="10800000">
            <a:off x="0" y="1735119"/>
            <a:ext cx="439654" cy="41359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3D6E325-B540-68F3-B0C0-49C3D88E2B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12990" y="504411"/>
            <a:ext cx="1289077" cy="1063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8E7FBB-483A-B12E-CC71-D204DFC382FE}"/>
                  </a:ext>
                </a:extLst>
              </p:cNvPr>
              <p:cNvSpPr txBox="1"/>
              <p:nvPr/>
            </p:nvSpPr>
            <p:spPr>
              <a:xfrm>
                <a:off x="4315113" y="1040126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8E7FBB-483A-B12E-CC71-D204DFC38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113" y="1040126"/>
                <a:ext cx="1628972" cy="261610"/>
              </a:xfrm>
              <a:prstGeom prst="rect">
                <a:avLst/>
              </a:prstGeom>
              <a:blipFill>
                <a:blip r:embed="rId11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D35ABCD9-2652-02C5-D201-DE08195EBBAB}"/>
              </a:ext>
            </a:extLst>
          </p:cNvPr>
          <p:cNvSpPr txBox="1"/>
          <p:nvPr/>
        </p:nvSpPr>
        <p:spPr>
          <a:xfrm>
            <a:off x="4315113" y="1729449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402C6-956E-CDAD-20E9-B9794E1ED9B1}"/>
              </a:ext>
            </a:extLst>
          </p:cNvPr>
          <p:cNvSpPr txBox="1"/>
          <p:nvPr/>
        </p:nvSpPr>
        <p:spPr>
          <a:xfrm>
            <a:off x="4315116" y="1386717"/>
            <a:ext cx="162897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8C3260-98F2-1ED2-038D-DAD50B5723F6}"/>
              </a:ext>
            </a:extLst>
          </p:cNvPr>
          <p:cNvSpPr txBox="1"/>
          <p:nvPr/>
        </p:nvSpPr>
        <p:spPr>
          <a:xfrm>
            <a:off x="4315113" y="2062545"/>
            <a:ext cx="162897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99D26-B67D-38BB-E5AC-298A7C03CB0D}"/>
              </a:ext>
            </a:extLst>
          </p:cNvPr>
          <p:cNvSpPr/>
          <p:nvPr/>
        </p:nvSpPr>
        <p:spPr>
          <a:xfrm>
            <a:off x="6700485" y="1791871"/>
            <a:ext cx="1800200" cy="14879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5BDC295-2CFD-197E-1F75-99A83A97C575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2769987" y="1248958"/>
            <a:ext cx="0" cy="6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6D9C7E-745B-66F1-86EA-0292057AA11A}"/>
              </a:ext>
            </a:extLst>
          </p:cNvPr>
          <p:cNvCxnSpPr>
            <a:stCxn id="10" idx="2"/>
            <a:endCxn id="7" idx="0"/>
          </p:cNvCxnSpPr>
          <p:nvPr/>
        </p:nvCxnSpPr>
        <p:spPr>
          <a:xfrm>
            <a:off x="2769987" y="1579643"/>
            <a:ext cx="0" cy="8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8E7942-7331-84CB-BECD-0F9070A6AB91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2769987" y="1922552"/>
            <a:ext cx="0" cy="8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E66982-F9A6-66B2-1D69-068E2AB5D0BE}"/>
              </a:ext>
            </a:extLst>
          </p:cNvPr>
          <p:cNvCxnSpPr>
            <a:stCxn id="11" idx="2"/>
            <a:endCxn id="23" idx="0"/>
          </p:cNvCxnSpPr>
          <p:nvPr/>
        </p:nvCxnSpPr>
        <p:spPr>
          <a:xfrm>
            <a:off x="2769987" y="2264565"/>
            <a:ext cx="0" cy="8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E0DA8F9-7B0A-E93A-0137-694E4CD0F684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2769987" y="2606578"/>
            <a:ext cx="0" cy="7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065422-53CA-E9EB-EA0C-EE30C74A4B96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>
            <a:off x="2769987" y="2940059"/>
            <a:ext cx="0" cy="66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3D7AF7-C1DD-A81C-7D5F-318008BB1F3E}"/>
              </a:ext>
            </a:extLst>
          </p:cNvPr>
          <p:cNvCxnSpPr>
            <a:stCxn id="25" idx="2"/>
            <a:endCxn id="26" idx="0"/>
          </p:cNvCxnSpPr>
          <p:nvPr/>
        </p:nvCxnSpPr>
        <p:spPr>
          <a:xfrm>
            <a:off x="2769987" y="3268374"/>
            <a:ext cx="0" cy="75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A8B547A-B444-C68C-2DF6-DBFAF9E1D778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2769987" y="3605523"/>
            <a:ext cx="0" cy="53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15691B3-F237-3613-9E01-F0C5EB34E777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2769987" y="3920878"/>
            <a:ext cx="0" cy="7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112D475-B141-806F-9A29-6956985B5D9C}"/>
              </a:ext>
            </a:extLst>
          </p:cNvPr>
          <p:cNvCxnSpPr>
            <a:stCxn id="28" idx="2"/>
            <a:endCxn id="29" idx="0"/>
          </p:cNvCxnSpPr>
          <p:nvPr/>
        </p:nvCxnSpPr>
        <p:spPr>
          <a:xfrm>
            <a:off x="2769987" y="4259185"/>
            <a:ext cx="0" cy="7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AE660D5-A2AB-7068-A0B3-B11B715BFD9D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>
            <a:off x="2769987" y="4597492"/>
            <a:ext cx="0" cy="73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8E3D1D3-3410-37B6-F6C4-AF4AB8D39BC1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>
            <a:off x="5129599" y="1301736"/>
            <a:ext cx="4" cy="84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4C60CC5-005F-6B02-B4D1-AFCBBC9EB189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 flipH="1">
            <a:off x="5129599" y="1648327"/>
            <a:ext cx="4" cy="81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5B9F4AA-AF24-6E6C-2A2F-6817F7587F8D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5129599" y="1991059"/>
            <a:ext cx="0" cy="7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095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12B717-D574-2979-A5DB-857C276A48D1}"/>
              </a:ext>
            </a:extLst>
          </p:cNvPr>
          <p:cNvSpPr txBox="1"/>
          <p:nvPr/>
        </p:nvSpPr>
        <p:spPr>
          <a:xfrm>
            <a:off x="1408337" y="645459"/>
            <a:ext cx="1936666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GaussianNoise (0.2)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C5434-EF7C-4401-3B3E-CE33E445978B}"/>
              </a:ext>
            </a:extLst>
          </p:cNvPr>
          <p:cNvSpPr txBox="1"/>
          <p:nvPr/>
        </p:nvSpPr>
        <p:spPr>
          <a:xfrm>
            <a:off x="1408337" y="2032559"/>
            <a:ext cx="1936666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0E453-206E-90A1-ECF5-E8393AE41C18}"/>
              </a:ext>
            </a:extLst>
          </p:cNvPr>
          <p:cNvSpPr txBox="1"/>
          <p:nvPr/>
        </p:nvSpPr>
        <p:spPr>
          <a:xfrm>
            <a:off x="1408337" y="1685784"/>
            <a:ext cx="193666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/>
              <p:nvPr/>
            </p:nvSpPr>
            <p:spPr>
              <a:xfrm>
                <a:off x="1408337" y="3419659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419659"/>
                <a:ext cx="1936666" cy="261610"/>
              </a:xfrm>
              <a:prstGeom prst="rect">
                <a:avLst/>
              </a:prstGeom>
              <a:blipFill>
                <a:blip r:embed="rId2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806D270-32F6-A60D-FA1A-B0544948FA42}"/>
              </a:ext>
            </a:extLst>
          </p:cNvPr>
          <p:cNvSpPr/>
          <p:nvPr/>
        </p:nvSpPr>
        <p:spPr>
          <a:xfrm>
            <a:off x="6804248" y="645459"/>
            <a:ext cx="2096806" cy="5263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51E8A-BCD5-9D7A-DDAC-46416FA22A69}"/>
              </a:ext>
            </a:extLst>
          </p:cNvPr>
          <p:cNvSpPr txBox="1"/>
          <p:nvPr/>
        </p:nvSpPr>
        <p:spPr>
          <a:xfrm>
            <a:off x="7452320" y="1526866"/>
            <a:ext cx="1150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1576F-3A0D-F6B4-AC3E-08885DF69C45}"/>
                  </a:ext>
                </a:extLst>
              </p:cNvPr>
              <p:cNvSpPr txBox="1"/>
              <p:nvPr/>
            </p:nvSpPr>
            <p:spPr>
              <a:xfrm>
                <a:off x="3860494" y="318506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1576F-3A0D-F6B4-AC3E-08885DF69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494" y="318506"/>
                <a:ext cx="1628972" cy="261610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2078C1B-1532-1045-2C1B-D3B25EF75594}"/>
              </a:ext>
            </a:extLst>
          </p:cNvPr>
          <p:cNvSpPr txBox="1"/>
          <p:nvPr/>
        </p:nvSpPr>
        <p:spPr>
          <a:xfrm>
            <a:off x="3860491" y="992016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41CE5B-54D5-E0C6-A317-CA4AF4074E09}"/>
              </a:ext>
            </a:extLst>
          </p:cNvPr>
          <p:cNvSpPr txBox="1"/>
          <p:nvPr/>
        </p:nvSpPr>
        <p:spPr>
          <a:xfrm>
            <a:off x="3860494" y="648924"/>
            <a:ext cx="1628974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814A17-CCDC-5506-959B-4C9E908CD04E}"/>
              </a:ext>
            </a:extLst>
          </p:cNvPr>
          <p:cNvSpPr txBox="1"/>
          <p:nvPr/>
        </p:nvSpPr>
        <p:spPr>
          <a:xfrm>
            <a:off x="3860491" y="1327642"/>
            <a:ext cx="162897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E75FCA-4972-6F68-5AAD-ADE009CFC3CB}"/>
              </a:ext>
            </a:extLst>
          </p:cNvPr>
          <p:cNvSpPr/>
          <p:nvPr/>
        </p:nvSpPr>
        <p:spPr>
          <a:xfrm>
            <a:off x="7133333" y="2404825"/>
            <a:ext cx="1800200" cy="18593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/>
              <p:nvPr/>
            </p:nvSpPr>
            <p:spPr>
              <a:xfrm>
                <a:off x="1408337" y="3072884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072884"/>
                <a:ext cx="1936666" cy="26161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/>
              <p:nvPr/>
            </p:nvSpPr>
            <p:spPr>
              <a:xfrm>
                <a:off x="1408337" y="2726109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2726109"/>
                <a:ext cx="1936666" cy="2616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/>
              <p:nvPr/>
            </p:nvSpPr>
            <p:spPr>
              <a:xfrm>
                <a:off x="1408337" y="2379334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2379334"/>
                <a:ext cx="1936666" cy="26161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/>
              <p:nvPr/>
            </p:nvSpPr>
            <p:spPr>
              <a:xfrm>
                <a:off x="1412368" y="992234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368" y="992234"/>
                <a:ext cx="1928604" cy="261610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CB5F9E2-F46D-E6CA-5982-8CCB1AB71C61}"/>
              </a:ext>
            </a:extLst>
          </p:cNvPr>
          <p:cNvSpPr txBox="1"/>
          <p:nvPr/>
        </p:nvSpPr>
        <p:spPr>
          <a:xfrm>
            <a:off x="1408337" y="1339009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8FAE54-1A8A-25C8-57F4-8D43D703B40D}"/>
              </a:ext>
            </a:extLst>
          </p:cNvPr>
          <p:cNvSpPr txBox="1"/>
          <p:nvPr/>
        </p:nvSpPr>
        <p:spPr>
          <a:xfrm>
            <a:off x="3860491" y="1645443"/>
            <a:ext cx="1628972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5841CD-CA46-0AD0-2C79-442F2BEF51F7}"/>
                  </a:ext>
                </a:extLst>
              </p:cNvPr>
              <p:cNvSpPr txBox="1"/>
              <p:nvPr/>
            </p:nvSpPr>
            <p:spPr>
              <a:xfrm>
                <a:off x="1408337" y="3766434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5841CD-CA46-0AD0-2C79-442F2BEF5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766434"/>
                <a:ext cx="1936666" cy="261610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3DFB497-179D-27EA-DC10-6101A8884550}"/>
              </a:ext>
            </a:extLst>
          </p:cNvPr>
          <p:cNvSpPr txBox="1"/>
          <p:nvPr/>
        </p:nvSpPr>
        <p:spPr>
          <a:xfrm>
            <a:off x="1408337" y="4113209"/>
            <a:ext cx="193666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5451A1-FEA9-3893-994D-57A2694ED85E}"/>
              </a:ext>
            </a:extLst>
          </p:cNvPr>
          <p:cNvSpPr txBox="1"/>
          <p:nvPr/>
        </p:nvSpPr>
        <p:spPr>
          <a:xfrm>
            <a:off x="1408337" y="4459984"/>
            <a:ext cx="193666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CA94B0-6D36-C6E2-BCD9-9B426858105A}"/>
              </a:ext>
            </a:extLst>
          </p:cNvPr>
          <p:cNvSpPr txBox="1"/>
          <p:nvPr/>
        </p:nvSpPr>
        <p:spPr>
          <a:xfrm>
            <a:off x="1408337" y="4806759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649301-0FBC-95D8-8103-4EC2F17A22F9}"/>
              </a:ext>
            </a:extLst>
          </p:cNvPr>
          <p:cNvSpPr txBox="1"/>
          <p:nvPr/>
        </p:nvSpPr>
        <p:spPr>
          <a:xfrm>
            <a:off x="1408337" y="5153528"/>
            <a:ext cx="1936666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F633DFA-C23A-B2C6-E5F8-5E4097B96D43}"/>
              </a:ext>
            </a:extLst>
          </p:cNvPr>
          <p:cNvCxnSpPr>
            <a:stCxn id="6" idx="2"/>
            <a:endCxn id="26" idx="0"/>
          </p:cNvCxnSpPr>
          <p:nvPr/>
        </p:nvCxnSpPr>
        <p:spPr>
          <a:xfrm>
            <a:off x="2376670" y="907069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B866B8-8C93-B323-73A5-4B14BD3F5B93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2376670" y="1253844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C61EC2-B9B9-C74C-DFDC-1E02740FDCE1}"/>
              </a:ext>
            </a:extLst>
          </p:cNvPr>
          <p:cNvCxnSpPr>
            <a:stCxn id="27" idx="2"/>
            <a:endCxn id="10" idx="0"/>
          </p:cNvCxnSpPr>
          <p:nvPr/>
        </p:nvCxnSpPr>
        <p:spPr>
          <a:xfrm>
            <a:off x="2376670" y="1600619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3D867B-1144-BBEB-737D-5FFA37D9D16F}"/>
              </a:ext>
            </a:extLst>
          </p:cNvPr>
          <p:cNvCxnSpPr>
            <a:stCxn id="10" idx="2"/>
            <a:endCxn id="7" idx="0"/>
          </p:cNvCxnSpPr>
          <p:nvPr/>
        </p:nvCxnSpPr>
        <p:spPr>
          <a:xfrm>
            <a:off x="2376670" y="1947394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673595-5919-B600-F487-187357B4B4DC}"/>
              </a:ext>
            </a:extLst>
          </p:cNvPr>
          <p:cNvCxnSpPr>
            <a:stCxn id="7" idx="2"/>
            <a:endCxn id="25" idx="0"/>
          </p:cNvCxnSpPr>
          <p:nvPr/>
        </p:nvCxnSpPr>
        <p:spPr>
          <a:xfrm>
            <a:off x="2376670" y="2294169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399CF05-772D-A7A1-7F92-EB3DE1C066A5}"/>
              </a:ext>
            </a:extLst>
          </p:cNvPr>
          <p:cNvCxnSpPr>
            <a:stCxn id="25" idx="2"/>
            <a:endCxn id="24" idx="0"/>
          </p:cNvCxnSpPr>
          <p:nvPr/>
        </p:nvCxnSpPr>
        <p:spPr>
          <a:xfrm>
            <a:off x="2376670" y="2640944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7444A48-EA21-A288-4648-ABE5CF69CBA7}"/>
              </a:ext>
            </a:extLst>
          </p:cNvPr>
          <p:cNvCxnSpPr>
            <a:stCxn id="24" idx="2"/>
            <a:endCxn id="23" idx="0"/>
          </p:cNvCxnSpPr>
          <p:nvPr/>
        </p:nvCxnSpPr>
        <p:spPr>
          <a:xfrm>
            <a:off x="2376670" y="2987719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6DD5E4A-F4FE-4E92-D2A3-27EE21A6B00B}"/>
              </a:ext>
            </a:extLst>
          </p:cNvPr>
          <p:cNvCxnSpPr>
            <a:stCxn id="23" idx="2"/>
            <a:endCxn id="11" idx="0"/>
          </p:cNvCxnSpPr>
          <p:nvPr/>
        </p:nvCxnSpPr>
        <p:spPr>
          <a:xfrm>
            <a:off x="2376670" y="3334494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BE85B63-B1D5-1013-3FC9-3FA7FB6356BC}"/>
              </a:ext>
            </a:extLst>
          </p:cNvPr>
          <p:cNvCxnSpPr>
            <a:stCxn id="11" idx="2"/>
            <a:endCxn id="33" idx="0"/>
          </p:cNvCxnSpPr>
          <p:nvPr/>
        </p:nvCxnSpPr>
        <p:spPr>
          <a:xfrm>
            <a:off x="2376670" y="3681269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4D4E5DA-6A3C-3750-254E-A1BF419579B9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2376670" y="4028044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C7A6449-AD50-C9C5-3353-E4548FC4C94B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2376670" y="4374819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65AE818-0AF3-7371-11C3-123AEAFC5384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2376670" y="4721594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3F2F71F-44F5-6D71-3443-395F060CC135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2376670" y="5068369"/>
            <a:ext cx="0" cy="85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D49AAF5-2697-B97D-47DC-4924D89F854B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4674980" y="580116"/>
            <a:ext cx="1" cy="6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915EEC-932D-0A5C-F07F-0F3BC3ADD789}"/>
              </a:ext>
            </a:extLst>
          </p:cNvPr>
          <p:cNvCxnSpPr>
            <a:stCxn id="18" idx="2"/>
            <a:endCxn id="17" idx="0"/>
          </p:cNvCxnSpPr>
          <p:nvPr/>
        </p:nvCxnSpPr>
        <p:spPr>
          <a:xfrm flipH="1">
            <a:off x="4674977" y="910534"/>
            <a:ext cx="4" cy="8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93318A7-3111-130F-DF28-90457BC70E52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4674977" y="1253626"/>
            <a:ext cx="0" cy="7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1FC5D9F-EE9A-02E0-41DC-4653AFE9AF93}"/>
              </a:ext>
            </a:extLst>
          </p:cNvPr>
          <p:cNvCxnSpPr>
            <a:stCxn id="19" idx="2"/>
            <a:endCxn id="31" idx="0"/>
          </p:cNvCxnSpPr>
          <p:nvPr/>
        </p:nvCxnSpPr>
        <p:spPr>
          <a:xfrm>
            <a:off x="4674977" y="1589252"/>
            <a:ext cx="0" cy="5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64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12B717-D574-2979-A5DB-857C276A48D1}"/>
              </a:ext>
            </a:extLst>
          </p:cNvPr>
          <p:cNvSpPr txBox="1"/>
          <p:nvPr/>
        </p:nvSpPr>
        <p:spPr>
          <a:xfrm>
            <a:off x="1408337" y="64545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GaussianNoise (0.2)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C5434-EF7C-4401-3B3E-CE33E445978B}"/>
              </a:ext>
            </a:extLst>
          </p:cNvPr>
          <p:cNvSpPr txBox="1"/>
          <p:nvPr/>
        </p:nvSpPr>
        <p:spPr>
          <a:xfrm>
            <a:off x="1408337" y="203255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0E453-206E-90A1-ECF5-E8393AE41C18}"/>
              </a:ext>
            </a:extLst>
          </p:cNvPr>
          <p:cNvSpPr txBox="1"/>
          <p:nvPr/>
        </p:nvSpPr>
        <p:spPr>
          <a:xfrm>
            <a:off x="1408337" y="1685784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/>
              <p:nvPr/>
            </p:nvSpPr>
            <p:spPr>
              <a:xfrm>
                <a:off x="1408337" y="3419659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419659"/>
                <a:ext cx="1936666" cy="261610"/>
              </a:xfrm>
              <a:prstGeom prst="rect">
                <a:avLst/>
              </a:prstGeom>
              <a:blipFill>
                <a:blip r:embed="rId2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806D270-32F6-A60D-FA1A-B0544948FA42}"/>
              </a:ext>
            </a:extLst>
          </p:cNvPr>
          <p:cNvSpPr/>
          <p:nvPr/>
        </p:nvSpPr>
        <p:spPr>
          <a:xfrm>
            <a:off x="1331640" y="253388"/>
            <a:ext cx="2096806" cy="5263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51E8A-BCD5-9D7A-DDAC-46416FA22A69}"/>
              </a:ext>
            </a:extLst>
          </p:cNvPr>
          <p:cNvSpPr txBox="1"/>
          <p:nvPr/>
        </p:nvSpPr>
        <p:spPr>
          <a:xfrm>
            <a:off x="1909611" y="253388"/>
            <a:ext cx="1150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1576F-3A0D-F6B4-AC3E-08885DF69C45}"/>
                  </a:ext>
                </a:extLst>
              </p:cNvPr>
              <p:cNvSpPr txBox="1"/>
              <p:nvPr/>
            </p:nvSpPr>
            <p:spPr>
              <a:xfrm>
                <a:off x="3860494" y="318506"/>
                <a:ext cx="162897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16@3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1576F-3A0D-F6B4-AC3E-08885DF69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494" y="318506"/>
                <a:ext cx="1628972" cy="261610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2078C1B-1532-1045-2C1B-D3B25EF75594}"/>
              </a:ext>
            </a:extLst>
          </p:cNvPr>
          <p:cNvSpPr txBox="1"/>
          <p:nvPr/>
        </p:nvSpPr>
        <p:spPr>
          <a:xfrm>
            <a:off x="3860494" y="1046547"/>
            <a:ext cx="162897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41CE5B-54D5-E0C6-A317-CA4AF4074E09}"/>
              </a:ext>
            </a:extLst>
          </p:cNvPr>
          <p:cNvSpPr txBox="1"/>
          <p:nvPr/>
        </p:nvSpPr>
        <p:spPr>
          <a:xfrm>
            <a:off x="3860497" y="690179"/>
            <a:ext cx="162897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814A17-CCDC-5506-959B-4C9E908CD04E}"/>
              </a:ext>
            </a:extLst>
          </p:cNvPr>
          <p:cNvSpPr txBox="1"/>
          <p:nvPr/>
        </p:nvSpPr>
        <p:spPr>
          <a:xfrm>
            <a:off x="3860494" y="1410565"/>
            <a:ext cx="162897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E75FCA-4972-6F68-5AAD-ADE009CFC3CB}"/>
              </a:ext>
            </a:extLst>
          </p:cNvPr>
          <p:cNvSpPr/>
          <p:nvPr/>
        </p:nvSpPr>
        <p:spPr>
          <a:xfrm>
            <a:off x="3788486" y="260648"/>
            <a:ext cx="1800200" cy="18593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/>
              <p:nvPr/>
            </p:nvSpPr>
            <p:spPr>
              <a:xfrm>
                <a:off x="1408337" y="3072884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64@3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072884"/>
                <a:ext cx="1936666" cy="26161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/>
              <p:nvPr/>
            </p:nvSpPr>
            <p:spPr>
              <a:xfrm>
                <a:off x="1408337" y="2726109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2726109"/>
                <a:ext cx="1936666" cy="2616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/>
              <p:nvPr/>
            </p:nvSpPr>
            <p:spPr>
              <a:xfrm>
                <a:off x="1408337" y="2379334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2379334"/>
                <a:ext cx="1936666" cy="26161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/>
              <p:nvPr/>
            </p:nvSpPr>
            <p:spPr>
              <a:xfrm>
                <a:off x="1412368" y="992234"/>
                <a:ext cx="1928604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8@3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368" y="992234"/>
                <a:ext cx="1928604" cy="261610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CB5F9E2-F46D-E6CA-5982-8CCB1AB71C61}"/>
              </a:ext>
            </a:extLst>
          </p:cNvPr>
          <p:cNvSpPr txBox="1"/>
          <p:nvPr/>
        </p:nvSpPr>
        <p:spPr>
          <a:xfrm>
            <a:off x="1408337" y="133900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145B23-1237-1BCF-5482-F6DED5467113}"/>
              </a:ext>
            </a:extLst>
          </p:cNvPr>
          <p:cNvSpPr txBox="1"/>
          <p:nvPr/>
        </p:nvSpPr>
        <p:spPr>
          <a:xfrm>
            <a:off x="7215396" y="3539350"/>
            <a:ext cx="192860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091338-B29E-7AE5-6232-CBF7E77E4363}"/>
                  </a:ext>
                </a:extLst>
              </p:cNvPr>
              <p:cNvSpPr txBox="1"/>
              <p:nvPr/>
            </p:nvSpPr>
            <p:spPr>
              <a:xfrm>
                <a:off x="7215396" y="3944488"/>
                <a:ext cx="1928604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3@3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091338-B29E-7AE5-6232-CBF7E77E4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396" y="3944488"/>
                <a:ext cx="1928604" cy="261610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3D3E954-E91D-61A5-8A8A-531571B12D34}"/>
              </a:ext>
            </a:extLst>
          </p:cNvPr>
          <p:cNvSpPr txBox="1"/>
          <p:nvPr/>
        </p:nvSpPr>
        <p:spPr>
          <a:xfrm>
            <a:off x="7215396" y="4291655"/>
            <a:ext cx="192860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8FAE54-1A8A-25C8-57F4-8D43D703B40D}"/>
              </a:ext>
            </a:extLst>
          </p:cNvPr>
          <p:cNvSpPr txBox="1"/>
          <p:nvPr/>
        </p:nvSpPr>
        <p:spPr>
          <a:xfrm>
            <a:off x="3874100" y="1774583"/>
            <a:ext cx="162897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5841CD-CA46-0AD0-2C79-442F2BEF51F7}"/>
                  </a:ext>
                </a:extLst>
              </p:cNvPr>
              <p:cNvSpPr txBox="1"/>
              <p:nvPr/>
            </p:nvSpPr>
            <p:spPr>
              <a:xfrm>
                <a:off x="1408337" y="3766434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256@3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5841CD-CA46-0AD0-2C79-442F2BEF5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766434"/>
                <a:ext cx="1936666" cy="261610"/>
              </a:xfrm>
              <a:prstGeom prst="rect">
                <a:avLst/>
              </a:prstGeom>
              <a:blipFill>
                <a:blip r:embed="rId9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3DFB497-179D-27EA-DC10-6101A8884550}"/>
              </a:ext>
            </a:extLst>
          </p:cNvPr>
          <p:cNvSpPr txBox="1"/>
          <p:nvPr/>
        </p:nvSpPr>
        <p:spPr>
          <a:xfrm>
            <a:off x="1408337" y="411320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5451A1-FEA9-3893-994D-57A2694ED85E}"/>
              </a:ext>
            </a:extLst>
          </p:cNvPr>
          <p:cNvSpPr txBox="1"/>
          <p:nvPr/>
        </p:nvSpPr>
        <p:spPr>
          <a:xfrm>
            <a:off x="1408337" y="4459984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CA94B0-6D36-C6E2-BCD9-9B426858105A}"/>
              </a:ext>
            </a:extLst>
          </p:cNvPr>
          <p:cNvSpPr txBox="1"/>
          <p:nvPr/>
        </p:nvSpPr>
        <p:spPr>
          <a:xfrm>
            <a:off x="1408337" y="480675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649301-0FBC-95D8-8103-4EC2F17A22F9}"/>
              </a:ext>
            </a:extLst>
          </p:cNvPr>
          <p:cNvSpPr txBox="1"/>
          <p:nvPr/>
        </p:nvSpPr>
        <p:spPr>
          <a:xfrm>
            <a:off x="1408337" y="5153528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Dense(1)</a:t>
            </a:r>
          </a:p>
        </p:txBody>
      </p:sp>
    </p:spTree>
    <p:extLst>
      <p:ext uri="{BB962C8B-B14F-4D97-AF65-F5344CB8AC3E}">
        <p14:creationId xmlns:p14="http://schemas.microsoft.com/office/powerpoint/2010/main" val="2124264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12B717-D574-2979-A5DB-857C276A48D1}"/>
              </a:ext>
            </a:extLst>
          </p:cNvPr>
          <p:cNvSpPr txBox="1"/>
          <p:nvPr/>
        </p:nvSpPr>
        <p:spPr>
          <a:xfrm>
            <a:off x="1408337" y="64545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GaussianNoise (0.2)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C5434-EF7C-4401-3B3E-CE33E445978B}"/>
              </a:ext>
            </a:extLst>
          </p:cNvPr>
          <p:cNvSpPr txBox="1"/>
          <p:nvPr/>
        </p:nvSpPr>
        <p:spPr>
          <a:xfrm>
            <a:off x="1408337" y="203255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0E453-206E-90A1-ECF5-E8393AE41C18}"/>
              </a:ext>
            </a:extLst>
          </p:cNvPr>
          <p:cNvSpPr txBox="1"/>
          <p:nvPr/>
        </p:nvSpPr>
        <p:spPr>
          <a:xfrm>
            <a:off x="1408337" y="1685784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/>
              <p:nvPr/>
            </p:nvSpPr>
            <p:spPr>
              <a:xfrm>
                <a:off x="1408337" y="3419659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419659"/>
                <a:ext cx="1936666" cy="261610"/>
              </a:xfrm>
              <a:prstGeom prst="rect">
                <a:avLst/>
              </a:prstGeom>
              <a:blipFill>
                <a:blip r:embed="rId2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806D270-32F6-A60D-FA1A-B0544948FA42}"/>
              </a:ext>
            </a:extLst>
          </p:cNvPr>
          <p:cNvSpPr/>
          <p:nvPr/>
        </p:nvSpPr>
        <p:spPr>
          <a:xfrm>
            <a:off x="1331640" y="253388"/>
            <a:ext cx="2096806" cy="5263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51E8A-BCD5-9D7A-DDAC-46416FA22A69}"/>
              </a:ext>
            </a:extLst>
          </p:cNvPr>
          <p:cNvSpPr txBox="1"/>
          <p:nvPr/>
        </p:nvSpPr>
        <p:spPr>
          <a:xfrm>
            <a:off x="1909611" y="253388"/>
            <a:ext cx="1150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/>
              <p:nvPr/>
            </p:nvSpPr>
            <p:spPr>
              <a:xfrm>
                <a:off x="1408337" y="3072884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64@3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072884"/>
                <a:ext cx="1936666" cy="261610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/>
              <p:nvPr/>
            </p:nvSpPr>
            <p:spPr>
              <a:xfrm>
                <a:off x="1408337" y="2726109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2726109"/>
                <a:ext cx="1936666" cy="2616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/>
              <p:nvPr/>
            </p:nvSpPr>
            <p:spPr>
              <a:xfrm>
                <a:off x="1408337" y="2379334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2379334"/>
                <a:ext cx="1936666" cy="26161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/>
              <p:nvPr/>
            </p:nvSpPr>
            <p:spPr>
              <a:xfrm>
                <a:off x="1412368" y="992234"/>
                <a:ext cx="1928604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8@3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368" y="992234"/>
                <a:ext cx="1928604" cy="26161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CB5F9E2-F46D-E6CA-5982-8CCB1AB71C61}"/>
              </a:ext>
            </a:extLst>
          </p:cNvPr>
          <p:cNvSpPr txBox="1"/>
          <p:nvPr/>
        </p:nvSpPr>
        <p:spPr>
          <a:xfrm>
            <a:off x="1408337" y="133900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5841CD-CA46-0AD0-2C79-442F2BEF51F7}"/>
                  </a:ext>
                </a:extLst>
              </p:cNvPr>
              <p:cNvSpPr txBox="1"/>
              <p:nvPr/>
            </p:nvSpPr>
            <p:spPr>
              <a:xfrm>
                <a:off x="1408337" y="3766434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256@3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5841CD-CA46-0AD0-2C79-442F2BEF5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766434"/>
                <a:ext cx="1936666" cy="261610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3DFB497-179D-27EA-DC10-6101A8884550}"/>
              </a:ext>
            </a:extLst>
          </p:cNvPr>
          <p:cNvSpPr txBox="1"/>
          <p:nvPr/>
        </p:nvSpPr>
        <p:spPr>
          <a:xfrm>
            <a:off x="1408337" y="411320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5451A1-FEA9-3893-994D-57A2694ED85E}"/>
              </a:ext>
            </a:extLst>
          </p:cNvPr>
          <p:cNvSpPr txBox="1"/>
          <p:nvPr/>
        </p:nvSpPr>
        <p:spPr>
          <a:xfrm>
            <a:off x="1408337" y="4459984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CA94B0-6D36-C6E2-BCD9-9B426858105A}"/>
              </a:ext>
            </a:extLst>
          </p:cNvPr>
          <p:cNvSpPr txBox="1"/>
          <p:nvPr/>
        </p:nvSpPr>
        <p:spPr>
          <a:xfrm>
            <a:off x="1408337" y="480675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649301-0FBC-95D8-8103-4EC2F17A22F9}"/>
              </a:ext>
            </a:extLst>
          </p:cNvPr>
          <p:cNvSpPr txBox="1"/>
          <p:nvPr/>
        </p:nvSpPr>
        <p:spPr>
          <a:xfrm>
            <a:off x="1408337" y="5153528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F603D0-C48F-8FC8-A27A-4380869E19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1920" y="940881"/>
            <a:ext cx="1585244" cy="1640672"/>
          </a:xfrm>
          <a:prstGeom prst="rect">
            <a:avLst/>
          </a:prstGeom>
        </p:spPr>
      </p:pic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53013948-C34C-FAAB-8C9A-41B17E08C016}"/>
              </a:ext>
            </a:extLst>
          </p:cNvPr>
          <p:cNvCxnSpPr>
            <a:stCxn id="25" idx="3"/>
            <a:endCxn id="2" idx="1"/>
          </p:cNvCxnSpPr>
          <p:nvPr/>
        </p:nvCxnSpPr>
        <p:spPr>
          <a:xfrm flipV="1">
            <a:off x="3345003" y="1761217"/>
            <a:ext cx="506917" cy="74892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628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1DA8055D-D6C0-DC40-9849-7EC129C53C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95" y="1464558"/>
            <a:ext cx="808949" cy="8089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D4F152-3A6D-A74B-A085-6485A3DB7B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76" b="24776"/>
          <a:stretch/>
        </p:blipFill>
        <p:spPr>
          <a:xfrm flipH="1">
            <a:off x="3222270" y="3390875"/>
            <a:ext cx="808949" cy="8089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EDB121-8FF6-1640-8255-AD0840E812E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" b="49474"/>
          <a:stretch/>
        </p:blipFill>
        <p:spPr>
          <a:xfrm flipH="1">
            <a:off x="3412991" y="3523878"/>
            <a:ext cx="808949" cy="80894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7DB534-D8CA-A043-B7C1-6D8F7A412AA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14" b="2738"/>
          <a:stretch/>
        </p:blipFill>
        <p:spPr>
          <a:xfrm flipH="1">
            <a:off x="3628601" y="3618853"/>
            <a:ext cx="808949" cy="80894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6B03D9B-D44B-8746-90CA-B5C855A8DE3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76" b="24776"/>
          <a:stretch/>
        </p:blipFill>
        <p:spPr>
          <a:xfrm flipH="1">
            <a:off x="3883237" y="3746010"/>
            <a:ext cx="808949" cy="80894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3352337-BB66-5545-9DF6-63C8CE4CD1E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155" y="1597917"/>
            <a:ext cx="808949" cy="80894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2CB5252-43C4-B244-9C1E-8E5D4D7337A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515" y="1731276"/>
            <a:ext cx="808949" cy="80894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C460A77-D5A9-E74E-9BAE-CD2EA9AE5FB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027" y="1864635"/>
            <a:ext cx="808949" cy="8089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B0EB1C6-7945-F649-944A-A222A88AF668}"/>
              </a:ext>
            </a:extLst>
          </p:cNvPr>
          <p:cNvSpPr/>
          <p:nvPr/>
        </p:nvSpPr>
        <p:spPr>
          <a:xfrm>
            <a:off x="5308317" y="4476156"/>
            <a:ext cx="122413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Real/fake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588C95-D634-174E-9693-AD63AF64DBD3}"/>
              </a:ext>
            </a:extLst>
          </p:cNvPr>
          <p:cNvSpPr/>
          <p:nvPr/>
        </p:nvSpPr>
        <p:spPr>
          <a:xfrm>
            <a:off x="3033346" y="1360293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D4A015-BAB7-CE4F-A287-8F5D5BF2919B}"/>
              </a:ext>
            </a:extLst>
          </p:cNvPr>
          <p:cNvSpPr/>
          <p:nvPr/>
        </p:nvSpPr>
        <p:spPr>
          <a:xfrm>
            <a:off x="3033346" y="3275014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BA1AB4-EC19-C14E-8EB6-5445D4E7C45E}"/>
              </a:ext>
            </a:extLst>
          </p:cNvPr>
          <p:cNvSpPr txBox="1"/>
          <p:nvPr/>
        </p:nvSpPr>
        <p:spPr>
          <a:xfrm>
            <a:off x="3271518" y="2697395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images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A73EF8-C3EF-E64A-8DAF-630908E1FF99}"/>
              </a:ext>
            </a:extLst>
          </p:cNvPr>
          <p:cNvSpPr txBox="1"/>
          <p:nvPr/>
        </p:nvSpPr>
        <p:spPr>
          <a:xfrm>
            <a:off x="3309241" y="4613525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images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D9500-4681-5D40-972F-62F9BF9770E3}"/>
              </a:ext>
            </a:extLst>
          </p:cNvPr>
          <p:cNvSpPr txBox="1"/>
          <p:nvPr/>
        </p:nvSpPr>
        <p:spPr>
          <a:xfrm>
            <a:off x="920883" y="1030590"/>
            <a:ext cx="191309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input vector (4096)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97517C50-A645-5646-AB80-902213A0E74C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4788230" y="2165343"/>
            <a:ext cx="520087" cy="3276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77C0252-4395-384E-BBF0-01B4B4493EB9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4788230" y="2493002"/>
            <a:ext cx="520087" cy="158706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CAF610B-766C-4849-B193-864400B9094F}"/>
              </a:ext>
            </a:extLst>
          </p:cNvPr>
          <p:cNvCxnSpPr>
            <a:cxnSpLocks/>
          </p:cNvCxnSpPr>
          <p:nvPr/>
        </p:nvCxnSpPr>
        <p:spPr>
          <a:xfrm>
            <a:off x="5868144" y="3896720"/>
            <a:ext cx="0" cy="5563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2BF1252-1812-DE4D-9AA0-B1EA3EA1BDF2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865562" y="1492255"/>
            <a:ext cx="11868" cy="6131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CDD8FC60-6BEA-AF44-877D-CBCC24A6F994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3987112" y="3065778"/>
            <a:ext cx="215118" cy="3651428"/>
          </a:xfrm>
          <a:prstGeom prst="bentConnector3">
            <a:avLst>
              <a:gd name="adj1" fmla="val 325817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C9B43036-314E-C74F-986E-232C76D91F60}"/>
              </a:ext>
            </a:extLst>
          </p:cNvPr>
          <p:cNvCxnSpPr>
            <a:cxnSpLocks/>
            <a:stCxn id="17" idx="3"/>
          </p:cNvCxnSpPr>
          <p:nvPr/>
        </p:nvCxnSpPr>
        <p:spPr>
          <a:xfrm flipH="1" flipV="1">
            <a:off x="5949586" y="885896"/>
            <a:ext cx="582867" cy="3744149"/>
          </a:xfrm>
          <a:prstGeom prst="bentConnector4">
            <a:avLst>
              <a:gd name="adj1" fmla="val -274539"/>
              <a:gd name="adj2" fmla="val 113365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8E6269C-CEBC-3842-985B-2AEEC441C98B}"/>
              </a:ext>
            </a:extLst>
          </p:cNvPr>
          <p:cNvSpPr txBox="1"/>
          <p:nvPr/>
        </p:nvSpPr>
        <p:spPr>
          <a:xfrm>
            <a:off x="3573269" y="5169459"/>
            <a:ext cx="13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FA9397-D9B9-364F-837C-5AACA944CA51}"/>
              </a:ext>
            </a:extLst>
          </p:cNvPr>
          <p:cNvSpPr txBox="1"/>
          <p:nvPr/>
        </p:nvSpPr>
        <p:spPr>
          <a:xfrm>
            <a:off x="7386099" y="2406866"/>
            <a:ext cx="851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68E1253-B3B7-6C40-89A8-6B9D268BFA50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553023" y="2165343"/>
            <a:ext cx="480323" cy="139897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E807B61-0C2E-A891-71DD-C9230AFC08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542" y="2114869"/>
            <a:ext cx="2346038" cy="28532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00A1EA-E83C-7C68-1DED-E32E38ABE6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7663" y="885896"/>
            <a:ext cx="2339346" cy="301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7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B0EB1C6-7945-F649-944A-A222A88AF668}"/>
              </a:ext>
            </a:extLst>
          </p:cNvPr>
          <p:cNvSpPr/>
          <p:nvPr/>
        </p:nvSpPr>
        <p:spPr>
          <a:xfrm>
            <a:off x="2976002" y="6049686"/>
            <a:ext cx="1932635" cy="3077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Real/fake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588C95-D634-174E-9693-AD63AF64DBD3}"/>
              </a:ext>
            </a:extLst>
          </p:cNvPr>
          <p:cNvSpPr/>
          <p:nvPr/>
        </p:nvSpPr>
        <p:spPr>
          <a:xfrm>
            <a:off x="3046702" y="1597887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D4A015-BAB7-CE4F-A287-8F5D5BF2919B}"/>
              </a:ext>
            </a:extLst>
          </p:cNvPr>
          <p:cNvSpPr/>
          <p:nvPr/>
        </p:nvSpPr>
        <p:spPr>
          <a:xfrm>
            <a:off x="3046702" y="3512608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BA1AB4-EC19-C14E-8EB6-5445D4E7C45E}"/>
              </a:ext>
            </a:extLst>
          </p:cNvPr>
          <p:cNvSpPr txBox="1"/>
          <p:nvPr/>
        </p:nvSpPr>
        <p:spPr>
          <a:xfrm>
            <a:off x="8104123" y="1363063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G-Block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A73EF8-C3EF-E64A-8DAF-630908E1FF99}"/>
              </a:ext>
            </a:extLst>
          </p:cNvPr>
          <p:cNvSpPr txBox="1"/>
          <p:nvPr/>
        </p:nvSpPr>
        <p:spPr>
          <a:xfrm>
            <a:off x="3343903" y="5135528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images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D9500-4681-5D40-972F-62F9BF9770E3}"/>
              </a:ext>
            </a:extLst>
          </p:cNvPr>
          <p:cNvSpPr txBox="1"/>
          <p:nvPr/>
        </p:nvSpPr>
        <p:spPr>
          <a:xfrm>
            <a:off x="471575" y="476672"/>
            <a:ext cx="192860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input vector (4096)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97517C50-A645-5646-AB80-902213A0E74C}"/>
              </a:ext>
            </a:extLst>
          </p:cNvPr>
          <p:cNvCxnSpPr>
            <a:cxnSpLocks/>
            <a:stCxn id="21" idx="3"/>
            <a:endCxn id="71" idx="0"/>
          </p:cNvCxnSpPr>
          <p:nvPr/>
        </p:nvCxnSpPr>
        <p:spPr>
          <a:xfrm flipV="1">
            <a:off x="4801586" y="900446"/>
            <a:ext cx="1662249" cy="1502491"/>
          </a:xfrm>
          <a:prstGeom prst="bentConnector4">
            <a:avLst>
              <a:gd name="adj1" fmla="val 20873"/>
              <a:gd name="adj2" fmla="val 11521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77C0252-4395-384E-BBF0-01B4B4493EB9}"/>
              </a:ext>
            </a:extLst>
          </p:cNvPr>
          <p:cNvCxnSpPr>
            <a:cxnSpLocks/>
            <a:stCxn id="23" idx="3"/>
            <a:endCxn id="71" idx="0"/>
          </p:cNvCxnSpPr>
          <p:nvPr/>
        </p:nvCxnSpPr>
        <p:spPr>
          <a:xfrm flipV="1">
            <a:off x="4801586" y="900446"/>
            <a:ext cx="1662249" cy="3417212"/>
          </a:xfrm>
          <a:prstGeom prst="bentConnector4">
            <a:avLst>
              <a:gd name="adj1" fmla="val 20873"/>
              <a:gd name="adj2" fmla="val 10669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2BF1252-1812-DE4D-9AA0-B1EA3EA1BDF2}"/>
              </a:ext>
            </a:extLst>
          </p:cNvPr>
          <p:cNvCxnSpPr>
            <a:cxnSpLocks/>
            <a:stCxn id="3" idx="2"/>
            <a:endCxn id="45" idx="0"/>
          </p:cNvCxnSpPr>
          <p:nvPr/>
        </p:nvCxnSpPr>
        <p:spPr>
          <a:xfrm>
            <a:off x="1435877" y="738282"/>
            <a:ext cx="0" cy="292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CDD8FC60-6BEA-AF44-877D-CBCC24A6F994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 flipH="1">
            <a:off x="1631754" y="4046897"/>
            <a:ext cx="1380882" cy="3240250"/>
          </a:xfrm>
          <a:prstGeom prst="bentConnector4">
            <a:avLst>
              <a:gd name="adj1" fmla="val -16555"/>
              <a:gd name="adj2" fmla="val 100186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C9B43036-314E-C74F-986E-232C76D91F60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 flipH="1" flipV="1">
            <a:off x="5109645" y="4505488"/>
            <a:ext cx="684650" cy="3019300"/>
          </a:xfrm>
          <a:prstGeom prst="bentConnector4">
            <a:avLst>
              <a:gd name="adj1" fmla="val -33389"/>
              <a:gd name="adj2" fmla="val 99893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8E6269C-CEBC-3842-985B-2AEEC441C98B}"/>
              </a:ext>
            </a:extLst>
          </p:cNvPr>
          <p:cNvSpPr txBox="1"/>
          <p:nvPr/>
        </p:nvSpPr>
        <p:spPr>
          <a:xfrm>
            <a:off x="5311914" y="6272356"/>
            <a:ext cx="13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model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68E1253-B3B7-6C40-89A8-6B9D268BFA50}"/>
              </a:ext>
            </a:extLst>
          </p:cNvPr>
          <p:cNvCxnSpPr>
            <a:cxnSpLocks/>
            <a:stCxn id="59" idx="2"/>
            <a:endCxn id="21" idx="1"/>
          </p:cNvCxnSpPr>
          <p:nvPr/>
        </p:nvCxnSpPr>
        <p:spPr>
          <a:xfrm rot="5400000" flipH="1" flipV="1">
            <a:off x="954262" y="2884551"/>
            <a:ext cx="2574053" cy="1610825"/>
          </a:xfrm>
          <a:prstGeom prst="bentConnector4">
            <a:avLst>
              <a:gd name="adj1" fmla="val -8881"/>
              <a:gd name="adj2" fmla="val 7993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98A81BEA-B3BA-D08F-48CC-F436D5D4058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843" y="3610048"/>
            <a:ext cx="868680" cy="86868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7321F42-76E5-BCA4-813B-9D0B4225811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682" y="3755477"/>
            <a:ext cx="868680" cy="8686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1425339-50E3-7E59-8AAC-72EE8C38F26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919" y="3872924"/>
            <a:ext cx="868680" cy="8686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7EDC461-8080-E90D-CBAB-34CA3AEDEBE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922" y="4018773"/>
            <a:ext cx="868680" cy="8686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C75198C-0EFE-CDB8-F1FB-9788B753EF3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035" y="4125238"/>
            <a:ext cx="868680" cy="8686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DACB205-EAC5-B1D6-97D1-34479C7173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178" y="1686834"/>
            <a:ext cx="867746" cy="86774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70F5935-CE0D-EB56-6C53-CF82FF3F91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583" y="1793299"/>
            <a:ext cx="867746" cy="86774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F72B375-95D5-70F5-14F6-F4705B1D51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032" y="1947090"/>
            <a:ext cx="867746" cy="86774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8940088-A135-05F7-358C-C9C5854377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625" y="2081164"/>
            <a:ext cx="867746" cy="86774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3770AB5-D445-3B6B-75DE-2B089D2217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011" y="2274498"/>
            <a:ext cx="867746" cy="867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F5BEB39-A3EA-88DD-0795-FD06EDD6D166}"/>
                  </a:ext>
                </a:extLst>
              </p:cNvPr>
              <p:cNvSpPr txBox="1"/>
              <p:nvPr/>
            </p:nvSpPr>
            <p:spPr>
              <a:xfrm>
                <a:off x="467544" y="1031251"/>
                <a:ext cx="193666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Conv2DTranspose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F5BEB39-A3EA-88DD-0795-FD06EDD6D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031251"/>
                <a:ext cx="1936666" cy="261610"/>
              </a:xfrm>
              <a:prstGeom prst="rect">
                <a:avLst/>
              </a:prstGeom>
              <a:blipFill>
                <a:blip r:embed="rId12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FA65B38-65BA-438F-E301-0399F9EC5D74}"/>
                  </a:ext>
                </a:extLst>
              </p:cNvPr>
              <p:cNvSpPr txBox="1"/>
              <p:nvPr/>
            </p:nvSpPr>
            <p:spPr>
              <a:xfrm>
                <a:off x="467544" y="1704845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FA65B38-65BA-438F-E301-0399F9EC5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704845"/>
                <a:ext cx="1936666" cy="261610"/>
              </a:xfrm>
              <a:prstGeom prst="rect">
                <a:avLst/>
              </a:prstGeom>
              <a:blipFill>
                <a:blip r:embed="rId13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5F5D6FF8-746F-CE47-6F32-277B09A944FD}"/>
              </a:ext>
            </a:extLst>
          </p:cNvPr>
          <p:cNvSpPr txBox="1"/>
          <p:nvPr/>
        </p:nvSpPr>
        <p:spPr>
          <a:xfrm>
            <a:off x="467544" y="136193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C64FA3-64D2-7E2A-76F6-2627C79E0050}"/>
                  </a:ext>
                </a:extLst>
              </p:cNvPr>
              <p:cNvSpPr txBox="1"/>
              <p:nvPr/>
            </p:nvSpPr>
            <p:spPr>
              <a:xfrm>
                <a:off x="467544" y="2046858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C64FA3-64D2-7E2A-76F6-2627C79E0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046858"/>
                <a:ext cx="1936666" cy="261610"/>
              </a:xfrm>
              <a:prstGeom prst="rect">
                <a:avLst/>
              </a:prstGeom>
              <a:blipFill>
                <a:blip r:embed="rId14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F713A71-17C4-C47E-46BF-719AAB3FB227}"/>
                  </a:ext>
                </a:extLst>
              </p:cNvPr>
              <p:cNvSpPr txBox="1"/>
              <p:nvPr/>
            </p:nvSpPr>
            <p:spPr>
              <a:xfrm>
                <a:off x="467544" y="238887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F713A71-17C4-C47E-46BF-719AAB3FB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388871"/>
                <a:ext cx="1936666" cy="261610"/>
              </a:xfrm>
              <a:prstGeom prst="rect">
                <a:avLst/>
              </a:prstGeom>
              <a:blipFill>
                <a:blip r:embed="rId15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E3FEAF-9A5B-715E-3CFB-075B31FBB095}"/>
                  </a:ext>
                </a:extLst>
              </p:cNvPr>
              <p:cNvSpPr txBox="1"/>
              <p:nvPr/>
            </p:nvSpPr>
            <p:spPr>
              <a:xfrm>
                <a:off x="467544" y="2722352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E3FEAF-9A5B-715E-3CFB-075B31FBB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722352"/>
                <a:ext cx="1936666" cy="261610"/>
              </a:xfrm>
              <a:prstGeom prst="rect">
                <a:avLst/>
              </a:prstGeom>
              <a:blipFill>
                <a:blip r:embed="rId16"/>
                <a:stretch>
                  <a:fillRect b="-13636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D05E923-478A-D9A1-AF56-6FAE26A125C1}"/>
                  </a:ext>
                </a:extLst>
              </p:cNvPr>
              <p:cNvSpPr txBox="1"/>
              <p:nvPr/>
            </p:nvSpPr>
            <p:spPr>
              <a:xfrm>
                <a:off x="467544" y="3050667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D05E923-478A-D9A1-AF56-6FAE26A12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050667"/>
                <a:ext cx="1936666" cy="261610"/>
              </a:xfrm>
              <a:prstGeom prst="rect">
                <a:avLst/>
              </a:prstGeom>
              <a:blipFill>
                <a:blip r:embed="rId17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C59B2DE-A070-5207-FAA7-1856EF28C0F3}"/>
                  </a:ext>
                </a:extLst>
              </p:cNvPr>
              <p:cNvSpPr txBox="1"/>
              <p:nvPr/>
            </p:nvSpPr>
            <p:spPr>
              <a:xfrm>
                <a:off x="471575" y="3387816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C59B2DE-A070-5207-FAA7-1856EF28C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75" y="3387816"/>
                <a:ext cx="1928604" cy="261610"/>
              </a:xfrm>
              <a:prstGeom prst="rect">
                <a:avLst/>
              </a:prstGeom>
              <a:blipFill>
                <a:blip r:embed="rId18"/>
                <a:stretch>
                  <a:fillRect b="-1363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7796C277-6E9F-2A58-7B9F-16048114E3C9}"/>
              </a:ext>
            </a:extLst>
          </p:cNvPr>
          <p:cNvSpPr txBox="1"/>
          <p:nvPr/>
        </p:nvSpPr>
        <p:spPr>
          <a:xfrm>
            <a:off x="467544" y="3703171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E02E76-A049-0338-84A3-BE7A3D53C900}"/>
              </a:ext>
            </a:extLst>
          </p:cNvPr>
          <p:cNvSpPr txBox="1"/>
          <p:nvPr/>
        </p:nvSpPr>
        <p:spPr>
          <a:xfrm>
            <a:off x="471575" y="4041478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1C4098-47FF-A8C7-D74F-BD7F39DD7EBD}"/>
                  </a:ext>
                </a:extLst>
              </p:cNvPr>
              <p:cNvSpPr txBox="1"/>
              <p:nvPr/>
            </p:nvSpPr>
            <p:spPr>
              <a:xfrm>
                <a:off x="471575" y="4379785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1C4098-47FF-A8C7-D74F-BD7F39DD7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75" y="4379785"/>
                <a:ext cx="1928604" cy="261610"/>
              </a:xfrm>
              <a:prstGeom prst="rect">
                <a:avLst/>
              </a:prstGeom>
              <a:blipFill>
                <a:blip r:embed="rId19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FDF1CD80-6C84-53BF-2CAF-13CED1AA64CF}"/>
              </a:ext>
            </a:extLst>
          </p:cNvPr>
          <p:cNvSpPr txBox="1"/>
          <p:nvPr/>
        </p:nvSpPr>
        <p:spPr>
          <a:xfrm>
            <a:off x="471575" y="4715380"/>
            <a:ext cx="1928604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6F1C686-3B82-B0AB-54BE-DCEC89D1F363}"/>
              </a:ext>
            </a:extLst>
          </p:cNvPr>
          <p:cNvCxnSpPr>
            <a:stCxn id="45" idx="2"/>
            <a:endCxn id="50" idx="0"/>
          </p:cNvCxnSpPr>
          <p:nvPr/>
        </p:nvCxnSpPr>
        <p:spPr>
          <a:xfrm>
            <a:off x="1435877" y="1292861"/>
            <a:ext cx="0" cy="6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41F5A95-A710-E578-D8D6-029897F40CF8}"/>
              </a:ext>
            </a:extLst>
          </p:cNvPr>
          <p:cNvCxnSpPr>
            <a:stCxn id="50" idx="2"/>
            <a:endCxn id="46" idx="0"/>
          </p:cNvCxnSpPr>
          <p:nvPr/>
        </p:nvCxnSpPr>
        <p:spPr>
          <a:xfrm>
            <a:off x="1435877" y="1623546"/>
            <a:ext cx="0" cy="8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4049967-FDBF-0D04-2A4D-74CB59477376}"/>
              </a:ext>
            </a:extLst>
          </p:cNvPr>
          <p:cNvCxnSpPr>
            <a:stCxn id="46" idx="2"/>
            <a:endCxn id="51" idx="0"/>
          </p:cNvCxnSpPr>
          <p:nvPr/>
        </p:nvCxnSpPr>
        <p:spPr>
          <a:xfrm>
            <a:off x="1435877" y="1966455"/>
            <a:ext cx="0" cy="8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2F69189-D154-47B9-E81B-D0028D72D292}"/>
              </a:ext>
            </a:extLst>
          </p:cNvPr>
          <p:cNvCxnSpPr>
            <a:stCxn id="51" idx="2"/>
            <a:endCxn id="52" idx="0"/>
          </p:cNvCxnSpPr>
          <p:nvPr/>
        </p:nvCxnSpPr>
        <p:spPr>
          <a:xfrm>
            <a:off x="1435877" y="2308468"/>
            <a:ext cx="0" cy="8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ABA2336-C0D8-0356-184F-984242C32E02}"/>
              </a:ext>
            </a:extLst>
          </p:cNvPr>
          <p:cNvCxnSpPr>
            <a:stCxn id="52" idx="2"/>
            <a:endCxn id="53" idx="0"/>
          </p:cNvCxnSpPr>
          <p:nvPr/>
        </p:nvCxnSpPr>
        <p:spPr>
          <a:xfrm>
            <a:off x="1435877" y="2650481"/>
            <a:ext cx="0" cy="7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D59FE71-3492-AF8D-8EA0-A7B8088807C5}"/>
              </a:ext>
            </a:extLst>
          </p:cNvPr>
          <p:cNvCxnSpPr>
            <a:stCxn id="53" idx="2"/>
            <a:endCxn id="54" idx="0"/>
          </p:cNvCxnSpPr>
          <p:nvPr/>
        </p:nvCxnSpPr>
        <p:spPr>
          <a:xfrm>
            <a:off x="1435877" y="2983962"/>
            <a:ext cx="0" cy="66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944102F-2F3E-4B31-7DF1-C451D0BCAA94}"/>
              </a:ext>
            </a:extLst>
          </p:cNvPr>
          <p:cNvCxnSpPr>
            <a:stCxn id="54" idx="2"/>
            <a:endCxn id="55" idx="0"/>
          </p:cNvCxnSpPr>
          <p:nvPr/>
        </p:nvCxnSpPr>
        <p:spPr>
          <a:xfrm>
            <a:off x="1435877" y="3312277"/>
            <a:ext cx="0" cy="75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908BDC7-5503-C59A-C26F-BC81819BF274}"/>
              </a:ext>
            </a:extLst>
          </p:cNvPr>
          <p:cNvCxnSpPr>
            <a:stCxn id="55" idx="2"/>
            <a:endCxn id="56" idx="0"/>
          </p:cNvCxnSpPr>
          <p:nvPr/>
        </p:nvCxnSpPr>
        <p:spPr>
          <a:xfrm>
            <a:off x="1435877" y="3649426"/>
            <a:ext cx="0" cy="53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DCC3209-4ECF-0DD1-B44A-86F776A7F1E4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1435877" y="3964781"/>
            <a:ext cx="0" cy="7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AFEB276-704D-E5C2-8AD7-11DEFBCD42E7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>
            <a:off x="1435877" y="4303088"/>
            <a:ext cx="0" cy="7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D168ED2-5010-022C-604B-9F142931475A}"/>
              </a:ext>
            </a:extLst>
          </p:cNvPr>
          <p:cNvCxnSpPr>
            <a:stCxn id="58" idx="2"/>
            <a:endCxn id="59" idx="0"/>
          </p:cNvCxnSpPr>
          <p:nvPr/>
        </p:nvCxnSpPr>
        <p:spPr>
          <a:xfrm>
            <a:off x="1435877" y="4641395"/>
            <a:ext cx="0" cy="73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36B9B52-6879-F3AE-1250-ED404D538965}"/>
              </a:ext>
            </a:extLst>
          </p:cNvPr>
          <p:cNvSpPr txBox="1"/>
          <p:nvPr/>
        </p:nvSpPr>
        <p:spPr>
          <a:xfrm>
            <a:off x="5495502" y="900446"/>
            <a:ext cx="1936666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GaussianNoise (0.2)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CF3C04-038F-9ED8-2972-9D92BE82BDB0}"/>
              </a:ext>
            </a:extLst>
          </p:cNvPr>
          <p:cNvSpPr txBox="1"/>
          <p:nvPr/>
        </p:nvSpPr>
        <p:spPr>
          <a:xfrm>
            <a:off x="5495502" y="2287546"/>
            <a:ext cx="1936666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F3A472C-0818-EE5F-A9CE-69806B894677}"/>
              </a:ext>
            </a:extLst>
          </p:cNvPr>
          <p:cNvSpPr txBox="1"/>
          <p:nvPr/>
        </p:nvSpPr>
        <p:spPr>
          <a:xfrm>
            <a:off x="5495502" y="1940771"/>
            <a:ext cx="193666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C63F460-51D1-91AE-3824-BBBFD19F7D12}"/>
                  </a:ext>
                </a:extLst>
              </p:cNvPr>
              <p:cNvSpPr txBox="1"/>
              <p:nvPr/>
            </p:nvSpPr>
            <p:spPr>
              <a:xfrm>
                <a:off x="5495502" y="3674646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C63F460-51D1-91AE-3824-BBBFD19F7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3674646"/>
                <a:ext cx="1936666" cy="261610"/>
              </a:xfrm>
              <a:prstGeom prst="rect">
                <a:avLst/>
              </a:prstGeom>
              <a:blipFill>
                <a:blip r:embed="rId20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5FD326F-1389-FF2B-D879-9D1CCDA34FB8}"/>
                  </a:ext>
                </a:extLst>
              </p:cNvPr>
              <p:cNvSpPr txBox="1"/>
              <p:nvPr/>
            </p:nvSpPr>
            <p:spPr>
              <a:xfrm>
                <a:off x="5495502" y="332787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5FD326F-1389-FF2B-D879-9D1CCDA34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3327871"/>
                <a:ext cx="1936666" cy="261610"/>
              </a:xfrm>
              <a:prstGeom prst="rect">
                <a:avLst/>
              </a:prstGeom>
              <a:blipFill>
                <a:blip r:embed="rId21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83600CE-A942-7B99-F538-2DC9D26FEE09}"/>
                  </a:ext>
                </a:extLst>
              </p:cNvPr>
              <p:cNvSpPr txBox="1"/>
              <p:nvPr/>
            </p:nvSpPr>
            <p:spPr>
              <a:xfrm>
                <a:off x="5495502" y="2981096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83600CE-A942-7B99-F538-2DC9D26FE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2981096"/>
                <a:ext cx="1936666" cy="261610"/>
              </a:xfrm>
              <a:prstGeom prst="rect">
                <a:avLst/>
              </a:prstGeom>
              <a:blipFill>
                <a:blip r:embed="rId22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0B21431-FBB3-9581-BE40-DABD344E5A1A}"/>
                  </a:ext>
                </a:extLst>
              </p:cNvPr>
              <p:cNvSpPr txBox="1"/>
              <p:nvPr/>
            </p:nvSpPr>
            <p:spPr>
              <a:xfrm>
                <a:off x="5495502" y="263432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0B21431-FBB3-9581-BE40-DABD344E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2634321"/>
                <a:ext cx="1936666" cy="261610"/>
              </a:xfrm>
              <a:prstGeom prst="rect">
                <a:avLst/>
              </a:prstGeom>
              <a:blipFill>
                <a:blip r:embed="rId23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B86B615-A4DA-7A9D-8854-32F9DDF0B608}"/>
                  </a:ext>
                </a:extLst>
              </p:cNvPr>
              <p:cNvSpPr txBox="1"/>
              <p:nvPr/>
            </p:nvSpPr>
            <p:spPr>
              <a:xfrm>
                <a:off x="5499533" y="1247221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B86B615-A4DA-7A9D-8854-32F9DDF0B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533" y="1247221"/>
                <a:ext cx="1928604" cy="261610"/>
              </a:xfrm>
              <a:prstGeom prst="rect">
                <a:avLst/>
              </a:prstGeom>
              <a:blipFill>
                <a:blip r:embed="rId24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C5B3693A-4D36-B078-D743-8099C8668468}"/>
              </a:ext>
            </a:extLst>
          </p:cNvPr>
          <p:cNvSpPr txBox="1"/>
          <p:nvPr/>
        </p:nvSpPr>
        <p:spPr>
          <a:xfrm>
            <a:off x="5495502" y="159399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10C1044-D1B7-0266-B02D-CA11E5E557CD}"/>
                  </a:ext>
                </a:extLst>
              </p:cNvPr>
              <p:cNvSpPr txBox="1"/>
              <p:nvPr/>
            </p:nvSpPr>
            <p:spPr>
              <a:xfrm>
                <a:off x="5495502" y="402142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10C1044-D1B7-0266-B02D-CA11E5E55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4021421"/>
                <a:ext cx="1936666" cy="261610"/>
              </a:xfrm>
              <a:prstGeom prst="rect">
                <a:avLst/>
              </a:prstGeom>
              <a:blipFill>
                <a:blip r:embed="rId25"/>
                <a:stretch>
                  <a:fillRect b="-13636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260B1C70-5068-4F01-0F53-CB2EDFF4B0F9}"/>
              </a:ext>
            </a:extLst>
          </p:cNvPr>
          <p:cNvSpPr txBox="1"/>
          <p:nvPr/>
        </p:nvSpPr>
        <p:spPr>
          <a:xfrm>
            <a:off x="5495502" y="4368196"/>
            <a:ext cx="193666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4D23652-CF75-CD30-B1FE-8BC93663819F}"/>
              </a:ext>
            </a:extLst>
          </p:cNvPr>
          <p:cNvSpPr txBox="1"/>
          <p:nvPr/>
        </p:nvSpPr>
        <p:spPr>
          <a:xfrm>
            <a:off x="5495502" y="4714971"/>
            <a:ext cx="193666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BC480A-662F-A7C4-C445-122AF96DD7A3}"/>
              </a:ext>
            </a:extLst>
          </p:cNvPr>
          <p:cNvSpPr txBox="1"/>
          <p:nvPr/>
        </p:nvSpPr>
        <p:spPr>
          <a:xfrm>
            <a:off x="5495502" y="506174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BE01143-7E56-9D6C-BD7A-F748F613BCC7}"/>
              </a:ext>
            </a:extLst>
          </p:cNvPr>
          <p:cNvSpPr txBox="1"/>
          <p:nvPr/>
        </p:nvSpPr>
        <p:spPr>
          <a:xfrm>
            <a:off x="5495502" y="5408515"/>
            <a:ext cx="1936666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Dense(1)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816DBF4-F9A9-F6BC-1FE4-C509B21EB5AE}"/>
              </a:ext>
            </a:extLst>
          </p:cNvPr>
          <p:cNvCxnSpPr>
            <a:stCxn id="71" idx="2"/>
            <a:endCxn id="78" idx="0"/>
          </p:cNvCxnSpPr>
          <p:nvPr/>
        </p:nvCxnSpPr>
        <p:spPr>
          <a:xfrm>
            <a:off x="6463835" y="116205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C4F99B5-94FC-7271-3515-1AADF93604CB}"/>
              </a:ext>
            </a:extLst>
          </p:cNvPr>
          <p:cNvCxnSpPr>
            <a:stCxn id="78" idx="2"/>
            <a:endCxn id="79" idx="0"/>
          </p:cNvCxnSpPr>
          <p:nvPr/>
        </p:nvCxnSpPr>
        <p:spPr>
          <a:xfrm>
            <a:off x="6463835" y="150883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8B45AB3-AA18-0026-447B-B7928B2F262D}"/>
              </a:ext>
            </a:extLst>
          </p:cNvPr>
          <p:cNvCxnSpPr>
            <a:stCxn id="79" idx="2"/>
            <a:endCxn id="73" idx="0"/>
          </p:cNvCxnSpPr>
          <p:nvPr/>
        </p:nvCxnSpPr>
        <p:spPr>
          <a:xfrm>
            <a:off x="6463835" y="185560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5FD3994-F708-FF77-E707-AD5650B547CA}"/>
              </a:ext>
            </a:extLst>
          </p:cNvPr>
          <p:cNvCxnSpPr>
            <a:stCxn id="73" idx="2"/>
            <a:endCxn id="72" idx="0"/>
          </p:cNvCxnSpPr>
          <p:nvPr/>
        </p:nvCxnSpPr>
        <p:spPr>
          <a:xfrm>
            <a:off x="6463835" y="220238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89982B2-0129-87BA-B0A8-4BB5885938ED}"/>
              </a:ext>
            </a:extLst>
          </p:cNvPr>
          <p:cNvCxnSpPr>
            <a:stCxn id="72" idx="2"/>
            <a:endCxn id="77" idx="0"/>
          </p:cNvCxnSpPr>
          <p:nvPr/>
        </p:nvCxnSpPr>
        <p:spPr>
          <a:xfrm>
            <a:off x="6463835" y="254915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D0DAA29-F941-1FC9-0F57-9210A0F5E9E9}"/>
              </a:ext>
            </a:extLst>
          </p:cNvPr>
          <p:cNvCxnSpPr>
            <a:stCxn id="77" idx="2"/>
            <a:endCxn id="76" idx="0"/>
          </p:cNvCxnSpPr>
          <p:nvPr/>
        </p:nvCxnSpPr>
        <p:spPr>
          <a:xfrm>
            <a:off x="6463835" y="289593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A9C0FC0-4DA9-D709-667A-6548F98AC364}"/>
              </a:ext>
            </a:extLst>
          </p:cNvPr>
          <p:cNvCxnSpPr>
            <a:stCxn id="76" idx="2"/>
            <a:endCxn id="75" idx="0"/>
          </p:cNvCxnSpPr>
          <p:nvPr/>
        </p:nvCxnSpPr>
        <p:spPr>
          <a:xfrm>
            <a:off x="6463835" y="324270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72B1F00-9CC3-7C66-A02B-EE8B6586FA22}"/>
              </a:ext>
            </a:extLst>
          </p:cNvPr>
          <p:cNvCxnSpPr>
            <a:stCxn id="75" idx="2"/>
            <a:endCxn id="74" idx="0"/>
          </p:cNvCxnSpPr>
          <p:nvPr/>
        </p:nvCxnSpPr>
        <p:spPr>
          <a:xfrm>
            <a:off x="6463835" y="358948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46A7DF1-470B-F230-CE6C-593D7D5F4A67}"/>
              </a:ext>
            </a:extLst>
          </p:cNvPr>
          <p:cNvCxnSpPr>
            <a:stCxn id="74" idx="2"/>
            <a:endCxn id="80" idx="0"/>
          </p:cNvCxnSpPr>
          <p:nvPr/>
        </p:nvCxnSpPr>
        <p:spPr>
          <a:xfrm>
            <a:off x="6463835" y="393625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9B521C5-299E-D05E-FCE4-C58C33FA8544}"/>
              </a:ext>
            </a:extLst>
          </p:cNvPr>
          <p:cNvCxnSpPr>
            <a:stCxn id="80" idx="2"/>
            <a:endCxn id="81" idx="0"/>
          </p:cNvCxnSpPr>
          <p:nvPr/>
        </p:nvCxnSpPr>
        <p:spPr>
          <a:xfrm>
            <a:off x="6463835" y="428303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15D5312-A723-5C8F-863A-F0F71C14276F}"/>
              </a:ext>
            </a:extLst>
          </p:cNvPr>
          <p:cNvCxnSpPr>
            <a:stCxn id="81" idx="2"/>
            <a:endCxn id="82" idx="0"/>
          </p:cNvCxnSpPr>
          <p:nvPr/>
        </p:nvCxnSpPr>
        <p:spPr>
          <a:xfrm>
            <a:off x="6463835" y="462980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11E7D00-49D6-5819-3BC5-1B83D9D9F272}"/>
              </a:ext>
            </a:extLst>
          </p:cNvPr>
          <p:cNvCxnSpPr>
            <a:stCxn id="82" idx="2"/>
            <a:endCxn id="83" idx="0"/>
          </p:cNvCxnSpPr>
          <p:nvPr/>
        </p:nvCxnSpPr>
        <p:spPr>
          <a:xfrm>
            <a:off x="6463835" y="497658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ADC33D3-9909-6EB9-7FDB-F67A1FE7238D}"/>
              </a:ext>
            </a:extLst>
          </p:cNvPr>
          <p:cNvCxnSpPr>
            <a:stCxn id="83" idx="2"/>
            <a:endCxn id="84" idx="0"/>
          </p:cNvCxnSpPr>
          <p:nvPr/>
        </p:nvCxnSpPr>
        <p:spPr>
          <a:xfrm>
            <a:off x="6463835" y="5323356"/>
            <a:ext cx="0" cy="85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3B0208-7DDC-98F2-F64C-29F7C8BECBE6}"/>
                  </a:ext>
                </a:extLst>
              </p:cNvPr>
              <p:cNvSpPr txBox="1"/>
              <p:nvPr/>
            </p:nvSpPr>
            <p:spPr>
              <a:xfrm>
                <a:off x="7891187" y="1788596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3B0208-7DDC-98F2-F64C-29F7C8BEC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187" y="1788596"/>
                <a:ext cx="1628972" cy="261610"/>
              </a:xfrm>
              <a:prstGeom prst="rect">
                <a:avLst/>
              </a:prstGeom>
              <a:blipFill>
                <a:blip r:embed="rId26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3D687F6F-5585-C853-6281-8D649624A4E6}"/>
              </a:ext>
            </a:extLst>
          </p:cNvPr>
          <p:cNvSpPr txBox="1"/>
          <p:nvPr/>
        </p:nvSpPr>
        <p:spPr>
          <a:xfrm>
            <a:off x="7891187" y="2477919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05BFD69-DEBE-92C2-489F-B5774517EC93}"/>
              </a:ext>
            </a:extLst>
          </p:cNvPr>
          <p:cNvSpPr txBox="1"/>
          <p:nvPr/>
        </p:nvSpPr>
        <p:spPr>
          <a:xfrm>
            <a:off x="7891190" y="2135187"/>
            <a:ext cx="162897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6960A5E-DE24-0B08-A1CB-97362B64B4E4}"/>
              </a:ext>
            </a:extLst>
          </p:cNvPr>
          <p:cNvSpPr txBox="1"/>
          <p:nvPr/>
        </p:nvSpPr>
        <p:spPr>
          <a:xfrm>
            <a:off x="7891187" y="2811015"/>
            <a:ext cx="162897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780D1F8-8207-9EBC-1D71-91E3EFC7A119}"/>
              </a:ext>
            </a:extLst>
          </p:cNvPr>
          <p:cNvCxnSpPr>
            <a:stCxn id="108" idx="2"/>
            <a:endCxn id="110" idx="0"/>
          </p:cNvCxnSpPr>
          <p:nvPr/>
        </p:nvCxnSpPr>
        <p:spPr>
          <a:xfrm>
            <a:off x="8705673" y="2050206"/>
            <a:ext cx="4" cy="84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5A1F86E-48A9-4B3C-C4BB-F73470E8296A}"/>
              </a:ext>
            </a:extLst>
          </p:cNvPr>
          <p:cNvCxnSpPr>
            <a:stCxn id="110" idx="2"/>
            <a:endCxn id="109" idx="0"/>
          </p:cNvCxnSpPr>
          <p:nvPr/>
        </p:nvCxnSpPr>
        <p:spPr>
          <a:xfrm flipH="1">
            <a:off x="8705673" y="2396797"/>
            <a:ext cx="4" cy="81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B62F041-A870-791B-B526-5D70EDCDEEF1}"/>
              </a:ext>
            </a:extLst>
          </p:cNvPr>
          <p:cNvCxnSpPr>
            <a:cxnSpLocks/>
            <a:stCxn id="109" idx="2"/>
            <a:endCxn id="111" idx="0"/>
          </p:cNvCxnSpPr>
          <p:nvPr/>
        </p:nvCxnSpPr>
        <p:spPr>
          <a:xfrm>
            <a:off x="8705673" y="2739529"/>
            <a:ext cx="0" cy="7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0D25A87-46C1-F042-2D52-755EC72C274A}"/>
                  </a:ext>
                </a:extLst>
              </p:cNvPr>
              <p:cNvSpPr txBox="1"/>
              <p:nvPr/>
            </p:nvSpPr>
            <p:spPr>
              <a:xfrm>
                <a:off x="7891187" y="3821642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0D25A87-46C1-F042-2D52-755EC72C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187" y="3821642"/>
                <a:ext cx="1628972" cy="261610"/>
              </a:xfrm>
              <a:prstGeom prst="rect">
                <a:avLst/>
              </a:prstGeom>
              <a:blipFill>
                <a:blip r:embed="rId27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7310468D-4B38-5F64-7372-DCB94D83D966}"/>
              </a:ext>
            </a:extLst>
          </p:cNvPr>
          <p:cNvSpPr txBox="1"/>
          <p:nvPr/>
        </p:nvSpPr>
        <p:spPr>
          <a:xfrm>
            <a:off x="7891184" y="4495152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1BF5681-DE1D-A1D2-0211-2627EEFA8268}"/>
              </a:ext>
            </a:extLst>
          </p:cNvPr>
          <p:cNvSpPr txBox="1"/>
          <p:nvPr/>
        </p:nvSpPr>
        <p:spPr>
          <a:xfrm>
            <a:off x="7891187" y="4152060"/>
            <a:ext cx="1628974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7D739F6-7695-ECC8-2EFB-C7A60C7D4438}"/>
              </a:ext>
            </a:extLst>
          </p:cNvPr>
          <p:cNvSpPr txBox="1"/>
          <p:nvPr/>
        </p:nvSpPr>
        <p:spPr>
          <a:xfrm>
            <a:off x="7891184" y="4830778"/>
            <a:ext cx="162897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E840600-EF66-0102-300F-DA91030E1445}"/>
              </a:ext>
            </a:extLst>
          </p:cNvPr>
          <p:cNvSpPr txBox="1"/>
          <p:nvPr/>
        </p:nvSpPr>
        <p:spPr>
          <a:xfrm>
            <a:off x="7891184" y="5148579"/>
            <a:ext cx="1628972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0A30D021-9AEA-28A2-1390-70974B582881}"/>
              </a:ext>
            </a:extLst>
          </p:cNvPr>
          <p:cNvCxnSpPr>
            <a:stCxn id="115" idx="2"/>
            <a:endCxn id="117" idx="0"/>
          </p:cNvCxnSpPr>
          <p:nvPr/>
        </p:nvCxnSpPr>
        <p:spPr>
          <a:xfrm>
            <a:off x="8705673" y="4083252"/>
            <a:ext cx="1" cy="6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052C2597-73EF-BB38-58EF-0E4250A09DF5}"/>
              </a:ext>
            </a:extLst>
          </p:cNvPr>
          <p:cNvCxnSpPr>
            <a:stCxn id="117" idx="2"/>
            <a:endCxn id="116" idx="0"/>
          </p:cNvCxnSpPr>
          <p:nvPr/>
        </p:nvCxnSpPr>
        <p:spPr>
          <a:xfrm flipH="1">
            <a:off x="8705670" y="4413670"/>
            <a:ext cx="4" cy="8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B2C0490-E3AA-503D-D7F4-041B3DF7D7EE}"/>
              </a:ext>
            </a:extLst>
          </p:cNvPr>
          <p:cNvCxnSpPr>
            <a:cxnSpLocks/>
            <a:stCxn id="116" idx="2"/>
            <a:endCxn id="118" idx="0"/>
          </p:cNvCxnSpPr>
          <p:nvPr/>
        </p:nvCxnSpPr>
        <p:spPr>
          <a:xfrm>
            <a:off x="8705670" y="4756762"/>
            <a:ext cx="0" cy="7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23B0D3E-1B66-8AFA-3CBC-DDAE760FC7C1}"/>
              </a:ext>
            </a:extLst>
          </p:cNvPr>
          <p:cNvCxnSpPr>
            <a:stCxn id="118" idx="2"/>
            <a:endCxn id="119" idx="0"/>
          </p:cNvCxnSpPr>
          <p:nvPr/>
        </p:nvCxnSpPr>
        <p:spPr>
          <a:xfrm>
            <a:off x="8705670" y="5092388"/>
            <a:ext cx="0" cy="5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99957E9-056A-4DF2-5A52-2655B2343C5B}"/>
              </a:ext>
            </a:extLst>
          </p:cNvPr>
          <p:cNvSpPr/>
          <p:nvPr/>
        </p:nvSpPr>
        <p:spPr>
          <a:xfrm>
            <a:off x="7734835" y="1686834"/>
            <a:ext cx="1944216" cy="1502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5803A755-EDCC-1A2F-03B1-27B7D744BCFE}"/>
              </a:ext>
            </a:extLst>
          </p:cNvPr>
          <p:cNvCxnSpPr>
            <a:cxnSpLocks/>
            <a:stCxn id="84" idx="2"/>
            <a:endCxn id="17" idx="0"/>
          </p:cNvCxnSpPr>
          <p:nvPr/>
        </p:nvCxnSpPr>
        <p:spPr>
          <a:xfrm rot="5400000">
            <a:off x="5013298" y="4599148"/>
            <a:ext cx="379561" cy="25215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DAB9A7DC-6DE2-86FC-1D34-AAA3BE317060}"/>
              </a:ext>
            </a:extLst>
          </p:cNvPr>
          <p:cNvSpPr txBox="1"/>
          <p:nvPr/>
        </p:nvSpPr>
        <p:spPr>
          <a:xfrm>
            <a:off x="1199137" y="6267279"/>
            <a:ext cx="13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model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6E34820-9780-BD1B-F792-BA12B9352BD2}"/>
              </a:ext>
            </a:extLst>
          </p:cNvPr>
          <p:cNvSpPr/>
          <p:nvPr/>
        </p:nvSpPr>
        <p:spPr>
          <a:xfrm>
            <a:off x="7734835" y="3739893"/>
            <a:ext cx="1944216" cy="178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4781798-D732-FC49-EC20-531AA490A0AF}"/>
              </a:ext>
            </a:extLst>
          </p:cNvPr>
          <p:cNvSpPr txBox="1"/>
          <p:nvPr/>
        </p:nvSpPr>
        <p:spPr>
          <a:xfrm>
            <a:off x="3310046" y="1236450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images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8604EEC-CA99-4E16-DEC6-1FA65036195B}"/>
              </a:ext>
            </a:extLst>
          </p:cNvPr>
          <p:cNvSpPr txBox="1"/>
          <p:nvPr/>
        </p:nvSpPr>
        <p:spPr>
          <a:xfrm>
            <a:off x="8104123" y="3462726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D-Block</a:t>
            </a:r>
          </a:p>
        </p:txBody>
      </p:sp>
    </p:spTree>
    <p:extLst>
      <p:ext uri="{BB962C8B-B14F-4D97-AF65-F5344CB8AC3E}">
        <p14:creationId xmlns:p14="http://schemas.microsoft.com/office/powerpoint/2010/main" val="96637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1DA8055D-D6C0-DC40-9849-7EC129C53C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95" y="1464558"/>
            <a:ext cx="808949" cy="8089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D4F152-3A6D-A74B-A085-6485A3DB7B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76" b="24776"/>
          <a:stretch/>
        </p:blipFill>
        <p:spPr>
          <a:xfrm flipH="1">
            <a:off x="3222270" y="3390875"/>
            <a:ext cx="808949" cy="8089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EDB121-8FF6-1640-8255-AD0840E812E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" b="49474"/>
          <a:stretch/>
        </p:blipFill>
        <p:spPr>
          <a:xfrm flipH="1">
            <a:off x="3412991" y="3523878"/>
            <a:ext cx="808949" cy="80894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7DB534-D8CA-A043-B7C1-6D8F7A412AA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14" b="2738"/>
          <a:stretch/>
        </p:blipFill>
        <p:spPr>
          <a:xfrm flipH="1">
            <a:off x="3628601" y="3618853"/>
            <a:ext cx="808949" cy="80894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6B03D9B-D44B-8746-90CA-B5C855A8DE3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76" b="24776"/>
          <a:stretch/>
        </p:blipFill>
        <p:spPr>
          <a:xfrm flipH="1">
            <a:off x="3883237" y="3746010"/>
            <a:ext cx="808949" cy="80894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3352337-BB66-5545-9DF6-63C8CE4CD1E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155" y="1597917"/>
            <a:ext cx="808949" cy="80894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2CB5252-43C4-B244-9C1E-8E5D4D7337A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515" y="1731276"/>
            <a:ext cx="808949" cy="80894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C460A77-D5A9-E74E-9BAE-CD2EA9AE5FB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027" y="1864635"/>
            <a:ext cx="808949" cy="80894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26D9625-F76A-D246-9774-2A6008B16F8A}"/>
              </a:ext>
            </a:extLst>
          </p:cNvPr>
          <p:cNvSpPr/>
          <p:nvPr/>
        </p:nvSpPr>
        <p:spPr>
          <a:xfrm>
            <a:off x="1652146" y="963867"/>
            <a:ext cx="903630" cy="808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0EB1C6-7945-F649-944A-A222A88AF668}"/>
              </a:ext>
            </a:extLst>
          </p:cNvPr>
          <p:cNvSpPr/>
          <p:nvPr/>
        </p:nvSpPr>
        <p:spPr>
          <a:xfrm>
            <a:off x="5148064" y="4489375"/>
            <a:ext cx="122413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Real/fake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588C95-D634-174E-9693-AD63AF64DBD3}"/>
              </a:ext>
            </a:extLst>
          </p:cNvPr>
          <p:cNvSpPr/>
          <p:nvPr/>
        </p:nvSpPr>
        <p:spPr>
          <a:xfrm>
            <a:off x="3033346" y="1360293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D4A015-BAB7-CE4F-A287-8F5D5BF2919B}"/>
              </a:ext>
            </a:extLst>
          </p:cNvPr>
          <p:cNvSpPr/>
          <p:nvPr/>
        </p:nvSpPr>
        <p:spPr>
          <a:xfrm>
            <a:off x="3033346" y="3275014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BA1AB4-EC19-C14E-8EB6-5445D4E7C45E}"/>
              </a:ext>
            </a:extLst>
          </p:cNvPr>
          <p:cNvSpPr txBox="1"/>
          <p:nvPr/>
        </p:nvSpPr>
        <p:spPr>
          <a:xfrm>
            <a:off x="3271518" y="2697395"/>
            <a:ext cx="1203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images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A73EF8-C3EF-E64A-8DAF-630908E1FF99}"/>
              </a:ext>
            </a:extLst>
          </p:cNvPr>
          <p:cNvSpPr txBox="1"/>
          <p:nvPr/>
        </p:nvSpPr>
        <p:spPr>
          <a:xfrm>
            <a:off x="3309241" y="4613525"/>
            <a:ext cx="1203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images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D9500-4681-5D40-972F-62F9BF9770E3}"/>
              </a:ext>
            </a:extLst>
          </p:cNvPr>
          <p:cNvSpPr txBox="1"/>
          <p:nvPr/>
        </p:nvSpPr>
        <p:spPr>
          <a:xfrm>
            <a:off x="1634214" y="999009"/>
            <a:ext cx="8849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input vector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97517C50-A645-5646-AB80-902213A0E74C}"/>
              </a:ext>
            </a:extLst>
          </p:cNvPr>
          <p:cNvCxnSpPr>
            <a:cxnSpLocks/>
            <a:stCxn id="21" idx="3"/>
            <a:endCxn id="31" idx="1"/>
          </p:cNvCxnSpPr>
          <p:nvPr/>
        </p:nvCxnSpPr>
        <p:spPr>
          <a:xfrm>
            <a:off x="4788230" y="2165343"/>
            <a:ext cx="520087" cy="3276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77C0252-4395-384E-BBF0-01B4B4493EB9}"/>
              </a:ext>
            </a:extLst>
          </p:cNvPr>
          <p:cNvCxnSpPr>
            <a:cxnSpLocks/>
            <a:stCxn id="23" idx="3"/>
            <a:endCxn id="31" idx="1"/>
          </p:cNvCxnSpPr>
          <p:nvPr/>
        </p:nvCxnSpPr>
        <p:spPr>
          <a:xfrm flipV="1">
            <a:off x="4788230" y="2493002"/>
            <a:ext cx="520087" cy="158706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CAF610B-766C-4849-B193-864400B9094F}"/>
              </a:ext>
            </a:extLst>
          </p:cNvPr>
          <p:cNvCxnSpPr>
            <a:cxnSpLocks/>
            <a:stCxn id="31" idx="2"/>
            <a:endCxn id="17" idx="0"/>
          </p:cNvCxnSpPr>
          <p:nvPr/>
        </p:nvCxnSpPr>
        <p:spPr>
          <a:xfrm>
            <a:off x="5760132" y="3933056"/>
            <a:ext cx="0" cy="5563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2BF1252-1812-DE4D-9AA0-B1EA3EA1BDF2}"/>
              </a:ext>
            </a:extLst>
          </p:cNvPr>
          <p:cNvCxnSpPr>
            <a:cxnSpLocks/>
            <a:stCxn id="15" idx="2"/>
            <a:endCxn id="4" idx="0"/>
          </p:cNvCxnSpPr>
          <p:nvPr/>
        </p:nvCxnSpPr>
        <p:spPr>
          <a:xfrm>
            <a:off x="2103961" y="1772816"/>
            <a:ext cx="4743" cy="3435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CDD8FC60-6BEA-AF44-877D-CBCC24A6F994}"/>
              </a:ext>
            </a:extLst>
          </p:cNvPr>
          <p:cNvCxnSpPr>
            <a:cxnSpLocks/>
            <a:stCxn id="17" idx="2"/>
            <a:endCxn id="4" idx="2"/>
          </p:cNvCxnSpPr>
          <p:nvPr/>
        </p:nvCxnSpPr>
        <p:spPr>
          <a:xfrm rot="5400000">
            <a:off x="3826859" y="3078997"/>
            <a:ext cx="215118" cy="3651428"/>
          </a:xfrm>
          <a:prstGeom prst="bentConnector3">
            <a:avLst>
              <a:gd name="adj1" fmla="val 206267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C9B43036-314E-C74F-986E-232C76D91F60}"/>
              </a:ext>
            </a:extLst>
          </p:cNvPr>
          <p:cNvCxnSpPr>
            <a:cxnSpLocks/>
            <a:stCxn id="17" idx="3"/>
            <a:endCxn id="31" idx="3"/>
          </p:cNvCxnSpPr>
          <p:nvPr/>
        </p:nvCxnSpPr>
        <p:spPr>
          <a:xfrm flipH="1" flipV="1">
            <a:off x="6211947" y="2493002"/>
            <a:ext cx="160253" cy="2150262"/>
          </a:xfrm>
          <a:prstGeom prst="bentConnector3">
            <a:avLst>
              <a:gd name="adj1" fmla="val -266021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8E6269C-CEBC-3842-985B-2AEEC441C98B}"/>
              </a:ext>
            </a:extLst>
          </p:cNvPr>
          <p:cNvSpPr txBox="1"/>
          <p:nvPr/>
        </p:nvSpPr>
        <p:spPr>
          <a:xfrm>
            <a:off x="3560257" y="4951953"/>
            <a:ext cx="13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FA9397-D9B9-364F-837C-5AACA944CA51}"/>
              </a:ext>
            </a:extLst>
          </p:cNvPr>
          <p:cNvSpPr txBox="1"/>
          <p:nvPr/>
        </p:nvSpPr>
        <p:spPr>
          <a:xfrm>
            <a:off x="6065328" y="3429000"/>
            <a:ext cx="851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32FAA-2963-1644-832F-C0C637F79F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4384" y="2116355"/>
            <a:ext cx="888639" cy="28959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16BD524-5E0D-2248-99A6-C94147A76A5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8187"/>
          <a:stretch/>
        </p:blipFill>
        <p:spPr>
          <a:xfrm>
            <a:off x="5308317" y="1052947"/>
            <a:ext cx="903630" cy="2880109"/>
          </a:xfrm>
          <a:prstGeom prst="rect">
            <a:avLst/>
          </a:prstGeom>
        </p:spPr>
      </p:pic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68E1253-B3B7-6C40-89A8-6B9D268BFA50}"/>
              </a:ext>
            </a:extLst>
          </p:cNvPr>
          <p:cNvCxnSpPr>
            <a:stCxn id="4" idx="3"/>
            <a:endCxn id="21" idx="1"/>
          </p:cNvCxnSpPr>
          <p:nvPr/>
        </p:nvCxnSpPr>
        <p:spPr>
          <a:xfrm flipV="1">
            <a:off x="2553023" y="2165343"/>
            <a:ext cx="480323" cy="139897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510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62AC056-36EF-63C4-34D5-5A90A0A793D2}"/>
              </a:ext>
            </a:extLst>
          </p:cNvPr>
          <p:cNvGrpSpPr/>
          <p:nvPr/>
        </p:nvGrpSpPr>
        <p:grpSpPr>
          <a:xfrm>
            <a:off x="1979712" y="1484784"/>
            <a:ext cx="1195868" cy="3506619"/>
            <a:chOff x="4461583" y="2544244"/>
            <a:chExt cx="1195868" cy="35066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97AD11-3DD4-73B9-68ED-83DA002F2059}"/>
                </a:ext>
              </a:extLst>
            </p:cNvPr>
            <p:cNvSpPr txBox="1"/>
            <p:nvPr/>
          </p:nvSpPr>
          <p:spPr>
            <a:xfrm>
              <a:off x="4599456" y="3014354"/>
              <a:ext cx="883574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512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5C51B8-2536-BABE-F19B-BABB070B39D0}"/>
                </a:ext>
              </a:extLst>
            </p:cNvPr>
            <p:cNvSpPr txBox="1"/>
            <p:nvPr/>
          </p:nvSpPr>
          <p:spPr>
            <a:xfrm>
              <a:off x="4599456" y="3742394"/>
              <a:ext cx="883575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256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D0D1E0-1747-B0A7-797C-7E6F762E861E}"/>
                </a:ext>
              </a:extLst>
            </p:cNvPr>
            <p:cNvSpPr txBox="1"/>
            <p:nvPr/>
          </p:nvSpPr>
          <p:spPr>
            <a:xfrm>
              <a:off x="4599456" y="4470434"/>
              <a:ext cx="883575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256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F123146-304B-31B8-C395-A05863786E11}"/>
                </a:ext>
              </a:extLst>
            </p:cNvPr>
            <p:cNvSpPr txBox="1"/>
            <p:nvPr/>
          </p:nvSpPr>
          <p:spPr>
            <a:xfrm>
              <a:off x="4599456" y="5198474"/>
              <a:ext cx="883574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C4D0A01-AB87-A981-F329-DC279814082F}"/>
                </a:ext>
              </a:extLst>
            </p:cNvPr>
            <p:cNvSpPr txBox="1"/>
            <p:nvPr/>
          </p:nvSpPr>
          <p:spPr>
            <a:xfrm>
              <a:off x="4599456" y="3378374"/>
              <a:ext cx="883575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LeakyReLU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092426-5F6B-C6C0-D0C9-13F2730E633D}"/>
                </a:ext>
              </a:extLst>
            </p:cNvPr>
            <p:cNvSpPr txBox="1"/>
            <p:nvPr/>
          </p:nvSpPr>
          <p:spPr>
            <a:xfrm>
              <a:off x="4599456" y="4106414"/>
              <a:ext cx="883575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LeakyReLU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BF86FC6-EE05-18C6-D499-EBB0FC167452}"/>
                </a:ext>
              </a:extLst>
            </p:cNvPr>
            <p:cNvSpPr txBox="1"/>
            <p:nvPr/>
          </p:nvSpPr>
          <p:spPr>
            <a:xfrm>
              <a:off x="4599456" y="4834454"/>
              <a:ext cx="883575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LeakyReLU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8DB1F0-A214-C904-8047-32C0A8F2B654}"/>
                </a:ext>
              </a:extLst>
            </p:cNvPr>
            <p:cNvSpPr txBox="1"/>
            <p:nvPr/>
          </p:nvSpPr>
          <p:spPr>
            <a:xfrm>
              <a:off x="4599456" y="5562495"/>
              <a:ext cx="883574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B7CFAB-D64B-0AAB-3587-2789D73DEE56}"/>
                </a:ext>
              </a:extLst>
            </p:cNvPr>
            <p:cNvSpPr/>
            <p:nvPr/>
          </p:nvSpPr>
          <p:spPr>
            <a:xfrm>
              <a:off x="4508978" y="2564905"/>
              <a:ext cx="1037574" cy="34859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4D2A62-8F32-4FD7-F124-7F987A793F65}"/>
                </a:ext>
              </a:extLst>
            </p:cNvPr>
            <p:cNvSpPr txBox="1"/>
            <p:nvPr/>
          </p:nvSpPr>
          <p:spPr>
            <a:xfrm>
              <a:off x="4461583" y="2544244"/>
              <a:ext cx="1195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Discriminator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6427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A11116-2BE9-9CE2-E273-36601834092C}"/>
              </a:ext>
            </a:extLst>
          </p:cNvPr>
          <p:cNvSpPr/>
          <p:nvPr/>
        </p:nvSpPr>
        <p:spPr>
          <a:xfrm>
            <a:off x="179512" y="-315416"/>
            <a:ext cx="4572000" cy="105567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class </a:t>
            </a:r>
            <a:r>
              <a:rPr lang="en-US" sz="800" dirty="0" err="1"/>
              <a:t>AttU_Net</a:t>
            </a:r>
            <a:r>
              <a:rPr lang="en-US" sz="800" dirty="0"/>
              <a:t>(</a:t>
            </a:r>
            <a:r>
              <a:rPr lang="en-US" sz="800" dirty="0" err="1"/>
              <a:t>nn.Module</a:t>
            </a:r>
            <a:r>
              <a:rPr lang="en-US" sz="800" dirty="0"/>
              <a:t>):</a:t>
            </a:r>
          </a:p>
          <a:p>
            <a:r>
              <a:rPr lang="en-US" sz="800" dirty="0"/>
              <a:t>    """</a:t>
            </a:r>
          </a:p>
          <a:p>
            <a:r>
              <a:rPr lang="en-US" sz="800" dirty="0"/>
              <a:t>    Attention </a:t>
            </a:r>
            <a:r>
              <a:rPr lang="en-US" sz="800" dirty="0" err="1"/>
              <a:t>Unet</a:t>
            </a:r>
            <a:r>
              <a:rPr lang="en-US" sz="800" dirty="0"/>
              <a:t> implementation</a:t>
            </a:r>
          </a:p>
          <a:p>
            <a:r>
              <a:rPr lang="en-US" sz="800" dirty="0"/>
              <a:t>    Paper: https://</a:t>
            </a:r>
            <a:r>
              <a:rPr lang="en-US" sz="800" dirty="0" err="1"/>
              <a:t>arxiv.org</a:t>
            </a:r>
            <a:r>
              <a:rPr lang="en-US" sz="800" dirty="0"/>
              <a:t>/abs/1804.03999</a:t>
            </a:r>
          </a:p>
          <a:p>
            <a:r>
              <a:rPr lang="en-US" sz="800" dirty="0"/>
              <a:t>    """</a:t>
            </a:r>
          </a:p>
          <a:p>
            <a:r>
              <a:rPr lang="en-US" sz="800" dirty="0"/>
              <a:t>    def __</a:t>
            </a:r>
            <a:r>
              <a:rPr lang="en-US" sz="800" dirty="0" err="1"/>
              <a:t>init</a:t>
            </a:r>
            <a:r>
              <a:rPr lang="en-US" sz="800" dirty="0"/>
              <a:t>__(self, </a:t>
            </a:r>
            <a:r>
              <a:rPr lang="en-US" sz="800" dirty="0" err="1"/>
              <a:t>img_ch</a:t>
            </a:r>
            <a:r>
              <a:rPr lang="en-US" sz="800" dirty="0"/>
              <a:t>=3, </a:t>
            </a:r>
            <a:r>
              <a:rPr lang="en-US" sz="800" dirty="0" err="1"/>
              <a:t>output_ch</a:t>
            </a:r>
            <a:r>
              <a:rPr lang="en-US" sz="800" dirty="0"/>
              <a:t>=1):</a:t>
            </a:r>
          </a:p>
          <a:p>
            <a:r>
              <a:rPr lang="en-US" sz="800" dirty="0"/>
              <a:t>        super(</a:t>
            </a:r>
            <a:r>
              <a:rPr lang="en-US" sz="800" dirty="0" err="1"/>
              <a:t>AttU_Net</a:t>
            </a:r>
            <a:r>
              <a:rPr lang="en-US" sz="800" dirty="0"/>
              <a:t>, self).__</a:t>
            </a:r>
            <a:r>
              <a:rPr lang="en-US" sz="800" dirty="0" err="1"/>
              <a:t>init</a:t>
            </a:r>
            <a:r>
              <a:rPr lang="en-US" sz="800" dirty="0"/>
              <a:t>__()</a:t>
            </a:r>
          </a:p>
          <a:p>
            <a:endParaRPr lang="en-US" sz="800" dirty="0"/>
          </a:p>
          <a:p>
            <a:r>
              <a:rPr lang="en-US" sz="800" dirty="0"/>
              <a:t>        n1 = 64</a:t>
            </a:r>
          </a:p>
          <a:p>
            <a:r>
              <a:rPr lang="en-US" sz="800" dirty="0"/>
              <a:t>        filters = [n1, n1 * 2, n1 * 4, n1 * 8, n1 * 16]</a:t>
            </a:r>
          </a:p>
          <a:p>
            <a:endParaRPr lang="en-US" sz="800" dirty="0"/>
          </a:p>
          <a:p>
            <a:r>
              <a:rPr lang="en-US" sz="800" dirty="0"/>
              <a:t>        self.Maxpool1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self.Maxpool2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self.Maxpool3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self.Maxpool4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endParaRPr lang="en-US" sz="800" dirty="0"/>
          </a:p>
          <a:p>
            <a:r>
              <a:rPr lang="en-US" sz="800" dirty="0"/>
              <a:t>        self.Conv1 = </a:t>
            </a:r>
            <a:r>
              <a:rPr lang="en-US" sz="800" dirty="0" err="1"/>
              <a:t>conv_block</a:t>
            </a:r>
            <a:r>
              <a:rPr lang="en-US" sz="800" dirty="0"/>
              <a:t>(</a:t>
            </a:r>
            <a:r>
              <a:rPr lang="en-US" sz="800" dirty="0" err="1"/>
              <a:t>img_ch</a:t>
            </a:r>
            <a:r>
              <a:rPr lang="en-US" sz="800" dirty="0"/>
              <a:t>, filters[0])</a:t>
            </a:r>
          </a:p>
          <a:p>
            <a:r>
              <a:rPr lang="en-US" sz="800" dirty="0"/>
              <a:t>        self.Conv2 = </a:t>
            </a:r>
            <a:r>
              <a:rPr lang="en-US" sz="800" dirty="0" err="1"/>
              <a:t>conv_block</a:t>
            </a:r>
            <a:r>
              <a:rPr lang="en-US" sz="800" dirty="0"/>
              <a:t>(filters[0], filters[1])</a:t>
            </a:r>
          </a:p>
          <a:p>
            <a:r>
              <a:rPr lang="en-US" sz="800" dirty="0"/>
              <a:t>        self.Conv3 = </a:t>
            </a:r>
            <a:r>
              <a:rPr lang="en-US" sz="800" dirty="0" err="1"/>
              <a:t>conv_block</a:t>
            </a:r>
            <a:r>
              <a:rPr lang="en-US" sz="800" dirty="0"/>
              <a:t>(filters[1], filters[2])</a:t>
            </a:r>
          </a:p>
          <a:p>
            <a:r>
              <a:rPr lang="en-US" sz="800" dirty="0"/>
              <a:t>        self.Conv4 = </a:t>
            </a:r>
            <a:r>
              <a:rPr lang="en-US" sz="800" dirty="0" err="1"/>
              <a:t>conv_block</a:t>
            </a:r>
            <a:r>
              <a:rPr lang="en-US" sz="800" dirty="0"/>
              <a:t>(filters[2], filters[3])</a:t>
            </a:r>
          </a:p>
          <a:p>
            <a:r>
              <a:rPr lang="en-US" sz="800" dirty="0"/>
              <a:t>        self.Conv5 = </a:t>
            </a:r>
            <a:r>
              <a:rPr lang="en-US" sz="800" dirty="0" err="1"/>
              <a:t>conv_block</a:t>
            </a:r>
            <a:r>
              <a:rPr lang="en-US" sz="800" dirty="0"/>
              <a:t>(filters[3], filters[4])</a:t>
            </a:r>
          </a:p>
          <a:p>
            <a:endParaRPr lang="en-US" sz="800" dirty="0"/>
          </a:p>
          <a:p>
            <a:r>
              <a:rPr lang="en-US" sz="800" dirty="0"/>
              <a:t>        self.Up5 = </a:t>
            </a:r>
            <a:r>
              <a:rPr lang="en-US" sz="800" dirty="0" err="1"/>
              <a:t>up_conv</a:t>
            </a:r>
            <a:r>
              <a:rPr lang="en-US" sz="800" dirty="0"/>
              <a:t>(filters[4], filters[3])</a:t>
            </a:r>
          </a:p>
          <a:p>
            <a:r>
              <a:rPr lang="en-US" sz="800" dirty="0"/>
              <a:t>        self.Att5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=filters[3], </a:t>
            </a:r>
            <a:r>
              <a:rPr lang="en-US" sz="800" dirty="0" err="1"/>
              <a:t>F_l</a:t>
            </a:r>
            <a:r>
              <a:rPr lang="en-US" sz="800" dirty="0"/>
              <a:t>=filters[3], </a:t>
            </a:r>
            <a:r>
              <a:rPr lang="en-US" sz="800" dirty="0" err="1"/>
              <a:t>F_int</a:t>
            </a:r>
            <a:r>
              <a:rPr lang="en-US" sz="800" dirty="0"/>
              <a:t>=filters[2])</a:t>
            </a:r>
          </a:p>
          <a:p>
            <a:r>
              <a:rPr lang="en-US" sz="800" dirty="0"/>
              <a:t>        self.Up_conv5 = </a:t>
            </a:r>
            <a:r>
              <a:rPr lang="en-US" sz="800" dirty="0" err="1"/>
              <a:t>conv_block</a:t>
            </a:r>
            <a:r>
              <a:rPr lang="en-US" sz="800" dirty="0"/>
              <a:t>(filters[4], filters[3])</a:t>
            </a:r>
          </a:p>
          <a:p>
            <a:endParaRPr lang="en-US" sz="800" dirty="0"/>
          </a:p>
          <a:p>
            <a:r>
              <a:rPr lang="en-US" sz="800" dirty="0"/>
              <a:t>        self.Up4 = </a:t>
            </a:r>
            <a:r>
              <a:rPr lang="en-US" sz="800" dirty="0" err="1"/>
              <a:t>up_conv</a:t>
            </a:r>
            <a:r>
              <a:rPr lang="en-US" sz="800" dirty="0"/>
              <a:t>(filters[3], filters[2])</a:t>
            </a:r>
          </a:p>
          <a:p>
            <a:r>
              <a:rPr lang="en-US" sz="800" dirty="0"/>
              <a:t>        self.Att4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=filters[2], </a:t>
            </a:r>
            <a:r>
              <a:rPr lang="en-US" sz="800" dirty="0" err="1"/>
              <a:t>F_l</a:t>
            </a:r>
            <a:r>
              <a:rPr lang="en-US" sz="800" dirty="0"/>
              <a:t>=filters[2], </a:t>
            </a:r>
            <a:r>
              <a:rPr lang="en-US" sz="800" dirty="0" err="1"/>
              <a:t>F_int</a:t>
            </a:r>
            <a:r>
              <a:rPr lang="en-US" sz="800" dirty="0"/>
              <a:t>=filters[1])</a:t>
            </a:r>
          </a:p>
          <a:p>
            <a:r>
              <a:rPr lang="en-US" sz="800" dirty="0"/>
              <a:t>        self.Up_conv4 = </a:t>
            </a:r>
            <a:r>
              <a:rPr lang="en-US" sz="800" dirty="0" err="1"/>
              <a:t>conv_block</a:t>
            </a:r>
            <a:r>
              <a:rPr lang="en-US" sz="800" dirty="0"/>
              <a:t>(filters[3], filters[2])</a:t>
            </a:r>
          </a:p>
          <a:p>
            <a:endParaRPr lang="en-US" sz="800" dirty="0"/>
          </a:p>
          <a:p>
            <a:r>
              <a:rPr lang="en-US" sz="800" dirty="0"/>
              <a:t>        self.Up3 = </a:t>
            </a:r>
            <a:r>
              <a:rPr lang="en-US" sz="800" dirty="0" err="1"/>
              <a:t>up_conv</a:t>
            </a:r>
            <a:r>
              <a:rPr lang="en-US" sz="800" dirty="0"/>
              <a:t>(filters[2], filters[1])</a:t>
            </a:r>
          </a:p>
          <a:p>
            <a:r>
              <a:rPr lang="en-US" sz="800" dirty="0"/>
              <a:t>        self.Att3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=filters[1], </a:t>
            </a:r>
            <a:r>
              <a:rPr lang="en-US" sz="800" dirty="0" err="1"/>
              <a:t>F_l</a:t>
            </a:r>
            <a:r>
              <a:rPr lang="en-US" sz="800" dirty="0"/>
              <a:t>=filters[1], </a:t>
            </a:r>
            <a:r>
              <a:rPr lang="en-US" sz="800" dirty="0" err="1"/>
              <a:t>F_int</a:t>
            </a:r>
            <a:r>
              <a:rPr lang="en-US" sz="800" dirty="0"/>
              <a:t>=filters[0])</a:t>
            </a:r>
          </a:p>
          <a:p>
            <a:r>
              <a:rPr lang="en-US" sz="800" dirty="0"/>
              <a:t>        self.Up_conv3 = </a:t>
            </a:r>
            <a:r>
              <a:rPr lang="en-US" sz="800" dirty="0" err="1"/>
              <a:t>conv_block</a:t>
            </a:r>
            <a:r>
              <a:rPr lang="en-US" sz="800" dirty="0"/>
              <a:t>(filters[2], filters[1])</a:t>
            </a:r>
          </a:p>
          <a:p>
            <a:endParaRPr lang="en-US" sz="800" dirty="0"/>
          </a:p>
          <a:p>
            <a:r>
              <a:rPr lang="en-US" sz="800" dirty="0"/>
              <a:t>        self.Up2 = </a:t>
            </a:r>
            <a:r>
              <a:rPr lang="en-US" sz="800" dirty="0" err="1"/>
              <a:t>up_conv</a:t>
            </a:r>
            <a:r>
              <a:rPr lang="en-US" sz="800" dirty="0"/>
              <a:t>(filters[1], filters[0])</a:t>
            </a:r>
          </a:p>
          <a:p>
            <a:r>
              <a:rPr lang="en-US" sz="800" dirty="0"/>
              <a:t>        self.Att2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=filters[0], </a:t>
            </a:r>
            <a:r>
              <a:rPr lang="en-US" sz="800" dirty="0" err="1"/>
              <a:t>F_l</a:t>
            </a:r>
            <a:r>
              <a:rPr lang="en-US" sz="800" dirty="0"/>
              <a:t>=filters[0], </a:t>
            </a:r>
            <a:r>
              <a:rPr lang="en-US" sz="800" dirty="0" err="1"/>
              <a:t>F_int</a:t>
            </a:r>
            <a:r>
              <a:rPr lang="en-US" sz="800" dirty="0"/>
              <a:t>=32)</a:t>
            </a:r>
          </a:p>
          <a:p>
            <a:r>
              <a:rPr lang="en-US" sz="800" dirty="0"/>
              <a:t>        self.Up_conv2 = </a:t>
            </a:r>
            <a:r>
              <a:rPr lang="en-US" sz="800" dirty="0" err="1"/>
              <a:t>conv_block</a:t>
            </a:r>
            <a:r>
              <a:rPr lang="en-US" sz="800" dirty="0"/>
              <a:t>(filters[1], filters[0])</a:t>
            </a:r>
          </a:p>
          <a:p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self.Conv</a:t>
            </a:r>
            <a:r>
              <a:rPr lang="en-US" sz="800" dirty="0"/>
              <a:t> = nn.Conv2d(filters[0], </a:t>
            </a:r>
            <a:r>
              <a:rPr lang="en-US" sz="800" dirty="0" err="1"/>
              <a:t>output_ch</a:t>
            </a:r>
            <a:r>
              <a:rPr lang="en-US" sz="800" dirty="0"/>
              <a:t>, </a:t>
            </a:r>
            <a:r>
              <a:rPr lang="en-US" sz="800" dirty="0" err="1"/>
              <a:t>kernel_size</a:t>
            </a:r>
            <a:r>
              <a:rPr lang="en-US" sz="800" dirty="0"/>
              <a:t>=1, stride=1, padding=0)</a:t>
            </a:r>
          </a:p>
          <a:p>
            <a:endParaRPr lang="en-US" sz="800" dirty="0"/>
          </a:p>
          <a:p>
            <a:r>
              <a:rPr lang="en-US" sz="800" dirty="0"/>
              <a:t>        #</a:t>
            </a:r>
            <a:r>
              <a:rPr lang="en-US" sz="800" dirty="0" err="1"/>
              <a:t>self.active</a:t>
            </a:r>
            <a:r>
              <a:rPr lang="en-US" sz="800" dirty="0"/>
              <a:t> = </a:t>
            </a:r>
            <a:r>
              <a:rPr lang="en-US" sz="800" dirty="0" err="1"/>
              <a:t>torch.nn.Sigmoid</a:t>
            </a:r>
            <a:r>
              <a:rPr lang="en-US" sz="800" dirty="0"/>
              <a:t>()</a:t>
            </a:r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    def forward(self, x):</a:t>
            </a:r>
          </a:p>
          <a:p>
            <a:endParaRPr lang="en-US" sz="800" dirty="0"/>
          </a:p>
          <a:p>
            <a:r>
              <a:rPr lang="en-US" sz="800" dirty="0"/>
              <a:t>        e1 = self.Conv1(x)</a:t>
            </a:r>
          </a:p>
          <a:p>
            <a:endParaRPr lang="en-US" sz="800" dirty="0"/>
          </a:p>
          <a:p>
            <a:r>
              <a:rPr lang="en-US" sz="800" dirty="0"/>
              <a:t>        e2 = self.Maxpool1(e1)</a:t>
            </a:r>
          </a:p>
          <a:p>
            <a:r>
              <a:rPr lang="en-US" sz="800" dirty="0"/>
              <a:t>        e2 = self.Conv2(e2)</a:t>
            </a:r>
          </a:p>
          <a:p>
            <a:endParaRPr lang="en-US" sz="800" dirty="0"/>
          </a:p>
          <a:p>
            <a:r>
              <a:rPr lang="en-US" sz="800" dirty="0"/>
              <a:t>        e3 = self.Maxpool2(e2)</a:t>
            </a:r>
          </a:p>
          <a:p>
            <a:r>
              <a:rPr lang="en-US" sz="800" dirty="0"/>
              <a:t>        e3 = self.Conv3(e3)</a:t>
            </a:r>
          </a:p>
          <a:p>
            <a:endParaRPr lang="en-US" sz="800" dirty="0"/>
          </a:p>
          <a:p>
            <a:r>
              <a:rPr lang="en-US" sz="800" dirty="0"/>
              <a:t>        e4 = self.Maxpool3(e3)</a:t>
            </a:r>
          </a:p>
          <a:p>
            <a:r>
              <a:rPr lang="en-US" sz="800" dirty="0"/>
              <a:t>        e4 = self.Conv4(e4)</a:t>
            </a:r>
          </a:p>
          <a:p>
            <a:endParaRPr lang="en-US" sz="800" dirty="0"/>
          </a:p>
          <a:p>
            <a:r>
              <a:rPr lang="en-US" sz="800" dirty="0"/>
              <a:t>        e5 = self.Maxpool4(e4)</a:t>
            </a:r>
          </a:p>
          <a:p>
            <a:r>
              <a:rPr lang="en-US" sz="800" dirty="0"/>
              <a:t>        e5 = self.Conv5(e5)</a:t>
            </a:r>
          </a:p>
          <a:p>
            <a:endParaRPr lang="en-US" sz="800" dirty="0"/>
          </a:p>
          <a:p>
            <a:r>
              <a:rPr lang="en-US" sz="800" dirty="0"/>
              <a:t>        #print(x5.shape)</a:t>
            </a:r>
          </a:p>
          <a:p>
            <a:r>
              <a:rPr lang="en-US" sz="800" dirty="0"/>
              <a:t>        d5 = self.Up5(e5)</a:t>
            </a:r>
          </a:p>
          <a:p>
            <a:r>
              <a:rPr lang="en-US" sz="800" dirty="0"/>
              <a:t>        #print(d5.shape)</a:t>
            </a:r>
          </a:p>
          <a:p>
            <a:r>
              <a:rPr lang="en-US" sz="800" dirty="0"/>
              <a:t>        x4 = self.Att5(g=d5, x=e4)</a:t>
            </a:r>
          </a:p>
          <a:p>
            <a:r>
              <a:rPr lang="en-US" sz="800" dirty="0"/>
              <a:t>        d5 = </a:t>
            </a:r>
            <a:r>
              <a:rPr lang="en-US" sz="800" dirty="0" err="1"/>
              <a:t>torch.cat</a:t>
            </a:r>
            <a:r>
              <a:rPr lang="en-US" sz="800" dirty="0"/>
              <a:t>((x4, d5), dim=1)</a:t>
            </a:r>
          </a:p>
          <a:p>
            <a:r>
              <a:rPr lang="en-US" sz="800" dirty="0"/>
              <a:t>        d5 = self.Up_conv5(d5)</a:t>
            </a:r>
          </a:p>
          <a:p>
            <a:endParaRPr lang="en-US" sz="800" dirty="0"/>
          </a:p>
          <a:p>
            <a:r>
              <a:rPr lang="en-US" sz="800" dirty="0"/>
              <a:t>        d4 = self.Up4(d5)</a:t>
            </a:r>
          </a:p>
          <a:p>
            <a:r>
              <a:rPr lang="en-US" sz="800" dirty="0"/>
              <a:t>        x3 = self.Att4(g=d4, x=e3)</a:t>
            </a:r>
          </a:p>
          <a:p>
            <a:r>
              <a:rPr lang="en-US" sz="800" dirty="0"/>
              <a:t>        d4 = </a:t>
            </a:r>
            <a:r>
              <a:rPr lang="en-US" sz="800" dirty="0" err="1"/>
              <a:t>torch.cat</a:t>
            </a:r>
            <a:r>
              <a:rPr lang="en-US" sz="800" dirty="0"/>
              <a:t>((x3, d4), dim=1)</a:t>
            </a:r>
          </a:p>
          <a:p>
            <a:r>
              <a:rPr lang="en-US" sz="800" dirty="0"/>
              <a:t>        d4 = self.Up_conv4(d4)</a:t>
            </a:r>
          </a:p>
          <a:p>
            <a:endParaRPr lang="en-US" sz="800" dirty="0"/>
          </a:p>
          <a:p>
            <a:r>
              <a:rPr lang="en-US" sz="800" dirty="0"/>
              <a:t>        d3 = self.Up3(d4)</a:t>
            </a:r>
          </a:p>
          <a:p>
            <a:r>
              <a:rPr lang="en-US" sz="800" dirty="0"/>
              <a:t>        x2 = self.Att3(g=d3, x=e2)</a:t>
            </a:r>
          </a:p>
          <a:p>
            <a:r>
              <a:rPr lang="en-US" sz="800" dirty="0"/>
              <a:t>        d3 = </a:t>
            </a:r>
            <a:r>
              <a:rPr lang="en-US" sz="800" dirty="0" err="1"/>
              <a:t>torch.cat</a:t>
            </a:r>
            <a:r>
              <a:rPr lang="en-US" sz="800" dirty="0"/>
              <a:t>((x2, d3), dim=1)</a:t>
            </a:r>
          </a:p>
          <a:p>
            <a:r>
              <a:rPr lang="en-US" sz="800" dirty="0"/>
              <a:t>        d3 = self.Up_conv3(d3)</a:t>
            </a:r>
          </a:p>
          <a:p>
            <a:endParaRPr lang="en-US" sz="800" dirty="0"/>
          </a:p>
          <a:p>
            <a:r>
              <a:rPr lang="en-US" sz="800" dirty="0"/>
              <a:t>        d2 = self.Up2(d3)</a:t>
            </a:r>
          </a:p>
          <a:p>
            <a:r>
              <a:rPr lang="en-US" sz="800" dirty="0"/>
              <a:t>        x1 = self.Att2(g=d2, x=e1)</a:t>
            </a:r>
          </a:p>
          <a:p>
            <a:r>
              <a:rPr lang="en-US" sz="800" dirty="0"/>
              <a:t>        d2 = </a:t>
            </a:r>
            <a:r>
              <a:rPr lang="en-US" sz="800" dirty="0" err="1"/>
              <a:t>torch.cat</a:t>
            </a:r>
            <a:r>
              <a:rPr lang="en-US" sz="800" dirty="0"/>
              <a:t>((x1, d2), dim=1)</a:t>
            </a:r>
          </a:p>
          <a:p>
            <a:r>
              <a:rPr lang="en-US" sz="800" dirty="0"/>
              <a:t>        d2 = self.Up_conv2(d2)</a:t>
            </a:r>
          </a:p>
          <a:p>
            <a:endParaRPr lang="en-US" sz="800" dirty="0"/>
          </a:p>
          <a:p>
            <a:r>
              <a:rPr lang="en-US" sz="800" dirty="0"/>
              <a:t>        out = </a:t>
            </a:r>
            <a:r>
              <a:rPr lang="en-US" sz="800" dirty="0" err="1"/>
              <a:t>self.Conv</a:t>
            </a:r>
            <a:r>
              <a:rPr lang="en-US" sz="800" dirty="0"/>
              <a:t>(d2)</a:t>
            </a:r>
          </a:p>
          <a:p>
            <a:endParaRPr lang="en-US" sz="800" dirty="0"/>
          </a:p>
          <a:p>
            <a:r>
              <a:rPr lang="en-US" sz="800" dirty="0"/>
              <a:t>      #  out = </a:t>
            </a:r>
            <a:r>
              <a:rPr lang="en-US" sz="800" dirty="0" err="1"/>
              <a:t>self.active</a:t>
            </a:r>
            <a:r>
              <a:rPr lang="en-US" sz="800" dirty="0"/>
              <a:t>(out)</a:t>
            </a:r>
          </a:p>
          <a:p>
            <a:endParaRPr lang="en-US" sz="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0015C-50C0-C446-D99F-60EBE50D0EF0}"/>
              </a:ext>
            </a:extLst>
          </p:cNvPr>
          <p:cNvSpPr/>
          <p:nvPr/>
        </p:nvSpPr>
        <p:spPr>
          <a:xfrm>
            <a:off x="3995936" y="692696"/>
            <a:ext cx="4572000" cy="56784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class </a:t>
            </a:r>
            <a:r>
              <a:rPr lang="en-US" sz="1100" dirty="0" err="1"/>
              <a:t>Attention_block</a:t>
            </a:r>
            <a:r>
              <a:rPr lang="en-US" sz="1100" dirty="0"/>
              <a:t>(</a:t>
            </a:r>
            <a:r>
              <a:rPr lang="en-US" sz="1100" dirty="0" err="1"/>
              <a:t>nn.Module</a:t>
            </a:r>
            <a:r>
              <a:rPr lang="en-US" sz="1100" dirty="0"/>
              <a:t>):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Attention Block</a:t>
            </a:r>
          </a:p>
          <a:p>
            <a:r>
              <a:rPr lang="en-US" sz="1100" dirty="0"/>
              <a:t>    """</a:t>
            </a:r>
          </a:p>
          <a:p>
            <a:endParaRPr lang="en-US" sz="1100" dirty="0"/>
          </a:p>
          <a:p>
            <a:r>
              <a:rPr lang="en-US" sz="1100" dirty="0"/>
              <a:t>    def __</a:t>
            </a:r>
            <a:r>
              <a:rPr lang="en-US" sz="1100" dirty="0" err="1"/>
              <a:t>init</a:t>
            </a:r>
            <a:r>
              <a:rPr lang="en-US" sz="1100" dirty="0"/>
              <a:t>__(self, </a:t>
            </a:r>
            <a:r>
              <a:rPr lang="en-US" sz="1100" dirty="0" err="1"/>
              <a:t>F_g</a:t>
            </a:r>
            <a:r>
              <a:rPr lang="en-US" sz="1100" dirty="0"/>
              <a:t>, </a:t>
            </a:r>
            <a:r>
              <a:rPr lang="en-US" sz="1100" dirty="0" err="1"/>
              <a:t>F_l</a:t>
            </a:r>
            <a:r>
              <a:rPr lang="en-US" sz="1100" dirty="0"/>
              <a:t>, </a:t>
            </a:r>
            <a:r>
              <a:rPr lang="en-US" sz="1100" dirty="0" err="1"/>
              <a:t>F_int</a:t>
            </a:r>
            <a:r>
              <a:rPr lang="en-US" sz="1100" dirty="0"/>
              <a:t>):</a:t>
            </a:r>
          </a:p>
          <a:p>
            <a:r>
              <a:rPr lang="en-US" sz="1100" dirty="0"/>
              <a:t>        super(</a:t>
            </a:r>
            <a:r>
              <a:rPr lang="en-US" sz="1100" dirty="0" err="1"/>
              <a:t>Attention_block</a:t>
            </a:r>
            <a:r>
              <a:rPr lang="en-US" sz="1100" dirty="0"/>
              <a:t>, self).__</a:t>
            </a:r>
            <a:r>
              <a:rPr lang="en-US" sz="1100" dirty="0" err="1"/>
              <a:t>init</a:t>
            </a:r>
            <a:r>
              <a:rPr lang="en-US" sz="1100" dirty="0"/>
              <a:t>__()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self.W_g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F_l</a:t>
            </a:r>
            <a:r>
              <a:rPr lang="en-US" sz="1100" dirty="0"/>
              <a:t>, </a:t>
            </a:r>
            <a:r>
              <a:rPr lang="en-US" sz="1100" dirty="0" err="1"/>
              <a:t>F_int</a:t>
            </a:r>
            <a:r>
              <a:rPr lang="en-US" sz="1100" dirty="0"/>
              <a:t>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</a:t>
            </a:r>
            <a:r>
              <a:rPr lang="en-US" sz="1100" dirty="0" err="1"/>
              <a:t>F_int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self.W_x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F_g</a:t>
            </a:r>
            <a:r>
              <a:rPr lang="en-US" sz="1100" dirty="0"/>
              <a:t>, </a:t>
            </a:r>
            <a:r>
              <a:rPr lang="en-US" sz="1100" dirty="0" err="1"/>
              <a:t>F_int</a:t>
            </a:r>
            <a:r>
              <a:rPr lang="en-US" sz="1100" dirty="0"/>
              <a:t>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</a:t>
            </a:r>
            <a:r>
              <a:rPr lang="en-US" sz="1100" dirty="0" err="1"/>
              <a:t>F_int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self.psi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F_int</a:t>
            </a:r>
            <a:r>
              <a:rPr lang="en-US" sz="1100" dirty="0"/>
              <a:t>, 1,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nn.BatchNorm2d(1),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nn.Sigmoid</a:t>
            </a:r>
            <a:r>
              <a:rPr lang="en-US" sz="1100" dirty="0"/>
              <a:t>()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self.relu</a:t>
            </a:r>
            <a:r>
              <a:rPr lang="en-US" sz="1100" dirty="0"/>
              <a:t> =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</a:t>
            </a:r>
          </a:p>
          <a:p>
            <a:endParaRPr lang="en-US" sz="1100" dirty="0"/>
          </a:p>
          <a:p>
            <a:r>
              <a:rPr lang="en-US" sz="1100" dirty="0"/>
              <a:t>    def forward(self, g, x):</a:t>
            </a:r>
          </a:p>
          <a:p>
            <a:r>
              <a:rPr lang="en-US" sz="1100" dirty="0"/>
              <a:t>        g1 = </a:t>
            </a:r>
            <a:r>
              <a:rPr lang="en-US" sz="1100" dirty="0" err="1"/>
              <a:t>self.W_g</a:t>
            </a:r>
            <a:r>
              <a:rPr lang="en-US" sz="1100" dirty="0"/>
              <a:t>(g)</a:t>
            </a:r>
          </a:p>
          <a:p>
            <a:r>
              <a:rPr lang="en-US" sz="1100" dirty="0"/>
              <a:t>        x1 = </a:t>
            </a:r>
            <a:r>
              <a:rPr lang="en-US" sz="1100" dirty="0" err="1"/>
              <a:t>self.W_x</a:t>
            </a:r>
            <a:r>
              <a:rPr lang="en-US" sz="1100" dirty="0"/>
              <a:t>(x)</a:t>
            </a:r>
          </a:p>
          <a:p>
            <a:r>
              <a:rPr lang="en-US" sz="1100" dirty="0"/>
              <a:t>        psi = </a:t>
            </a:r>
            <a:r>
              <a:rPr lang="en-US" sz="1100" dirty="0" err="1"/>
              <a:t>self.relu</a:t>
            </a:r>
            <a:r>
              <a:rPr lang="en-US" sz="1100" dirty="0"/>
              <a:t>(g1 + x1)</a:t>
            </a:r>
          </a:p>
          <a:p>
            <a:r>
              <a:rPr lang="en-US" sz="1100" dirty="0"/>
              <a:t>        psi = </a:t>
            </a:r>
            <a:r>
              <a:rPr lang="en-US" sz="1100" dirty="0" err="1"/>
              <a:t>self.psi</a:t>
            </a:r>
            <a:r>
              <a:rPr lang="en-US" sz="1100" dirty="0"/>
              <a:t>(psi)</a:t>
            </a:r>
          </a:p>
          <a:p>
            <a:r>
              <a:rPr lang="en-US" sz="1100" dirty="0"/>
              <a:t>        out = x * psi</a:t>
            </a:r>
          </a:p>
          <a:p>
            <a:r>
              <a:rPr lang="en-US" sz="1100" dirty="0"/>
              <a:t>        return out</a:t>
            </a:r>
          </a:p>
        </p:txBody>
      </p:sp>
    </p:spTree>
    <p:extLst>
      <p:ext uri="{BB962C8B-B14F-4D97-AF65-F5344CB8AC3E}">
        <p14:creationId xmlns:p14="http://schemas.microsoft.com/office/powerpoint/2010/main" val="2562100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3BEB94CC-E0AC-9BE4-B7E4-4ADEAE362D3E}"/>
              </a:ext>
            </a:extLst>
          </p:cNvPr>
          <p:cNvSpPr/>
          <p:nvPr/>
        </p:nvSpPr>
        <p:spPr>
          <a:xfrm>
            <a:off x="5191106" y="1412776"/>
            <a:ext cx="3816418" cy="36081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0015C-50C0-C446-D99F-60EBE50D0EF0}"/>
              </a:ext>
            </a:extLst>
          </p:cNvPr>
          <p:cNvSpPr/>
          <p:nvPr/>
        </p:nvSpPr>
        <p:spPr>
          <a:xfrm>
            <a:off x="107504" y="188640"/>
            <a:ext cx="4572000" cy="56784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class </a:t>
            </a:r>
            <a:r>
              <a:rPr lang="en-US" sz="1100" dirty="0" err="1"/>
              <a:t>Attention_block</a:t>
            </a:r>
            <a:r>
              <a:rPr lang="en-US" sz="1100" dirty="0"/>
              <a:t>(</a:t>
            </a:r>
            <a:r>
              <a:rPr lang="en-US" sz="1100" dirty="0" err="1"/>
              <a:t>nn.Module</a:t>
            </a:r>
            <a:r>
              <a:rPr lang="en-US" sz="1100" dirty="0"/>
              <a:t>):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Attention Block</a:t>
            </a:r>
          </a:p>
          <a:p>
            <a:r>
              <a:rPr lang="en-US" sz="1100" dirty="0"/>
              <a:t>    """</a:t>
            </a:r>
          </a:p>
          <a:p>
            <a:endParaRPr lang="en-US" sz="1100" dirty="0"/>
          </a:p>
          <a:p>
            <a:r>
              <a:rPr lang="en-US" sz="1100" dirty="0"/>
              <a:t>    def __</a:t>
            </a:r>
            <a:r>
              <a:rPr lang="en-US" sz="1100" dirty="0" err="1"/>
              <a:t>init</a:t>
            </a:r>
            <a:r>
              <a:rPr lang="en-US" sz="1100" dirty="0"/>
              <a:t>__(self, </a:t>
            </a:r>
            <a:r>
              <a:rPr lang="en-US" sz="1100" dirty="0" err="1"/>
              <a:t>F_g</a:t>
            </a:r>
            <a:r>
              <a:rPr lang="en-US" sz="1100" dirty="0"/>
              <a:t>, </a:t>
            </a:r>
            <a:r>
              <a:rPr lang="en-US" sz="1100" dirty="0" err="1"/>
              <a:t>F_l</a:t>
            </a:r>
            <a:r>
              <a:rPr lang="en-US" sz="1100" dirty="0"/>
              <a:t>, </a:t>
            </a:r>
            <a:r>
              <a:rPr lang="en-US" sz="1100" dirty="0" err="1"/>
              <a:t>F_int</a:t>
            </a:r>
            <a:r>
              <a:rPr lang="en-US" sz="1100" dirty="0"/>
              <a:t>):</a:t>
            </a:r>
          </a:p>
          <a:p>
            <a:r>
              <a:rPr lang="en-US" sz="1100" dirty="0"/>
              <a:t>        super(</a:t>
            </a:r>
            <a:r>
              <a:rPr lang="en-US" sz="1100" dirty="0" err="1"/>
              <a:t>Attention_block</a:t>
            </a:r>
            <a:r>
              <a:rPr lang="en-US" sz="1100" dirty="0"/>
              <a:t>, self).__</a:t>
            </a:r>
            <a:r>
              <a:rPr lang="en-US" sz="1100" dirty="0" err="1"/>
              <a:t>init</a:t>
            </a:r>
            <a:r>
              <a:rPr lang="en-US" sz="1100" dirty="0"/>
              <a:t>__()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self.W_g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F_l</a:t>
            </a:r>
            <a:r>
              <a:rPr lang="en-US" sz="1100" dirty="0"/>
              <a:t>, F_int,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nn.BatchNorm2d(F_int)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self.W_x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F_g</a:t>
            </a:r>
            <a:r>
              <a:rPr lang="en-US" sz="1100" dirty="0"/>
              <a:t>, F_int,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nn.BatchNorm2d(F_int)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self.psi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nn.Conv2d(F_int, 1,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nn.BatchNorm2d(1),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nn.Sigmoid</a:t>
            </a:r>
            <a:r>
              <a:rPr lang="en-US" sz="1100" dirty="0"/>
              <a:t>()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self.relu</a:t>
            </a:r>
            <a:r>
              <a:rPr lang="en-US" sz="1100" dirty="0"/>
              <a:t> =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</a:t>
            </a:r>
          </a:p>
          <a:p>
            <a:endParaRPr lang="en-US" sz="1100" dirty="0"/>
          </a:p>
          <a:p>
            <a:r>
              <a:rPr lang="en-US" sz="1100" dirty="0"/>
              <a:t>    def forward(self, g, x):</a:t>
            </a:r>
          </a:p>
          <a:p>
            <a:r>
              <a:rPr lang="en-US" sz="1100" dirty="0"/>
              <a:t>        g1 = </a:t>
            </a:r>
            <a:r>
              <a:rPr lang="en-US" sz="1100" dirty="0" err="1"/>
              <a:t>self.W_g</a:t>
            </a:r>
            <a:r>
              <a:rPr lang="en-US" sz="1100" dirty="0"/>
              <a:t>(g)</a:t>
            </a:r>
          </a:p>
          <a:p>
            <a:r>
              <a:rPr lang="en-US" sz="1100" dirty="0"/>
              <a:t>        x1 = </a:t>
            </a:r>
            <a:r>
              <a:rPr lang="en-US" sz="1100" dirty="0" err="1"/>
              <a:t>self.W_x</a:t>
            </a:r>
            <a:r>
              <a:rPr lang="en-US" sz="1100" dirty="0"/>
              <a:t>(x)</a:t>
            </a:r>
          </a:p>
          <a:p>
            <a:r>
              <a:rPr lang="en-US" sz="1100" dirty="0"/>
              <a:t>        psi = </a:t>
            </a:r>
            <a:r>
              <a:rPr lang="en-US" sz="1100" dirty="0" err="1"/>
              <a:t>self.relu</a:t>
            </a:r>
            <a:r>
              <a:rPr lang="en-US" sz="1100" dirty="0"/>
              <a:t>(g1 + x1)</a:t>
            </a:r>
          </a:p>
          <a:p>
            <a:r>
              <a:rPr lang="en-US" sz="1100" dirty="0"/>
              <a:t>        psi = </a:t>
            </a:r>
            <a:r>
              <a:rPr lang="en-US" sz="1100" dirty="0" err="1"/>
              <a:t>self.psi</a:t>
            </a:r>
            <a:r>
              <a:rPr lang="en-US" sz="1100" dirty="0"/>
              <a:t>(psi)</a:t>
            </a:r>
          </a:p>
          <a:p>
            <a:r>
              <a:rPr lang="en-US" sz="1100" dirty="0"/>
              <a:t>        out = x * psi</a:t>
            </a:r>
          </a:p>
          <a:p>
            <a:r>
              <a:rPr lang="en-US" sz="1100" dirty="0"/>
              <a:t>        return out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53CE62-AA24-9118-3136-A2C3FCB112A6}"/>
              </a:ext>
            </a:extLst>
          </p:cNvPr>
          <p:cNvSpPr txBox="1"/>
          <p:nvPr/>
        </p:nvSpPr>
        <p:spPr>
          <a:xfrm>
            <a:off x="5461664" y="1664250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Conv2D (g, t, 1, 1)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92D793-394D-891B-D05E-ECA98AAB7EEA}"/>
              </a:ext>
            </a:extLst>
          </p:cNvPr>
          <p:cNvSpPr txBox="1"/>
          <p:nvPr/>
        </p:nvSpPr>
        <p:spPr>
          <a:xfrm>
            <a:off x="5461664" y="2052234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00F336-96AE-485F-B9D2-276FB282DA9C}"/>
              </a:ext>
            </a:extLst>
          </p:cNvPr>
          <p:cNvSpPr txBox="1"/>
          <p:nvPr/>
        </p:nvSpPr>
        <p:spPr>
          <a:xfrm>
            <a:off x="6312199" y="4163077"/>
            <a:ext cx="139803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5B6B8A-0B91-4FF7-6DEF-9B6457C1603B}"/>
              </a:ext>
            </a:extLst>
          </p:cNvPr>
          <p:cNvSpPr txBox="1"/>
          <p:nvPr/>
        </p:nvSpPr>
        <p:spPr>
          <a:xfrm>
            <a:off x="6312199" y="2998493"/>
            <a:ext cx="139803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5ED26F3-181F-12C0-B6F9-FDB903010D15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6160680" y="1311458"/>
            <a:ext cx="2528" cy="314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00A5753-1578-09A4-6A89-E2BBF3AAE0E0}"/>
              </a:ext>
            </a:extLst>
          </p:cNvPr>
          <p:cNvSpPr txBox="1"/>
          <p:nvPr/>
        </p:nvSpPr>
        <p:spPr>
          <a:xfrm>
            <a:off x="7147728" y="1657919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Conv2D (x, t, 1, 1)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58A6BE-2B04-C562-E229-CD202BB729D4}"/>
              </a:ext>
            </a:extLst>
          </p:cNvPr>
          <p:cNvSpPr txBox="1"/>
          <p:nvPr/>
        </p:nvSpPr>
        <p:spPr>
          <a:xfrm>
            <a:off x="7147728" y="2045903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82E77E6-ABE9-661E-1B26-ECD71B036BBC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7846744" y="1305127"/>
            <a:ext cx="0" cy="321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DAB1BD10-D72F-AA0F-B47B-24F4E7A71BD5}"/>
              </a:ext>
            </a:extLst>
          </p:cNvPr>
          <p:cNvSpPr/>
          <p:nvPr/>
        </p:nvSpPr>
        <p:spPr>
          <a:xfrm>
            <a:off x="6019829" y="1013983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FAF44F-CDCF-FF68-8AFF-7B774BB06FD7}"/>
              </a:ext>
            </a:extLst>
          </p:cNvPr>
          <p:cNvSpPr txBox="1"/>
          <p:nvPr/>
        </p:nvSpPr>
        <p:spPr>
          <a:xfrm>
            <a:off x="6025538" y="100563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A05F6BC-6AB5-57D9-F498-DD4DB1CAC64A}"/>
              </a:ext>
            </a:extLst>
          </p:cNvPr>
          <p:cNvSpPr/>
          <p:nvPr/>
        </p:nvSpPr>
        <p:spPr>
          <a:xfrm>
            <a:off x="7710230" y="1013983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D94609-FD55-535C-4EB6-79620CE7D2DB}"/>
              </a:ext>
            </a:extLst>
          </p:cNvPr>
          <p:cNvSpPr txBox="1"/>
          <p:nvPr/>
        </p:nvSpPr>
        <p:spPr>
          <a:xfrm>
            <a:off x="7715939" y="100563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A9876BB-653F-6B0D-52A9-955454F40E53}"/>
              </a:ext>
            </a:extLst>
          </p:cNvPr>
          <p:cNvSpPr/>
          <p:nvPr/>
        </p:nvSpPr>
        <p:spPr>
          <a:xfrm>
            <a:off x="5407124" y="1626320"/>
            <a:ext cx="1512168" cy="73365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20311D-B08A-AFD8-4740-81805F120FA6}"/>
              </a:ext>
            </a:extLst>
          </p:cNvPr>
          <p:cNvSpPr/>
          <p:nvPr/>
        </p:nvSpPr>
        <p:spPr>
          <a:xfrm>
            <a:off x="7090660" y="1626320"/>
            <a:ext cx="1512168" cy="73365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2C9F13-F381-62B9-B18A-E93542395C2F}"/>
              </a:ext>
            </a:extLst>
          </p:cNvPr>
          <p:cNvSpPr txBox="1"/>
          <p:nvPr/>
        </p:nvSpPr>
        <p:spPr>
          <a:xfrm>
            <a:off x="6312199" y="3396359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Conv2D (t, 1, 1, 1)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B94FF2-F739-8B35-4111-F7CA6F6E5897}"/>
              </a:ext>
            </a:extLst>
          </p:cNvPr>
          <p:cNvSpPr txBox="1"/>
          <p:nvPr/>
        </p:nvSpPr>
        <p:spPr>
          <a:xfrm>
            <a:off x="6312199" y="3784343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858D01C-7D49-83A8-51FB-1D221F104FD0}"/>
              </a:ext>
            </a:extLst>
          </p:cNvPr>
          <p:cNvSpPr/>
          <p:nvPr/>
        </p:nvSpPr>
        <p:spPr>
          <a:xfrm>
            <a:off x="6868887" y="2538386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B6846B-9330-8439-0631-BECA23C6DF77}"/>
              </a:ext>
            </a:extLst>
          </p:cNvPr>
          <p:cNvSpPr txBox="1"/>
          <p:nvPr/>
        </p:nvSpPr>
        <p:spPr>
          <a:xfrm>
            <a:off x="6837682" y="239908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159FB43-726B-13B4-54EC-5C5D5CF88186}"/>
              </a:ext>
            </a:extLst>
          </p:cNvPr>
          <p:cNvSpPr/>
          <p:nvPr/>
        </p:nvSpPr>
        <p:spPr>
          <a:xfrm>
            <a:off x="6868887" y="4611468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F6B0CA2-5399-DD97-EF65-20665203DE19}"/>
              </a:ext>
            </a:extLst>
          </p:cNvPr>
          <p:cNvSpPr txBox="1"/>
          <p:nvPr/>
        </p:nvSpPr>
        <p:spPr>
          <a:xfrm rot="18853250">
            <a:off x="6827636" y="4490563"/>
            <a:ext cx="364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B0EE0F4A-F72E-1E40-1832-40A946BD8B22}"/>
              </a:ext>
            </a:extLst>
          </p:cNvPr>
          <p:cNvCxnSpPr>
            <a:cxnSpLocks/>
            <a:stCxn id="51" idx="3"/>
            <a:endCxn id="61" idx="6"/>
          </p:cNvCxnSpPr>
          <p:nvPr/>
        </p:nvCxnSpPr>
        <p:spPr>
          <a:xfrm flipH="1">
            <a:off x="7150588" y="1144130"/>
            <a:ext cx="826961" cy="3608189"/>
          </a:xfrm>
          <a:prstGeom prst="bentConnector3">
            <a:avLst>
              <a:gd name="adj1" fmla="val -941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C2E01259-A397-55C9-9836-DCB51DA31D82}"/>
              </a:ext>
            </a:extLst>
          </p:cNvPr>
          <p:cNvCxnSpPr>
            <a:cxnSpLocks/>
            <a:stCxn id="52" idx="2"/>
            <a:endCxn id="59" idx="2"/>
          </p:cNvCxnSpPr>
          <p:nvPr/>
        </p:nvCxnSpPr>
        <p:spPr>
          <a:xfrm rot="16200000" flipH="1">
            <a:off x="6356418" y="2166768"/>
            <a:ext cx="319258" cy="7056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1B4E23B7-EEB4-D810-8B97-AD429DD73A00}"/>
              </a:ext>
            </a:extLst>
          </p:cNvPr>
          <p:cNvCxnSpPr>
            <a:cxnSpLocks/>
            <a:stCxn id="53" idx="2"/>
            <a:endCxn id="59" idx="6"/>
          </p:cNvCxnSpPr>
          <p:nvPr/>
        </p:nvCxnSpPr>
        <p:spPr>
          <a:xfrm rot="5400000">
            <a:off x="7339037" y="2171530"/>
            <a:ext cx="319258" cy="6961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3B466D1-9696-3835-AC68-5B6560EC3096}"/>
              </a:ext>
            </a:extLst>
          </p:cNvPr>
          <p:cNvCxnSpPr>
            <a:stCxn id="39" idx="2"/>
            <a:endCxn id="56" idx="0"/>
          </p:cNvCxnSpPr>
          <p:nvPr/>
        </p:nvCxnSpPr>
        <p:spPr>
          <a:xfrm>
            <a:off x="7011215" y="3260103"/>
            <a:ext cx="0" cy="1362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8F2D910-35FC-3638-B900-BB1544B9F219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7011215" y="3657969"/>
            <a:ext cx="0" cy="126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7A2F662-F92E-C930-C3DC-B2219D49F330}"/>
              </a:ext>
            </a:extLst>
          </p:cNvPr>
          <p:cNvCxnSpPr>
            <a:stCxn id="57" idx="2"/>
            <a:endCxn id="38" idx="0"/>
          </p:cNvCxnSpPr>
          <p:nvPr/>
        </p:nvCxnSpPr>
        <p:spPr>
          <a:xfrm>
            <a:off x="7011215" y="4045953"/>
            <a:ext cx="0" cy="1171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25FAAE9-02C4-3E6F-0698-6B1B88DE8FB0}"/>
              </a:ext>
            </a:extLst>
          </p:cNvPr>
          <p:cNvCxnSpPr>
            <a:stCxn id="59" idx="4"/>
            <a:endCxn id="39" idx="0"/>
          </p:cNvCxnSpPr>
          <p:nvPr/>
        </p:nvCxnSpPr>
        <p:spPr>
          <a:xfrm>
            <a:off x="7009738" y="2820087"/>
            <a:ext cx="1477" cy="17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9353A04-C247-6054-D6AE-422856ED258E}"/>
              </a:ext>
            </a:extLst>
          </p:cNvPr>
          <p:cNvCxnSpPr>
            <a:stCxn id="38" idx="2"/>
            <a:endCxn id="61" idx="0"/>
          </p:cNvCxnSpPr>
          <p:nvPr/>
        </p:nvCxnSpPr>
        <p:spPr>
          <a:xfrm flipH="1">
            <a:off x="7009738" y="4424687"/>
            <a:ext cx="1477" cy="1867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2C85E4A-5AF7-468D-AB2A-613E6C947CF8}"/>
              </a:ext>
            </a:extLst>
          </p:cNvPr>
          <p:cNvCxnSpPr/>
          <p:nvPr/>
        </p:nvCxnSpPr>
        <p:spPr>
          <a:xfrm>
            <a:off x="7009738" y="4893169"/>
            <a:ext cx="0" cy="39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380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3BEB94CC-E0AC-9BE4-B7E4-4ADEAE362D3E}"/>
              </a:ext>
            </a:extLst>
          </p:cNvPr>
          <p:cNvSpPr/>
          <p:nvPr/>
        </p:nvSpPr>
        <p:spPr>
          <a:xfrm>
            <a:off x="5191106" y="1412776"/>
            <a:ext cx="3816418" cy="36081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0015C-50C0-C446-D99F-60EBE50D0EF0}"/>
              </a:ext>
            </a:extLst>
          </p:cNvPr>
          <p:cNvSpPr/>
          <p:nvPr/>
        </p:nvSpPr>
        <p:spPr>
          <a:xfrm>
            <a:off x="-1331861" y="377631"/>
            <a:ext cx="4572000" cy="56784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class </a:t>
            </a:r>
            <a:r>
              <a:rPr lang="en-US" sz="1100" dirty="0" err="1"/>
              <a:t>Attention_block</a:t>
            </a:r>
            <a:r>
              <a:rPr lang="en-US" sz="1100" dirty="0"/>
              <a:t>(</a:t>
            </a:r>
            <a:r>
              <a:rPr lang="en-US" sz="1100" dirty="0" err="1"/>
              <a:t>nn.Module</a:t>
            </a:r>
            <a:r>
              <a:rPr lang="en-US" sz="1100" dirty="0"/>
              <a:t>):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Attention Block</a:t>
            </a:r>
          </a:p>
          <a:p>
            <a:r>
              <a:rPr lang="en-US" sz="1100" dirty="0"/>
              <a:t>    """</a:t>
            </a:r>
          </a:p>
          <a:p>
            <a:endParaRPr lang="en-US" sz="1100" dirty="0"/>
          </a:p>
          <a:p>
            <a:r>
              <a:rPr lang="en-US" sz="1100" dirty="0"/>
              <a:t>    def __</a:t>
            </a:r>
            <a:r>
              <a:rPr lang="en-US" sz="1100" dirty="0" err="1"/>
              <a:t>init</a:t>
            </a:r>
            <a:r>
              <a:rPr lang="en-US" sz="1100" dirty="0"/>
              <a:t>__(self, </a:t>
            </a:r>
            <a:r>
              <a:rPr lang="en-US" sz="1100" dirty="0" err="1"/>
              <a:t>F_g</a:t>
            </a:r>
            <a:r>
              <a:rPr lang="en-US" sz="1100" dirty="0"/>
              <a:t>, </a:t>
            </a:r>
            <a:r>
              <a:rPr lang="en-US" sz="1100" dirty="0" err="1"/>
              <a:t>F_l</a:t>
            </a:r>
            <a:r>
              <a:rPr lang="en-US" sz="1100" dirty="0"/>
              <a:t>, </a:t>
            </a:r>
            <a:r>
              <a:rPr lang="en-US" sz="1100" dirty="0" err="1"/>
              <a:t>F_int</a:t>
            </a:r>
            <a:r>
              <a:rPr lang="en-US" sz="1100" dirty="0"/>
              <a:t>):</a:t>
            </a:r>
          </a:p>
          <a:p>
            <a:r>
              <a:rPr lang="en-US" sz="1100" dirty="0"/>
              <a:t>        super(</a:t>
            </a:r>
            <a:r>
              <a:rPr lang="en-US" sz="1100" dirty="0" err="1"/>
              <a:t>Attention_block</a:t>
            </a:r>
            <a:r>
              <a:rPr lang="en-US" sz="1100" dirty="0"/>
              <a:t>, self).__</a:t>
            </a:r>
            <a:r>
              <a:rPr lang="en-US" sz="1100" dirty="0" err="1"/>
              <a:t>init</a:t>
            </a:r>
            <a:r>
              <a:rPr lang="en-US" sz="1100" dirty="0"/>
              <a:t>__()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self.W_g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F_l</a:t>
            </a:r>
            <a:r>
              <a:rPr lang="en-US" sz="1100" dirty="0"/>
              <a:t>, F_int,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nn.BatchNorm2d(F_int)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self.W_x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F_g</a:t>
            </a:r>
            <a:r>
              <a:rPr lang="en-US" sz="1100" dirty="0"/>
              <a:t>, F_int,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nn.BatchNorm2d(F_int)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self.psi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nn.Conv2d(F_int, 1,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nn.BatchNorm2d(1),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nn.Sigmoid</a:t>
            </a:r>
            <a:r>
              <a:rPr lang="en-US" sz="1100" dirty="0"/>
              <a:t>()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self.relu</a:t>
            </a:r>
            <a:r>
              <a:rPr lang="en-US" sz="1100" dirty="0"/>
              <a:t> =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</a:t>
            </a:r>
          </a:p>
          <a:p>
            <a:endParaRPr lang="en-US" sz="1100" dirty="0"/>
          </a:p>
          <a:p>
            <a:r>
              <a:rPr lang="en-US" sz="1100" dirty="0"/>
              <a:t>    def forward(self, g, x):</a:t>
            </a:r>
          </a:p>
          <a:p>
            <a:r>
              <a:rPr lang="en-US" sz="1100" dirty="0"/>
              <a:t>        g1 = </a:t>
            </a:r>
            <a:r>
              <a:rPr lang="en-US" sz="1100" dirty="0" err="1"/>
              <a:t>self.W_g</a:t>
            </a:r>
            <a:r>
              <a:rPr lang="en-US" sz="1100" dirty="0"/>
              <a:t>(g)</a:t>
            </a:r>
          </a:p>
          <a:p>
            <a:r>
              <a:rPr lang="en-US" sz="1100" dirty="0"/>
              <a:t>        x1 = </a:t>
            </a:r>
            <a:r>
              <a:rPr lang="en-US" sz="1100" dirty="0" err="1"/>
              <a:t>self.W_x</a:t>
            </a:r>
            <a:r>
              <a:rPr lang="en-US" sz="1100" dirty="0"/>
              <a:t>(x)</a:t>
            </a:r>
          </a:p>
          <a:p>
            <a:r>
              <a:rPr lang="en-US" sz="1100" dirty="0"/>
              <a:t>        psi = </a:t>
            </a:r>
            <a:r>
              <a:rPr lang="en-US" sz="1100" dirty="0" err="1"/>
              <a:t>self.relu</a:t>
            </a:r>
            <a:r>
              <a:rPr lang="en-US" sz="1100" dirty="0"/>
              <a:t>(g1 + x1)</a:t>
            </a:r>
          </a:p>
          <a:p>
            <a:r>
              <a:rPr lang="en-US" sz="1100" dirty="0"/>
              <a:t>        psi = </a:t>
            </a:r>
            <a:r>
              <a:rPr lang="en-US" sz="1100" dirty="0" err="1"/>
              <a:t>self.psi</a:t>
            </a:r>
            <a:r>
              <a:rPr lang="en-US" sz="1100" dirty="0"/>
              <a:t>(psi)</a:t>
            </a:r>
          </a:p>
          <a:p>
            <a:r>
              <a:rPr lang="en-US" sz="1100" dirty="0"/>
              <a:t>        out = x * psi</a:t>
            </a:r>
          </a:p>
          <a:p>
            <a:r>
              <a:rPr lang="en-US" sz="1100" dirty="0"/>
              <a:t>        return 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653CE62-AA24-9118-3136-A2C3FCB112A6}"/>
                  </a:ext>
                </a:extLst>
              </p:cNvPr>
              <p:cNvSpPr txBox="1"/>
              <p:nvPr/>
            </p:nvSpPr>
            <p:spPr>
              <a:xfrm>
                <a:off x="5461664" y="1664250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14:m>
                  <m:oMath xmlns:m="http://schemas.openxmlformats.org/officeDocument/2006/math">
                    <m:r>
                      <a:rPr lang="en-US" sz="1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653CE62-AA24-9118-3136-A2C3FCB11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664" y="1664250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792D793-394D-891B-D05E-ECA98AAB7EEA}"/>
              </a:ext>
            </a:extLst>
          </p:cNvPr>
          <p:cNvSpPr txBox="1"/>
          <p:nvPr/>
        </p:nvSpPr>
        <p:spPr>
          <a:xfrm>
            <a:off x="5461664" y="2052234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00F336-96AE-485F-B9D2-276FB282DA9C}"/>
              </a:ext>
            </a:extLst>
          </p:cNvPr>
          <p:cNvSpPr txBox="1"/>
          <p:nvPr/>
        </p:nvSpPr>
        <p:spPr>
          <a:xfrm>
            <a:off x="6312199" y="4163077"/>
            <a:ext cx="139803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5B6B8A-0B91-4FF7-6DEF-9B6457C1603B}"/>
              </a:ext>
            </a:extLst>
          </p:cNvPr>
          <p:cNvSpPr txBox="1"/>
          <p:nvPr/>
        </p:nvSpPr>
        <p:spPr>
          <a:xfrm>
            <a:off x="6312199" y="2998493"/>
            <a:ext cx="139803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5ED26F3-181F-12C0-B6F9-FDB903010D15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6160680" y="1311458"/>
            <a:ext cx="2528" cy="314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00A5753-1578-09A4-6A89-E2BBF3AAE0E0}"/>
                  </a:ext>
                </a:extLst>
              </p:cNvPr>
              <p:cNvSpPr txBox="1"/>
              <p:nvPr/>
            </p:nvSpPr>
            <p:spPr>
              <a:xfrm>
                <a:off x="7147728" y="165791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14:m>
                  <m:oMath xmlns:m="http://schemas.openxmlformats.org/officeDocument/2006/math">
                    <m:r>
                      <a:rPr lang="en-US" sz="1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00A5753-1578-09A4-6A89-E2BBF3AAE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728" y="1657919"/>
                <a:ext cx="1398032" cy="2616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B058A6BE-2B04-C562-E229-CD202BB729D4}"/>
              </a:ext>
            </a:extLst>
          </p:cNvPr>
          <p:cNvSpPr txBox="1"/>
          <p:nvPr/>
        </p:nvSpPr>
        <p:spPr>
          <a:xfrm>
            <a:off x="7147728" y="2045903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82E77E6-ABE9-661E-1B26-ECD71B036BBC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7846744" y="1305127"/>
            <a:ext cx="0" cy="321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DAB1BD10-D72F-AA0F-B47B-24F4E7A71BD5}"/>
              </a:ext>
            </a:extLst>
          </p:cNvPr>
          <p:cNvSpPr/>
          <p:nvPr/>
        </p:nvSpPr>
        <p:spPr>
          <a:xfrm>
            <a:off x="6019829" y="1013983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FAF44F-CDCF-FF68-8AFF-7B774BB06FD7}"/>
              </a:ext>
            </a:extLst>
          </p:cNvPr>
          <p:cNvSpPr txBox="1"/>
          <p:nvPr/>
        </p:nvSpPr>
        <p:spPr>
          <a:xfrm>
            <a:off x="6025538" y="100563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A05F6BC-6AB5-57D9-F498-DD4DB1CAC64A}"/>
              </a:ext>
            </a:extLst>
          </p:cNvPr>
          <p:cNvSpPr/>
          <p:nvPr/>
        </p:nvSpPr>
        <p:spPr>
          <a:xfrm>
            <a:off x="7710230" y="1013983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D94609-FD55-535C-4EB6-79620CE7D2DB}"/>
              </a:ext>
            </a:extLst>
          </p:cNvPr>
          <p:cNvSpPr txBox="1"/>
          <p:nvPr/>
        </p:nvSpPr>
        <p:spPr>
          <a:xfrm>
            <a:off x="7715939" y="100563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A9876BB-653F-6B0D-52A9-955454F40E53}"/>
              </a:ext>
            </a:extLst>
          </p:cNvPr>
          <p:cNvSpPr/>
          <p:nvPr/>
        </p:nvSpPr>
        <p:spPr>
          <a:xfrm>
            <a:off x="5407124" y="1626320"/>
            <a:ext cx="1512168" cy="73365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20311D-B08A-AFD8-4740-81805F120FA6}"/>
              </a:ext>
            </a:extLst>
          </p:cNvPr>
          <p:cNvSpPr/>
          <p:nvPr/>
        </p:nvSpPr>
        <p:spPr>
          <a:xfrm>
            <a:off x="7090660" y="1626320"/>
            <a:ext cx="1512168" cy="73365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A2C9F13-F381-62B9-B18A-E93542395C2F}"/>
                  </a:ext>
                </a:extLst>
              </p:cNvPr>
              <p:cNvSpPr txBox="1"/>
              <p:nvPr/>
            </p:nvSpPr>
            <p:spPr>
              <a:xfrm>
                <a:off x="6312199" y="339635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14:m>
                  <m:oMath xmlns:m="http://schemas.openxmlformats.org/officeDocument/2006/math">
                    <m:r>
                      <a:rPr lang="en-US" sz="1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A2C9F13-F381-62B9-B18A-E93542395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199" y="3396359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CAB94FF2-F739-8B35-4111-F7CA6F6E5897}"/>
              </a:ext>
            </a:extLst>
          </p:cNvPr>
          <p:cNvSpPr txBox="1"/>
          <p:nvPr/>
        </p:nvSpPr>
        <p:spPr>
          <a:xfrm>
            <a:off x="6312199" y="3784343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858D01C-7D49-83A8-51FB-1D221F104FD0}"/>
              </a:ext>
            </a:extLst>
          </p:cNvPr>
          <p:cNvSpPr/>
          <p:nvPr/>
        </p:nvSpPr>
        <p:spPr>
          <a:xfrm>
            <a:off x="6868887" y="2538386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B6846B-9330-8439-0631-BECA23C6DF77}"/>
              </a:ext>
            </a:extLst>
          </p:cNvPr>
          <p:cNvSpPr txBox="1"/>
          <p:nvPr/>
        </p:nvSpPr>
        <p:spPr>
          <a:xfrm>
            <a:off x="6837682" y="239908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159FB43-726B-13B4-54EC-5C5D5CF88186}"/>
              </a:ext>
            </a:extLst>
          </p:cNvPr>
          <p:cNvSpPr/>
          <p:nvPr/>
        </p:nvSpPr>
        <p:spPr>
          <a:xfrm>
            <a:off x="6868887" y="4611468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F6B0CA2-5399-DD97-EF65-20665203DE19}"/>
              </a:ext>
            </a:extLst>
          </p:cNvPr>
          <p:cNvSpPr txBox="1"/>
          <p:nvPr/>
        </p:nvSpPr>
        <p:spPr>
          <a:xfrm rot="18853250">
            <a:off x="6827636" y="4490563"/>
            <a:ext cx="364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B0EE0F4A-F72E-1E40-1832-40A946BD8B22}"/>
              </a:ext>
            </a:extLst>
          </p:cNvPr>
          <p:cNvCxnSpPr>
            <a:cxnSpLocks/>
            <a:stCxn id="51" idx="3"/>
            <a:endCxn id="61" idx="6"/>
          </p:cNvCxnSpPr>
          <p:nvPr/>
        </p:nvCxnSpPr>
        <p:spPr>
          <a:xfrm flipH="1">
            <a:off x="7150588" y="1144130"/>
            <a:ext cx="826961" cy="3608189"/>
          </a:xfrm>
          <a:prstGeom prst="bentConnector3">
            <a:avLst>
              <a:gd name="adj1" fmla="val -941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C2E01259-A397-55C9-9836-DCB51DA31D82}"/>
              </a:ext>
            </a:extLst>
          </p:cNvPr>
          <p:cNvCxnSpPr>
            <a:cxnSpLocks/>
            <a:stCxn id="52" idx="2"/>
            <a:endCxn id="59" idx="2"/>
          </p:cNvCxnSpPr>
          <p:nvPr/>
        </p:nvCxnSpPr>
        <p:spPr>
          <a:xfrm rot="16200000" flipH="1">
            <a:off x="6356418" y="2166768"/>
            <a:ext cx="319258" cy="7056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1B4E23B7-EEB4-D810-8B97-AD429DD73A00}"/>
              </a:ext>
            </a:extLst>
          </p:cNvPr>
          <p:cNvCxnSpPr>
            <a:cxnSpLocks/>
            <a:stCxn id="53" idx="2"/>
            <a:endCxn id="59" idx="6"/>
          </p:cNvCxnSpPr>
          <p:nvPr/>
        </p:nvCxnSpPr>
        <p:spPr>
          <a:xfrm rot="5400000">
            <a:off x="7339037" y="2171530"/>
            <a:ext cx="319258" cy="6961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3B466D1-9696-3835-AC68-5B6560EC3096}"/>
              </a:ext>
            </a:extLst>
          </p:cNvPr>
          <p:cNvCxnSpPr>
            <a:stCxn id="39" idx="2"/>
            <a:endCxn id="56" idx="0"/>
          </p:cNvCxnSpPr>
          <p:nvPr/>
        </p:nvCxnSpPr>
        <p:spPr>
          <a:xfrm>
            <a:off x="7011215" y="3260103"/>
            <a:ext cx="0" cy="1362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8F2D910-35FC-3638-B900-BB1544B9F219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7011215" y="3657969"/>
            <a:ext cx="0" cy="126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7A2F662-F92E-C930-C3DC-B2219D49F330}"/>
              </a:ext>
            </a:extLst>
          </p:cNvPr>
          <p:cNvCxnSpPr>
            <a:stCxn id="57" idx="2"/>
            <a:endCxn id="38" idx="0"/>
          </p:cNvCxnSpPr>
          <p:nvPr/>
        </p:nvCxnSpPr>
        <p:spPr>
          <a:xfrm>
            <a:off x="7011215" y="4045953"/>
            <a:ext cx="0" cy="1171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25FAAE9-02C4-3E6F-0698-6B1B88DE8FB0}"/>
              </a:ext>
            </a:extLst>
          </p:cNvPr>
          <p:cNvCxnSpPr>
            <a:stCxn id="59" idx="4"/>
            <a:endCxn id="39" idx="0"/>
          </p:cNvCxnSpPr>
          <p:nvPr/>
        </p:nvCxnSpPr>
        <p:spPr>
          <a:xfrm>
            <a:off x="7009738" y="2820087"/>
            <a:ext cx="1477" cy="17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9353A04-C247-6054-D6AE-422856ED258E}"/>
              </a:ext>
            </a:extLst>
          </p:cNvPr>
          <p:cNvCxnSpPr>
            <a:stCxn id="38" idx="2"/>
            <a:endCxn id="61" idx="0"/>
          </p:cNvCxnSpPr>
          <p:nvPr/>
        </p:nvCxnSpPr>
        <p:spPr>
          <a:xfrm flipH="1">
            <a:off x="7009738" y="4424687"/>
            <a:ext cx="1477" cy="1867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2C85E4A-5AF7-468D-AB2A-613E6C947CF8}"/>
              </a:ext>
            </a:extLst>
          </p:cNvPr>
          <p:cNvCxnSpPr/>
          <p:nvPr/>
        </p:nvCxnSpPr>
        <p:spPr>
          <a:xfrm>
            <a:off x="7009738" y="4893169"/>
            <a:ext cx="0" cy="39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878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CA6BFDC-41E2-B5E0-6E6F-5BE4C7539395}"/>
              </a:ext>
            </a:extLst>
          </p:cNvPr>
          <p:cNvSpPr/>
          <p:nvPr/>
        </p:nvSpPr>
        <p:spPr>
          <a:xfrm>
            <a:off x="-2780992" y="-2171813"/>
            <a:ext cx="4572000" cy="105567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class </a:t>
            </a:r>
            <a:r>
              <a:rPr lang="en-US" sz="800" dirty="0" err="1"/>
              <a:t>AttU_Net</a:t>
            </a:r>
            <a:r>
              <a:rPr lang="en-US" sz="800" dirty="0"/>
              <a:t>(</a:t>
            </a:r>
            <a:r>
              <a:rPr lang="en-US" sz="800" dirty="0" err="1"/>
              <a:t>nn.Module</a:t>
            </a:r>
            <a:r>
              <a:rPr lang="en-US" sz="800" dirty="0"/>
              <a:t>):</a:t>
            </a:r>
          </a:p>
          <a:p>
            <a:r>
              <a:rPr lang="en-US" sz="800" dirty="0"/>
              <a:t>    """</a:t>
            </a:r>
          </a:p>
          <a:p>
            <a:r>
              <a:rPr lang="en-US" sz="800" dirty="0"/>
              <a:t>    Attention </a:t>
            </a:r>
            <a:r>
              <a:rPr lang="en-US" sz="800" dirty="0" err="1"/>
              <a:t>Unet</a:t>
            </a:r>
            <a:r>
              <a:rPr lang="en-US" sz="800" dirty="0"/>
              <a:t> implementation</a:t>
            </a:r>
          </a:p>
          <a:p>
            <a:r>
              <a:rPr lang="en-US" sz="800" dirty="0"/>
              <a:t>    Paper: https://</a:t>
            </a:r>
            <a:r>
              <a:rPr lang="en-US" sz="800" dirty="0" err="1"/>
              <a:t>arxiv.org</a:t>
            </a:r>
            <a:r>
              <a:rPr lang="en-US" sz="800" dirty="0"/>
              <a:t>/abs/1804.03999</a:t>
            </a:r>
          </a:p>
          <a:p>
            <a:r>
              <a:rPr lang="en-US" sz="800" dirty="0"/>
              <a:t>    """</a:t>
            </a:r>
          </a:p>
          <a:p>
            <a:r>
              <a:rPr lang="en-US" sz="800" dirty="0"/>
              <a:t>    def __</a:t>
            </a:r>
            <a:r>
              <a:rPr lang="en-US" sz="800" dirty="0" err="1"/>
              <a:t>init</a:t>
            </a:r>
            <a:r>
              <a:rPr lang="en-US" sz="800" dirty="0"/>
              <a:t>__(self, </a:t>
            </a:r>
            <a:r>
              <a:rPr lang="en-US" sz="800" dirty="0" err="1"/>
              <a:t>img_ch</a:t>
            </a:r>
            <a:r>
              <a:rPr lang="en-US" sz="800" dirty="0"/>
              <a:t>=3, </a:t>
            </a:r>
            <a:r>
              <a:rPr lang="en-US" sz="800" dirty="0" err="1"/>
              <a:t>output_ch</a:t>
            </a:r>
            <a:r>
              <a:rPr lang="en-US" sz="800" dirty="0"/>
              <a:t>=1):</a:t>
            </a:r>
          </a:p>
          <a:p>
            <a:r>
              <a:rPr lang="en-US" sz="800" dirty="0"/>
              <a:t>        super(</a:t>
            </a:r>
            <a:r>
              <a:rPr lang="en-US" sz="800" dirty="0" err="1"/>
              <a:t>AttU_Net</a:t>
            </a:r>
            <a:r>
              <a:rPr lang="en-US" sz="800" dirty="0"/>
              <a:t>, self).__</a:t>
            </a:r>
            <a:r>
              <a:rPr lang="en-US" sz="800" dirty="0" err="1"/>
              <a:t>init</a:t>
            </a:r>
            <a:r>
              <a:rPr lang="en-US" sz="800" dirty="0"/>
              <a:t>__()</a:t>
            </a:r>
          </a:p>
          <a:p>
            <a:endParaRPr lang="en-US" sz="800" dirty="0"/>
          </a:p>
          <a:p>
            <a:r>
              <a:rPr lang="en-US" sz="800" dirty="0"/>
              <a:t>        n1 = 64</a:t>
            </a:r>
          </a:p>
          <a:p>
            <a:r>
              <a:rPr lang="en-US" sz="800" dirty="0"/>
              <a:t>        filters = [n1, n1 * 2, n1 * 4, n1 * 8, n1 * 16]</a:t>
            </a:r>
          </a:p>
          <a:p>
            <a:endParaRPr lang="en-US" sz="800" dirty="0"/>
          </a:p>
          <a:p>
            <a:r>
              <a:rPr lang="en-US" sz="800" dirty="0"/>
              <a:t>        self.Maxpool1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self.Maxpool2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self.Maxpool3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self.Maxpool4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endParaRPr lang="en-US" sz="800" dirty="0"/>
          </a:p>
          <a:p>
            <a:r>
              <a:rPr lang="en-US" sz="800" dirty="0"/>
              <a:t>        self.Conv1 = </a:t>
            </a:r>
            <a:r>
              <a:rPr lang="en-US" sz="800" dirty="0" err="1"/>
              <a:t>conv_block</a:t>
            </a:r>
            <a:r>
              <a:rPr lang="en-US" sz="800" dirty="0"/>
              <a:t>(</a:t>
            </a:r>
            <a:r>
              <a:rPr lang="en-US" sz="800" dirty="0" err="1"/>
              <a:t>img_ch</a:t>
            </a:r>
            <a:r>
              <a:rPr lang="en-US" sz="800" dirty="0"/>
              <a:t>, filters[0])</a:t>
            </a:r>
          </a:p>
          <a:p>
            <a:r>
              <a:rPr lang="en-US" sz="800" dirty="0"/>
              <a:t>        self.Conv2 = </a:t>
            </a:r>
            <a:r>
              <a:rPr lang="en-US" sz="800" dirty="0" err="1"/>
              <a:t>conv_block</a:t>
            </a:r>
            <a:r>
              <a:rPr lang="en-US" sz="800" dirty="0"/>
              <a:t>(filters[0], filters[1])</a:t>
            </a:r>
          </a:p>
          <a:p>
            <a:r>
              <a:rPr lang="en-US" sz="800" dirty="0"/>
              <a:t>        self.Conv3 = </a:t>
            </a:r>
            <a:r>
              <a:rPr lang="en-US" sz="800" dirty="0" err="1"/>
              <a:t>conv_block</a:t>
            </a:r>
            <a:r>
              <a:rPr lang="en-US" sz="800" dirty="0"/>
              <a:t>(filters[1], filters[2])</a:t>
            </a:r>
          </a:p>
          <a:p>
            <a:r>
              <a:rPr lang="en-US" sz="800" dirty="0"/>
              <a:t>        self.Conv4 = </a:t>
            </a:r>
            <a:r>
              <a:rPr lang="en-US" sz="800" dirty="0" err="1"/>
              <a:t>conv_block</a:t>
            </a:r>
            <a:r>
              <a:rPr lang="en-US" sz="800" dirty="0"/>
              <a:t>(filters[2], filters[3])</a:t>
            </a:r>
          </a:p>
          <a:p>
            <a:r>
              <a:rPr lang="en-US" sz="800" dirty="0"/>
              <a:t>        self.Conv5 = </a:t>
            </a:r>
            <a:r>
              <a:rPr lang="en-US" sz="800" dirty="0" err="1"/>
              <a:t>conv_block</a:t>
            </a:r>
            <a:r>
              <a:rPr lang="en-US" sz="800" dirty="0"/>
              <a:t>(filters[3], filters[4])</a:t>
            </a:r>
          </a:p>
          <a:p>
            <a:endParaRPr lang="en-US" sz="800" dirty="0"/>
          </a:p>
          <a:p>
            <a:r>
              <a:rPr lang="en-US" sz="800" dirty="0"/>
              <a:t>        self.Up5 = </a:t>
            </a:r>
            <a:r>
              <a:rPr lang="en-US" sz="800" dirty="0" err="1"/>
              <a:t>up_conv</a:t>
            </a:r>
            <a:r>
              <a:rPr lang="en-US" sz="800" dirty="0"/>
              <a:t>(filters[4], filters[3])</a:t>
            </a:r>
          </a:p>
          <a:p>
            <a:r>
              <a:rPr lang="en-US" sz="800" dirty="0"/>
              <a:t>        self.Att5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=filters[3], </a:t>
            </a:r>
            <a:r>
              <a:rPr lang="en-US" sz="800" dirty="0" err="1"/>
              <a:t>F_l</a:t>
            </a:r>
            <a:r>
              <a:rPr lang="en-US" sz="800" dirty="0"/>
              <a:t>=filters[3], </a:t>
            </a:r>
            <a:r>
              <a:rPr lang="en-US" sz="800" dirty="0" err="1"/>
              <a:t>F_int</a:t>
            </a:r>
            <a:r>
              <a:rPr lang="en-US" sz="800" dirty="0"/>
              <a:t>=filters[2])</a:t>
            </a:r>
          </a:p>
          <a:p>
            <a:r>
              <a:rPr lang="en-US" sz="800" dirty="0"/>
              <a:t>        self.Up_conv5 = </a:t>
            </a:r>
            <a:r>
              <a:rPr lang="en-US" sz="800" dirty="0" err="1"/>
              <a:t>conv_block</a:t>
            </a:r>
            <a:r>
              <a:rPr lang="en-US" sz="800" dirty="0"/>
              <a:t>(filters[4], filters[3])</a:t>
            </a:r>
          </a:p>
          <a:p>
            <a:endParaRPr lang="en-US" sz="800" dirty="0"/>
          </a:p>
          <a:p>
            <a:r>
              <a:rPr lang="en-US" sz="800" dirty="0"/>
              <a:t>        self.Up4 = </a:t>
            </a:r>
            <a:r>
              <a:rPr lang="en-US" sz="800" dirty="0" err="1"/>
              <a:t>up_conv</a:t>
            </a:r>
            <a:r>
              <a:rPr lang="en-US" sz="800" dirty="0"/>
              <a:t>(filters[3], filters[2])</a:t>
            </a:r>
          </a:p>
          <a:p>
            <a:r>
              <a:rPr lang="en-US" sz="800" dirty="0"/>
              <a:t>        self.Att4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=filters[2], </a:t>
            </a:r>
            <a:r>
              <a:rPr lang="en-US" sz="800" dirty="0" err="1"/>
              <a:t>F_l</a:t>
            </a:r>
            <a:r>
              <a:rPr lang="en-US" sz="800" dirty="0"/>
              <a:t>=filters[2], </a:t>
            </a:r>
            <a:r>
              <a:rPr lang="en-US" sz="800" dirty="0" err="1"/>
              <a:t>F_int</a:t>
            </a:r>
            <a:r>
              <a:rPr lang="en-US" sz="800" dirty="0"/>
              <a:t>=filters[1])</a:t>
            </a:r>
          </a:p>
          <a:p>
            <a:r>
              <a:rPr lang="en-US" sz="800" dirty="0"/>
              <a:t>        self.Up_conv4 = </a:t>
            </a:r>
            <a:r>
              <a:rPr lang="en-US" sz="800" dirty="0" err="1"/>
              <a:t>conv_block</a:t>
            </a:r>
            <a:r>
              <a:rPr lang="en-US" sz="800" dirty="0"/>
              <a:t>(filters[3], filters[2])</a:t>
            </a:r>
          </a:p>
          <a:p>
            <a:endParaRPr lang="en-US" sz="800" dirty="0"/>
          </a:p>
          <a:p>
            <a:r>
              <a:rPr lang="en-US" sz="800" dirty="0"/>
              <a:t>        self.Up3 = </a:t>
            </a:r>
            <a:r>
              <a:rPr lang="en-US" sz="800" dirty="0" err="1"/>
              <a:t>up_conv</a:t>
            </a:r>
            <a:r>
              <a:rPr lang="en-US" sz="800" dirty="0"/>
              <a:t>(filters[2], filters[1])</a:t>
            </a:r>
          </a:p>
          <a:p>
            <a:r>
              <a:rPr lang="en-US" sz="800" dirty="0"/>
              <a:t>        self.Att3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=filters[1], </a:t>
            </a:r>
            <a:r>
              <a:rPr lang="en-US" sz="800" dirty="0" err="1"/>
              <a:t>F_l</a:t>
            </a:r>
            <a:r>
              <a:rPr lang="en-US" sz="800" dirty="0"/>
              <a:t>=filters[1], </a:t>
            </a:r>
            <a:r>
              <a:rPr lang="en-US" sz="800" dirty="0" err="1"/>
              <a:t>F_int</a:t>
            </a:r>
            <a:r>
              <a:rPr lang="en-US" sz="800" dirty="0"/>
              <a:t>=filters[0])</a:t>
            </a:r>
          </a:p>
          <a:p>
            <a:r>
              <a:rPr lang="en-US" sz="800" dirty="0"/>
              <a:t>        self.Up_conv3 = </a:t>
            </a:r>
            <a:r>
              <a:rPr lang="en-US" sz="800" dirty="0" err="1"/>
              <a:t>conv_block</a:t>
            </a:r>
            <a:r>
              <a:rPr lang="en-US" sz="800" dirty="0"/>
              <a:t>(filters[2], filters[1])</a:t>
            </a:r>
          </a:p>
          <a:p>
            <a:endParaRPr lang="en-US" sz="800" dirty="0"/>
          </a:p>
          <a:p>
            <a:r>
              <a:rPr lang="en-US" sz="800" dirty="0"/>
              <a:t>        self.Up2 = </a:t>
            </a:r>
            <a:r>
              <a:rPr lang="en-US" sz="800" dirty="0" err="1"/>
              <a:t>up_conv</a:t>
            </a:r>
            <a:r>
              <a:rPr lang="en-US" sz="800" dirty="0"/>
              <a:t>(filters[1], filters[0])</a:t>
            </a:r>
          </a:p>
          <a:p>
            <a:r>
              <a:rPr lang="en-US" sz="800" dirty="0"/>
              <a:t>        self.Att2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=filters[0], </a:t>
            </a:r>
            <a:r>
              <a:rPr lang="en-US" sz="800" dirty="0" err="1"/>
              <a:t>F_l</a:t>
            </a:r>
            <a:r>
              <a:rPr lang="en-US" sz="800" dirty="0"/>
              <a:t>=filters[0], </a:t>
            </a:r>
            <a:r>
              <a:rPr lang="en-US" sz="800" dirty="0" err="1"/>
              <a:t>F_int</a:t>
            </a:r>
            <a:r>
              <a:rPr lang="en-US" sz="800" dirty="0"/>
              <a:t>=32)</a:t>
            </a:r>
          </a:p>
          <a:p>
            <a:r>
              <a:rPr lang="en-US" sz="800" dirty="0"/>
              <a:t>        self.Up_conv2 = </a:t>
            </a:r>
            <a:r>
              <a:rPr lang="en-US" sz="800" dirty="0" err="1"/>
              <a:t>conv_block</a:t>
            </a:r>
            <a:r>
              <a:rPr lang="en-US" sz="800" dirty="0"/>
              <a:t>(filters[1], filters[0])</a:t>
            </a:r>
          </a:p>
          <a:p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self.Conv</a:t>
            </a:r>
            <a:r>
              <a:rPr lang="en-US" sz="800" dirty="0"/>
              <a:t> = nn.Conv2d(filters[0], </a:t>
            </a:r>
            <a:r>
              <a:rPr lang="en-US" sz="800" dirty="0" err="1"/>
              <a:t>output_ch</a:t>
            </a:r>
            <a:r>
              <a:rPr lang="en-US" sz="800" dirty="0"/>
              <a:t>, </a:t>
            </a:r>
            <a:r>
              <a:rPr lang="en-US" sz="800" dirty="0" err="1"/>
              <a:t>kernel_size</a:t>
            </a:r>
            <a:r>
              <a:rPr lang="en-US" sz="800" dirty="0"/>
              <a:t>=1, stride=1, padding=0)</a:t>
            </a:r>
          </a:p>
          <a:p>
            <a:endParaRPr lang="en-US" sz="800" dirty="0"/>
          </a:p>
          <a:p>
            <a:r>
              <a:rPr lang="en-US" sz="800" dirty="0"/>
              <a:t>        #</a:t>
            </a:r>
            <a:r>
              <a:rPr lang="en-US" sz="800" dirty="0" err="1"/>
              <a:t>self.active</a:t>
            </a:r>
            <a:r>
              <a:rPr lang="en-US" sz="800" dirty="0"/>
              <a:t> = </a:t>
            </a:r>
            <a:r>
              <a:rPr lang="en-US" sz="800" dirty="0" err="1"/>
              <a:t>torch.nn.Sigmoid</a:t>
            </a:r>
            <a:r>
              <a:rPr lang="en-US" sz="800" dirty="0"/>
              <a:t>()</a:t>
            </a:r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    def forward(self, x):</a:t>
            </a:r>
          </a:p>
          <a:p>
            <a:endParaRPr lang="en-US" sz="800" dirty="0"/>
          </a:p>
          <a:p>
            <a:r>
              <a:rPr lang="en-US" sz="800" dirty="0"/>
              <a:t>        e1 = self.Conv1(x)</a:t>
            </a:r>
          </a:p>
          <a:p>
            <a:endParaRPr lang="en-US" sz="800" dirty="0"/>
          </a:p>
          <a:p>
            <a:r>
              <a:rPr lang="en-US" sz="800" dirty="0"/>
              <a:t>        e2 = self.Maxpool1(e1)</a:t>
            </a:r>
          </a:p>
          <a:p>
            <a:r>
              <a:rPr lang="en-US" sz="800" dirty="0"/>
              <a:t>        e2 = self.Conv2(e2)</a:t>
            </a:r>
          </a:p>
          <a:p>
            <a:endParaRPr lang="en-US" sz="800" dirty="0"/>
          </a:p>
          <a:p>
            <a:r>
              <a:rPr lang="en-US" sz="800" dirty="0"/>
              <a:t>        e3 = self.Maxpool2(e2)</a:t>
            </a:r>
          </a:p>
          <a:p>
            <a:r>
              <a:rPr lang="en-US" sz="800" dirty="0"/>
              <a:t>        e3 = self.Conv3(e3)</a:t>
            </a:r>
          </a:p>
          <a:p>
            <a:endParaRPr lang="en-US" sz="800" dirty="0"/>
          </a:p>
          <a:p>
            <a:r>
              <a:rPr lang="en-US" sz="800" dirty="0"/>
              <a:t>        e4 = self.Maxpool3(e3)</a:t>
            </a:r>
          </a:p>
          <a:p>
            <a:r>
              <a:rPr lang="en-US" sz="800" dirty="0"/>
              <a:t>        e4 = self.Conv4(e4)</a:t>
            </a:r>
          </a:p>
          <a:p>
            <a:endParaRPr lang="en-US" sz="800" dirty="0"/>
          </a:p>
          <a:p>
            <a:r>
              <a:rPr lang="en-US" sz="800" dirty="0"/>
              <a:t>        e5 = self.Maxpool4(e4)</a:t>
            </a:r>
          </a:p>
          <a:p>
            <a:r>
              <a:rPr lang="en-US" sz="800" dirty="0"/>
              <a:t>        e5 = self.Conv5(e5)</a:t>
            </a:r>
          </a:p>
          <a:p>
            <a:endParaRPr lang="en-US" sz="800" dirty="0"/>
          </a:p>
          <a:p>
            <a:r>
              <a:rPr lang="en-US" sz="800" dirty="0"/>
              <a:t>        #print(x5.shape)</a:t>
            </a:r>
          </a:p>
          <a:p>
            <a:r>
              <a:rPr lang="en-US" sz="800" dirty="0"/>
              <a:t>        d5 = self.Up5(e5)</a:t>
            </a:r>
          </a:p>
          <a:p>
            <a:r>
              <a:rPr lang="en-US" sz="800" dirty="0"/>
              <a:t>        #print(d5.shape)</a:t>
            </a:r>
          </a:p>
          <a:p>
            <a:r>
              <a:rPr lang="en-US" sz="800" dirty="0"/>
              <a:t>        x4 = self.Att5(g=d5, x=e4)</a:t>
            </a:r>
          </a:p>
          <a:p>
            <a:r>
              <a:rPr lang="en-US" sz="800" dirty="0"/>
              <a:t>        d5 = </a:t>
            </a:r>
            <a:r>
              <a:rPr lang="en-US" sz="800" dirty="0" err="1"/>
              <a:t>torch.cat</a:t>
            </a:r>
            <a:r>
              <a:rPr lang="en-US" sz="800" dirty="0"/>
              <a:t>((x4, d5), dim=1)</a:t>
            </a:r>
          </a:p>
          <a:p>
            <a:r>
              <a:rPr lang="en-US" sz="800" dirty="0"/>
              <a:t>        d5 = self.Up_conv5(d5)</a:t>
            </a:r>
          </a:p>
          <a:p>
            <a:endParaRPr lang="en-US" sz="800" dirty="0"/>
          </a:p>
          <a:p>
            <a:r>
              <a:rPr lang="en-US" sz="800" dirty="0"/>
              <a:t>        d4 = self.Up4(d5)</a:t>
            </a:r>
          </a:p>
          <a:p>
            <a:r>
              <a:rPr lang="en-US" sz="800" dirty="0"/>
              <a:t>        x3 = self.Att4(g=d4, x=e3)</a:t>
            </a:r>
          </a:p>
          <a:p>
            <a:r>
              <a:rPr lang="en-US" sz="800" dirty="0"/>
              <a:t>        d4 = </a:t>
            </a:r>
            <a:r>
              <a:rPr lang="en-US" sz="800" dirty="0" err="1"/>
              <a:t>torch.cat</a:t>
            </a:r>
            <a:r>
              <a:rPr lang="en-US" sz="800" dirty="0"/>
              <a:t>((x3, d4), dim=1)</a:t>
            </a:r>
          </a:p>
          <a:p>
            <a:r>
              <a:rPr lang="en-US" sz="800" dirty="0"/>
              <a:t>        d4 = self.Up_conv4(d4)</a:t>
            </a:r>
          </a:p>
          <a:p>
            <a:endParaRPr lang="en-US" sz="800" dirty="0"/>
          </a:p>
          <a:p>
            <a:r>
              <a:rPr lang="en-US" sz="800" dirty="0"/>
              <a:t>        d3 = self.Up3(d4)</a:t>
            </a:r>
          </a:p>
          <a:p>
            <a:r>
              <a:rPr lang="en-US" sz="800" dirty="0"/>
              <a:t>        x2 = self.Att3(g=d3, x=e2)</a:t>
            </a:r>
          </a:p>
          <a:p>
            <a:r>
              <a:rPr lang="en-US" sz="800" dirty="0"/>
              <a:t>        d3 = </a:t>
            </a:r>
            <a:r>
              <a:rPr lang="en-US" sz="800" dirty="0" err="1"/>
              <a:t>torch.cat</a:t>
            </a:r>
            <a:r>
              <a:rPr lang="en-US" sz="800" dirty="0"/>
              <a:t>((x2, d3), dim=1)</a:t>
            </a:r>
          </a:p>
          <a:p>
            <a:r>
              <a:rPr lang="en-US" sz="800" dirty="0"/>
              <a:t>        d3 = self.Up_conv3(d3)</a:t>
            </a:r>
          </a:p>
          <a:p>
            <a:endParaRPr lang="en-US" sz="800" dirty="0"/>
          </a:p>
          <a:p>
            <a:r>
              <a:rPr lang="en-US" sz="800" dirty="0"/>
              <a:t>        d2 = self.Up2(d3)</a:t>
            </a:r>
          </a:p>
          <a:p>
            <a:r>
              <a:rPr lang="en-US" sz="800" dirty="0"/>
              <a:t>        x1 = self.Att2(g=d2, x=e1)</a:t>
            </a:r>
          </a:p>
          <a:p>
            <a:r>
              <a:rPr lang="en-US" sz="800" dirty="0"/>
              <a:t>        d2 = </a:t>
            </a:r>
            <a:r>
              <a:rPr lang="en-US" sz="800" dirty="0" err="1"/>
              <a:t>torch.cat</a:t>
            </a:r>
            <a:r>
              <a:rPr lang="en-US" sz="800" dirty="0"/>
              <a:t>((x1, d2), dim=1)</a:t>
            </a:r>
          </a:p>
          <a:p>
            <a:r>
              <a:rPr lang="en-US" sz="800" dirty="0"/>
              <a:t>        d2 = self.Up_conv2(d2)</a:t>
            </a:r>
          </a:p>
          <a:p>
            <a:endParaRPr lang="en-US" sz="800" dirty="0"/>
          </a:p>
          <a:p>
            <a:r>
              <a:rPr lang="en-US" sz="800" dirty="0"/>
              <a:t>        out = </a:t>
            </a:r>
            <a:r>
              <a:rPr lang="en-US" sz="800" dirty="0" err="1"/>
              <a:t>self.Conv</a:t>
            </a:r>
            <a:r>
              <a:rPr lang="en-US" sz="800" dirty="0"/>
              <a:t>(d2)</a:t>
            </a:r>
          </a:p>
          <a:p>
            <a:endParaRPr lang="en-US" sz="800" dirty="0"/>
          </a:p>
          <a:p>
            <a:r>
              <a:rPr lang="en-US" sz="800" dirty="0"/>
              <a:t>      #  out = </a:t>
            </a:r>
            <a:r>
              <a:rPr lang="en-US" sz="800" dirty="0" err="1"/>
              <a:t>self.active</a:t>
            </a:r>
            <a:r>
              <a:rPr lang="en-US" sz="800" dirty="0"/>
              <a:t>(out)</a:t>
            </a:r>
          </a:p>
          <a:p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/>
              <p:nvPr/>
            </p:nvSpPr>
            <p:spPr>
              <a:xfrm rot="16200000">
                <a:off x="-543332" y="190897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43332" y="1908979"/>
                <a:ext cx="139803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D6C3EB2-50C5-4E71-EEDA-E893578E2DFA}"/>
              </a:ext>
            </a:extLst>
          </p:cNvPr>
          <p:cNvSpPr/>
          <p:nvPr/>
        </p:nvSpPr>
        <p:spPr>
          <a:xfrm>
            <a:off x="11051664" y="0"/>
            <a:ext cx="4572000" cy="36471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class </a:t>
            </a:r>
            <a:r>
              <a:rPr lang="en-US" sz="1100" dirty="0" err="1"/>
              <a:t>conv_block</a:t>
            </a:r>
            <a:r>
              <a:rPr lang="en-US" sz="1100" dirty="0"/>
              <a:t>(</a:t>
            </a:r>
            <a:r>
              <a:rPr lang="en-US" sz="1100" dirty="0" err="1"/>
              <a:t>nn.Module</a:t>
            </a:r>
            <a:r>
              <a:rPr lang="en-US" sz="1100" dirty="0"/>
              <a:t>):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Convolution Block 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def __</a:t>
            </a:r>
            <a:r>
              <a:rPr lang="en-US" sz="1100" dirty="0" err="1"/>
              <a:t>init</a:t>
            </a:r>
            <a:r>
              <a:rPr lang="en-US" sz="1100" dirty="0"/>
              <a:t>__(self, </a:t>
            </a:r>
            <a:r>
              <a:rPr lang="en-US" sz="1100" dirty="0" err="1"/>
              <a:t>in_ch</a:t>
            </a:r>
            <a:r>
              <a:rPr lang="en-US" sz="1100" dirty="0"/>
              <a:t>, </a:t>
            </a:r>
            <a:r>
              <a:rPr lang="en-US" sz="1100" dirty="0" err="1"/>
              <a:t>out_ch</a:t>
            </a:r>
            <a:r>
              <a:rPr lang="en-US" sz="1100" dirty="0"/>
              <a:t>):</a:t>
            </a:r>
          </a:p>
          <a:p>
            <a:r>
              <a:rPr lang="en-US" sz="1100" dirty="0"/>
              <a:t>        super(</a:t>
            </a:r>
            <a:r>
              <a:rPr lang="en-US" sz="1100" dirty="0" err="1"/>
              <a:t>conv_block</a:t>
            </a:r>
            <a:r>
              <a:rPr lang="en-US" sz="1100" dirty="0"/>
              <a:t>, self).__</a:t>
            </a:r>
            <a:r>
              <a:rPr lang="en-US" sz="1100" dirty="0" err="1"/>
              <a:t>init</a:t>
            </a:r>
            <a:r>
              <a:rPr lang="en-US" sz="1100" dirty="0"/>
              <a:t>__()</a:t>
            </a:r>
          </a:p>
          <a:p>
            <a:r>
              <a:rPr lang="en-US" sz="1100" dirty="0"/>
              <a:t>        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self.conv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in_ch</a:t>
            </a:r>
            <a:r>
              <a:rPr lang="en-US" sz="1100" dirty="0"/>
              <a:t>, </a:t>
            </a:r>
            <a:r>
              <a:rPr lang="en-US" sz="1100" dirty="0" err="1"/>
              <a:t>out_ch</a:t>
            </a:r>
            <a:r>
              <a:rPr lang="en-US" sz="1100" dirty="0"/>
              <a:t>, </a:t>
            </a:r>
            <a:r>
              <a:rPr lang="en-US" sz="1100" dirty="0" err="1"/>
              <a:t>kernel_size</a:t>
            </a:r>
            <a:r>
              <a:rPr lang="en-US" sz="1100" dirty="0"/>
              <a:t>=3, stride=1, padding=1, bias=True),</a:t>
            </a:r>
          </a:p>
          <a:p>
            <a:r>
              <a:rPr lang="en-US" sz="1100" dirty="0"/>
              <a:t>            nn.BatchNorm2d(</a:t>
            </a:r>
            <a:r>
              <a:rPr lang="en-US" sz="1100" dirty="0" err="1"/>
              <a:t>out_ch</a:t>
            </a:r>
            <a:r>
              <a:rPr lang="en-US" sz="1100" dirty="0"/>
              <a:t>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=True),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out_ch</a:t>
            </a:r>
            <a:r>
              <a:rPr lang="en-US" sz="1100" dirty="0"/>
              <a:t>, </a:t>
            </a:r>
            <a:r>
              <a:rPr lang="en-US" sz="1100" dirty="0" err="1"/>
              <a:t>out_ch</a:t>
            </a:r>
            <a:r>
              <a:rPr lang="en-US" sz="1100" dirty="0"/>
              <a:t>, </a:t>
            </a:r>
            <a:r>
              <a:rPr lang="en-US" sz="1100" dirty="0" err="1"/>
              <a:t>kernel_size</a:t>
            </a:r>
            <a:r>
              <a:rPr lang="en-US" sz="1100" dirty="0"/>
              <a:t>=3, stride=1, padding=1, bias=True),</a:t>
            </a:r>
          </a:p>
          <a:p>
            <a:r>
              <a:rPr lang="en-US" sz="1100" dirty="0"/>
              <a:t>            nn.BatchNorm2d(</a:t>
            </a:r>
            <a:r>
              <a:rPr lang="en-US" sz="1100" dirty="0" err="1"/>
              <a:t>out_ch</a:t>
            </a:r>
            <a:r>
              <a:rPr lang="en-US" sz="1100" dirty="0"/>
              <a:t>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=True))</a:t>
            </a:r>
          </a:p>
          <a:p>
            <a:endParaRPr lang="en-US" sz="1100" dirty="0"/>
          </a:p>
          <a:p>
            <a:r>
              <a:rPr lang="en-US" sz="1100" dirty="0"/>
              <a:t>    def forward(self, x):</a:t>
            </a:r>
          </a:p>
          <a:p>
            <a:endParaRPr lang="en-US" sz="1100" dirty="0"/>
          </a:p>
          <a:p>
            <a:r>
              <a:rPr lang="en-US" sz="1100" dirty="0"/>
              <a:t>        x = </a:t>
            </a:r>
            <a:r>
              <a:rPr lang="en-US" sz="1100" dirty="0" err="1"/>
              <a:t>self.conv</a:t>
            </a:r>
            <a:r>
              <a:rPr lang="en-US" sz="1100" dirty="0"/>
              <a:t>(x)</a:t>
            </a:r>
          </a:p>
          <a:p>
            <a:r>
              <a:rPr lang="en-US" sz="1100" dirty="0"/>
              <a:t>        return 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3B991E-B619-B80F-CADF-5AC3F202B97F}"/>
              </a:ext>
            </a:extLst>
          </p:cNvPr>
          <p:cNvSpPr/>
          <p:nvPr/>
        </p:nvSpPr>
        <p:spPr>
          <a:xfrm>
            <a:off x="11772800" y="4611959"/>
            <a:ext cx="4572000" cy="29700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class </a:t>
            </a:r>
            <a:r>
              <a:rPr lang="en-US" sz="1100" dirty="0" err="1"/>
              <a:t>up_conv</a:t>
            </a:r>
            <a:r>
              <a:rPr lang="en-US" sz="1100" dirty="0"/>
              <a:t>(</a:t>
            </a:r>
            <a:r>
              <a:rPr lang="en-US" sz="1100" dirty="0" err="1"/>
              <a:t>nn.Module</a:t>
            </a:r>
            <a:r>
              <a:rPr lang="en-US" sz="1100" dirty="0"/>
              <a:t>):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Up Convolution Block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def __</a:t>
            </a:r>
            <a:r>
              <a:rPr lang="en-US" sz="1100" dirty="0" err="1"/>
              <a:t>init</a:t>
            </a:r>
            <a:r>
              <a:rPr lang="en-US" sz="1100" dirty="0"/>
              <a:t>__(self, </a:t>
            </a:r>
            <a:r>
              <a:rPr lang="en-US" sz="1100" dirty="0" err="1"/>
              <a:t>in_ch</a:t>
            </a:r>
            <a:r>
              <a:rPr lang="en-US" sz="1100" dirty="0"/>
              <a:t>, </a:t>
            </a:r>
            <a:r>
              <a:rPr lang="en-US" sz="1100" dirty="0" err="1"/>
              <a:t>out_ch</a:t>
            </a:r>
            <a:r>
              <a:rPr lang="en-US" sz="1100" dirty="0"/>
              <a:t>):</a:t>
            </a:r>
          </a:p>
          <a:p>
            <a:r>
              <a:rPr lang="en-US" sz="1100" dirty="0"/>
              <a:t>        super(</a:t>
            </a:r>
            <a:r>
              <a:rPr lang="en-US" sz="1100" dirty="0" err="1"/>
              <a:t>up_conv</a:t>
            </a:r>
            <a:r>
              <a:rPr lang="en-US" sz="1100" dirty="0"/>
              <a:t>, self).__</a:t>
            </a:r>
            <a:r>
              <a:rPr lang="en-US" sz="1100" dirty="0" err="1"/>
              <a:t>init</a:t>
            </a:r>
            <a:r>
              <a:rPr lang="en-US" sz="1100" dirty="0"/>
              <a:t>__()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self.up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nn.Upsample</a:t>
            </a:r>
            <a:r>
              <a:rPr lang="en-US" sz="1100" dirty="0"/>
              <a:t>(</a:t>
            </a:r>
            <a:r>
              <a:rPr lang="en-US" sz="1100" dirty="0" err="1"/>
              <a:t>scale_factor</a:t>
            </a:r>
            <a:r>
              <a:rPr lang="en-US" sz="1100" dirty="0"/>
              <a:t>=2),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in_ch</a:t>
            </a:r>
            <a:r>
              <a:rPr lang="en-US" sz="1100" dirty="0"/>
              <a:t>, </a:t>
            </a:r>
            <a:r>
              <a:rPr lang="en-US" sz="1100" dirty="0" err="1"/>
              <a:t>out_ch</a:t>
            </a:r>
            <a:r>
              <a:rPr lang="en-US" sz="1100" dirty="0"/>
              <a:t>, </a:t>
            </a:r>
            <a:r>
              <a:rPr lang="en-US" sz="1100" dirty="0" err="1"/>
              <a:t>kernel_size</a:t>
            </a:r>
            <a:r>
              <a:rPr lang="en-US" sz="1100" dirty="0"/>
              <a:t>=3, stride=1, padding=1, bias=True),</a:t>
            </a:r>
          </a:p>
          <a:p>
            <a:r>
              <a:rPr lang="en-US" sz="1100" dirty="0"/>
              <a:t>            nn.BatchNorm2d(</a:t>
            </a:r>
            <a:r>
              <a:rPr lang="en-US" sz="1100" dirty="0" err="1"/>
              <a:t>out_ch</a:t>
            </a:r>
            <a:r>
              <a:rPr lang="en-US" sz="1100" dirty="0"/>
              <a:t>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def forward(self, x):</a:t>
            </a:r>
          </a:p>
          <a:p>
            <a:r>
              <a:rPr lang="en-US" sz="1100" dirty="0"/>
              <a:t>        x = </a:t>
            </a:r>
            <a:r>
              <a:rPr lang="en-US" sz="1100" dirty="0" err="1"/>
              <a:t>self.up</a:t>
            </a:r>
            <a:r>
              <a:rPr lang="en-US" sz="1100" dirty="0"/>
              <a:t>(x)</a:t>
            </a:r>
          </a:p>
          <a:p>
            <a:r>
              <a:rPr lang="en-US" sz="1100" dirty="0"/>
              <a:t>        return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/>
              <p:nvPr/>
            </p:nvSpPr>
            <p:spPr>
              <a:xfrm rot="16200000">
                <a:off x="680804" y="191637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0804" y="1916371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Arrow 3">
            <a:extLst>
              <a:ext uri="{FF2B5EF4-FFF2-40B4-BE49-F238E27FC236}">
                <a16:creationId xmlns:a16="http://schemas.microsoft.com/office/drawing/2014/main" id="{8F990DE3-73CD-C721-FB60-A90BD9707EC6}"/>
              </a:ext>
            </a:extLst>
          </p:cNvPr>
          <p:cNvSpPr/>
          <p:nvPr/>
        </p:nvSpPr>
        <p:spPr>
          <a:xfrm>
            <a:off x="358497" y="187145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D81A3838-DB43-93E6-DACB-83DFDA6EA64C}"/>
              </a:ext>
            </a:extLst>
          </p:cNvPr>
          <p:cNvSpPr/>
          <p:nvPr/>
        </p:nvSpPr>
        <p:spPr>
          <a:xfrm>
            <a:off x="6544892" y="658289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/>
              <p:nvPr/>
            </p:nvSpPr>
            <p:spPr>
              <a:xfrm>
                <a:off x="6785685" y="6550223"/>
                <a:ext cx="10647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 (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685" y="6550223"/>
                <a:ext cx="1064715" cy="307777"/>
              </a:xfrm>
              <a:prstGeom prst="rect">
                <a:avLst/>
              </a:prstGeom>
              <a:blipFill>
                <a:blip r:embed="rId4"/>
                <a:stretch>
                  <a:fillRect l="-2353" t="-41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Arrow 21">
            <a:extLst>
              <a:ext uri="{FF2B5EF4-FFF2-40B4-BE49-F238E27FC236}">
                <a16:creationId xmlns:a16="http://schemas.microsoft.com/office/drawing/2014/main" id="{0E34D7D9-86AB-1D60-E300-74AE735F2027}"/>
              </a:ext>
            </a:extLst>
          </p:cNvPr>
          <p:cNvSpPr/>
          <p:nvPr/>
        </p:nvSpPr>
        <p:spPr>
          <a:xfrm>
            <a:off x="574521" y="187145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E495EBCD-2755-096D-F36A-5EEDEAB78BF7}"/>
              </a:ext>
            </a:extLst>
          </p:cNvPr>
          <p:cNvSpPr/>
          <p:nvPr/>
        </p:nvSpPr>
        <p:spPr>
          <a:xfrm>
            <a:off x="6544892" y="7071347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677898-0732-A2E3-B19D-166344F82DD3}"/>
              </a:ext>
            </a:extLst>
          </p:cNvPr>
          <p:cNvSpPr txBox="1"/>
          <p:nvPr/>
        </p:nvSpPr>
        <p:spPr>
          <a:xfrm>
            <a:off x="6807791" y="7071347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DB1B1556-8041-6647-C9D3-22C938F85D03}"/>
              </a:ext>
            </a:extLst>
          </p:cNvPr>
          <p:cNvSpPr/>
          <p:nvPr/>
        </p:nvSpPr>
        <p:spPr>
          <a:xfrm>
            <a:off x="785872" y="187145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8EF614C-F4CC-5738-49FF-9528310CC5F4}"/>
              </a:ext>
            </a:extLst>
          </p:cNvPr>
          <p:cNvSpPr/>
          <p:nvPr/>
        </p:nvSpPr>
        <p:spPr>
          <a:xfrm>
            <a:off x="1001896" y="187145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FFD16D1-BED6-99B9-3D75-ABC5660AE1FE}"/>
              </a:ext>
            </a:extLst>
          </p:cNvPr>
          <p:cNvSpPr/>
          <p:nvPr/>
        </p:nvSpPr>
        <p:spPr>
          <a:xfrm>
            <a:off x="1604382" y="1891915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/>
              <p:nvPr/>
            </p:nvSpPr>
            <p:spPr>
              <a:xfrm rot="16200000">
                <a:off x="1278617" y="190897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78617" y="1908978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A9999B96-97CA-C77B-C920-608027A2241E}"/>
              </a:ext>
            </a:extLst>
          </p:cNvPr>
          <p:cNvSpPr/>
          <p:nvPr/>
        </p:nvSpPr>
        <p:spPr>
          <a:xfrm>
            <a:off x="2239491" y="187145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97213C28-883F-93A1-C988-462B98DAF40A}"/>
              </a:ext>
            </a:extLst>
          </p:cNvPr>
          <p:cNvSpPr/>
          <p:nvPr/>
        </p:nvSpPr>
        <p:spPr>
          <a:xfrm>
            <a:off x="2455515" y="187145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6BB72D72-34FB-A9D7-65B6-A86C9920FBF7}"/>
              </a:ext>
            </a:extLst>
          </p:cNvPr>
          <p:cNvSpPr/>
          <p:nvPr/>
        </p:nvSpPr>
        <p:spPr>
          <a:xfrm>
            <a:off x="2666866" y="187145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F965D9E1-7788-271F-70AA-E7D2B052E81F}"/>
              </a:ext>
            </a:extLst>
          </p:cNvPr>
          <p:cNvSpPr/>
          <p:nvPr/>
        </p:nvSpPr>
        <p:spPr>
          <a:xfrm>
            <a:off x="2882890" y="187145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/>
              <p:nvPr/>
            </p:nvSpPr>
            <p:spPr>
              <a:xfrm rot="16200000">
                <a:off x="2530703" y="190897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530703" y="1908978"/>
                <a:ext cx="1398032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3">
            <a:extLst>
              <a:ext uri="{FF2B5EF4-FFF2-40B4-BE49-F238E27FC236}">
                <a16:creationId xmlns:a16="http://schemas.microsoft.com/office/drawing/2014/main" id="{64BBF8F4-1FD7-6103-0E5A-81EB8ADA8852}"/>
              </a:ext>
            </a:extLst>
          </p:cNvPr>
          <p:cNvSpPr/>
          <p:nvPr/>
        </p:nvSpPr>
        <p:spPr>
          <a:xfrm>
            <a:off x="3445991" y="187145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/>
              <p:nvPr/>
            </p:nvSpPr>
            <p:spPr>
              <a:xfrm rot="16200000">
                <a:off x="3114821" y="190897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114821" y="1908978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>
            <a:extLst>
              <a:ext uri="{FF2B5EF4-FFF2-40B4-BE49-F238E27FC236}">
                <a16:creationId xmlns:a16="http://schemas.microsoft.com/office/drawing/2014/main" id="{300BCF9F-21EC-AF28-1E65-6BD76EE87CB5}"/>
              </a:ext>
            </a:extLst>
          </p:cNvPr>
          <p:cNvSpPr/>
          <p:nvPr/>
        </p:nvSpPr>
        <p:spPr>
          <a:xfrm>
            <a:off x="6547857" y="7559803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3E2EBD-B3FB-D51B-58D2-45F961E2D7A7}"/>
              </a:ext>
            </a:extLst>
          </p:cNvPr>
          <p:cNvSpPr txBox="1"/>
          <p:nvPr/>
        </p:nvSpPr>
        <p:spPr>
          <a:xfrm>
            <a:off x="6827524" y="7559803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MaxPool(2)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BF46FB4A-DEB0-D266-B784-CA2D1CBF9C56}"/>
              </a:ext>
            </a:extLst>
          </p:cNvPr>
          <p:cNvSpPr/>
          <p:nvPr/>
        </p:nvSpPr>
        <p:spPr>
          <a:xfrm>
            <a:off x="4034050" y="187145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606B549F-3423-B9A7-09F6-6F647AED428A}"/>
              </a:ext>
            </a:extLst>
          </p:cNvPr>
          <p:cNvSpPr/>
          <p:nvPr/>
        </p:nvSpPr>
        <p:spPr>
          <a:xfrm>
            <a:off x="4250074" y="187145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046771C1-DAD0-8124-26A6-3DB104D388BC}"/>
              </a:ext>
            </a:extLst>
          </p:cNvPr>
          <p:cNvSpPr/>
          <p:nvPr/>
        </p:nvSpPr>
        <p:spPr>
          <a:xfrm>
            <a:off x="4461425" y="187145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79F6C72-C60B-9C63-CCD9-B1063821ABC5}"/>
              </a:ext>
            </a:extLst>
          </p:cNvPr>
          <p:cNvSpPr/>
          <p:nvPr/>
        </p:nvSpPr>
        <p:spPr>
          <a:xfrm>
            <a:off x="4677449" y="187145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/>
              <p:nvPr/>
            </p:nvSpPr>
            <p:spPr>
              <a:xfrm rot="16200000">
                <a:off x="4322690" y="190897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322690" y="1908978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Arrow 42">
            <a:extLst>
              <a:ext uri="{FF2B5EF4-FFF2-40B4-BE49-F238E27FC236}">
                <a16:creationId xmlns:a16="http://schemas.microsoft.com/office/drawing/2014/main" id="{776932CD-81BF-30AA-5A8F-17345AE8EA3C}"/>
              </a:ext>
            </a:extLst>
          </p:cNvPr>
          <p:cNvSpPr/>
          <p:nvPr/>
        </p:nvSpPr>
        <p:spPr>
          <a:xfrm>
            <a:off x="5268341" y="187145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/>
              <p:nvPr/>
            </p:nvSpPr>
            <p:spPr>
              <a:xfrm rot="16200000">
                <a:off x="4936578" y="190897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936578" y="1908977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Arrow 44">
            <a:extLst>
              <a:ext uri="{FF2B5EF4-FFF2-40B4-BE49-F238E27FC236}">
                <a16:creationId xmlns:a16="http://schemas.microsoft.com/office/drawing/2014/main" id="{FD632056-88E0-B93C-8B84-451B720F8E82}"/>
              </a:ext>
            </a:extLst>
          </p:cNvPr>
          <p:cNvSpPr/>
          <p:nvPr/>
        </p:nvSpPr>
        <p:spPr>
          <a:xfrm>
            <a:off x="5872290" y="1861892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590BE082-8FAA-B7BE-38A1-CAAC285E6499}"/>
              </a:ext>
            </a:extLst>
          </p:cNvPr>
          <p:cNvSpPr/>
          <p:nvPr/>
        </p:nvSpPr>
        <p:spPr>
          <a:xfrm>
            <a:off x="6088314" y="1861892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Arrow 46">
            <a:extLst>
              <a:ext uri="{FF2B5EF4-FFF2-40B4-BE49-F238E27FC236}">
                <a16:creationId xmlns:a16="http://schemas.microsoft.com/office/drawing/2014/main" id="{EDC948DB-D882-5AFF-AC0C-597B45C7F138}"/>
              </a:ext>
            </a:extLst>
          </p:cNvPr>
          <p:cNvSpPr/>
          <p:nvPr/>
        </p:nvSpPr>
        <p:spPr>
          <a:xfrm>
            <a:off x="6299665" y="1861892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486620B9-2050-D941-EDE9-ED2D26034089}"/>
              </a:ext>
            </a:extLst>
          </p:cNvPr>
          <p:cNvSpPr/>
          <p:nvPr/>
        </p:nvSpPr>
        <p:spPr>
          <a:xfrm>
            <a:off x="6515689" y="1861892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/>
              <p:nvPr/>
            </p:nvSpPr>
            <p:spPr>
              <a:xfrm rot="16200000">
                <a:off x="6169109" y="189941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169109" y="1899419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Arrow 49">
            <a:extLst>
              <a:ext uri="{FF2B5EF4-FFF2-40B4-BE49-F238E27FC236}">
                <a16:creationId xmlns:a16="http://schemas.microsoft.com/office/drawing/2014/main" id="{D493CA9D-2FDF-4F61-77C3-887F60667965}"/>
              </a:ext>
            </a:extLst>
          </p:cNvPr>
          <p:cNvSpPr/>
          <p:nvPr/>
        </p:nvSpPr>
        <p:spPr>
          <a:xfrm>
            <a:off x="7092299" y="1850472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/>
              <p:nvPr/>
            </p:nvSpPr>
            <p:spPr>
              <a:xfrm rot="16200000">
                <a:off x="6716548" y="190897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16548" y="1908977"/>
                <a:ext cx="1398032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ight Arrow 51">
            <a:extLst>
              <a:ext uri="{FF2B5EF4-FFF2-40B4-BE49-F238E27FC236}">
                <a16:creationId xmlns:a16="http://schemas.microsoft.com/office/drawing/2014/main" id="{AB06CAFB-82DC-05CD-E901-1CF0800D8164}"/>
              </a:ext>
            </a:extLst>
          </p:cNvPr>
          <p:cNvSpPr/>
          <p:nvPr/>
        </p:nvSpPr>
        <p:spPr>
          <a:xfrm>
            <a:off x="1333905" y="416142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FF026E6E-10A4-CFA3-8173-53033F91B838}"/>
              </a:ext>
            </a:extLst>
          </p:cNvPr>
          <p:cNvSpPr/>
          <p:nvPr/>
        </p:nvSpPr>
        <p:spPr>
          <a:xfrm>
            <a:off x="1549929" y="416142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B10314C6-69F0-6C62-4971-849A724560C0}"/>
              </a:ext>
            </a:extLst>
          </p:cNvPr>
          <p:cNvSpPr/>
          <p:nvPr/>
        </p:nvSpPr>
        <p:spPr>
          <a:xfrm>
            <a:off x="1761280" y="416142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EA587CE3-75AF-1B55-DFC3-232DE91C68C3}"/>
              </a:ext>
            </a:extLst>
          </p:cNvPr>
          <p:cNvSpPr/>
          <p:nvPr/>
        </p:nvSpPr>
        <p:spPr>
          <a:xfrm>
            <a:off x="1977304" y="416142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/>
              <p:nvPr/>
            </p:nvSpPr>
            <p:spPr>
              <a:xfrm rot="16200000">
                <a:off x="1663586" y="419895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1024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63586" y="4198955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ight Arrow 56">
            <a:extLst>
              <a:ext uri="{FF2B5EF4-FFF2-40B4-BE49-F238E27FC236}">
                <a16:creationId xmlns:a16="http://schemas.microsoft.com/office/drawing/2014/main" id="{E4EFF101-17C7-71F6-BCA0-0E0D0BDF0C87}"/>
              </a:ext>
            </a:extLst>
          </p:cNvPr>
          <p:cNvSpPr/>
          <p:nvPr/>
        </p:nvSpPr>
        <p:spPr>
          <a:xfrm>
            <a:off x="2574158" y="4175298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E307CD34-EC1B-7C90-EAC7-1674DDDCC4D1}"/>
              </a:ext>
            </a:extLst>
          </p:cNvPr>
          <p:cNvSpPr/>
          <p:nvPr/>
        </p:nvSpPr>
        <p:spPr>
          <a:xfrm>
            <a:off x="6546749" y="8048259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027C2F-2714-6E88-612A-85FCCA0112C1}"/>
              </a:ext>
            </a:extLst>
          </p:cNvPr>
          <p:cNvSpPr txBox="1"/>
          <p:nvPr/>
        </p:nvSpPr>
        <p:spPr>
          <a:xfrm>
            <a:off x="6847883" y="8014723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Upsample(2)</a:t>
            </a:r>
          </a:p>
        </p:txBody>
      </p:sp>
      <p:sp>
        <p:nvSpPr>
          <p:cNvPr id="60" name="Right Arrow 59">
            <a:extLst>
              <a:ext uri="{FF2B5EF4-FFF2-40B4-BE49-F238E27FC236}">
                <a16:creationId xmlns:a16="http://schemas.microsoft.com/office/drawing/2014/main" id="{A65D8CED-9CE4-69CD-75CB-A229C122D9AA}"/>
              </a:ext>
            </a:extLst>
          </p:cNvPr>
          <p:cNvSpPr/>
          <p:nvPr/>
        </p:nvSpPr>
        <p:spPr>
          <a:xfrm>
            <a:off x="2795544" y="417529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A8ECD736-5CED-EB0F-E7E8-9C86909D08D5}"/>
              </a:ext>
            </a:extLst>
          </p:cNvPr>
          <p:cNvSpPr/>
          <p:nvPr/>
        </p:nvSpPr>
        <p:spPr>
          <a:xfrm>
            <a:off x="3019686" y="417529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/>
              <p:nvPr/>
            </p:nvSpPr>
            <p:spPr>
              <a:xfrm rot="16200000">
                <a:off x="2666858" y="419895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66858" y="4198955"/>
                <a:ext cx="1398032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849A0D7-5F75-E305-3F92-04438E5291DB}"/>
              </a:ext>
            </a:extLst>
          </p:cNvPr>
          <p:cNvSpPr/>
          <p:nvPr/>
        </p:nvSpPr>
        <p:spPr>
          <a:xfrm>
            <a:off x="3545947" y="3051233"/>
            <a:ext cx="356094" cy="336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F7A25D1-DBFD-B99C-2EB9-7BC7F9159904}"/>
              </a:ext>
            </a:extLst>
          </p:cNvPr>
          <p:cNvCxnSpPr>
            <a:stCxn id="49" idx="1"/>
            <a:endCxn id="63" idx="0"/>
          </p:cNvCxnSpPr>
          <p:nvPr/>
        </p:nvCxnSpPr>
        <p:spPr>
          <a:xfrm flipH="1">
            <a:off x="3723994" y="2729240"/>
            <a:ext cx="3144131" cy="321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56B80D98-7C8B-110E-D041-B3A80C77CF1B}"/>
              </a:ext>
            </a:extLst>
          </p:cNvPr>
          <p:cNvCxnSpPr>
            <a:stCxn id="62" idx="3"/>
            <a:endCxn id="63" idx="2"/>
          </p:cNvCxnSpPr>
          <p:nvPr/>
        </p:nvCxnSpPr>
        <p:spPr>
          <a:xfrm rot="5400000" flipH="1" flipV="1">
            <a:off x="3423511" y="3330261"/>
            <a:ext cx="242846" cy="3581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/>
              <p:nvPr/>
            </p:nvSpPr>
            <p:spPr>
              <a:xfrm rot="16200000">
                <a:off x="2956274" y="4198955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956274" y="4198955"/>
                <a:ext cx="1398032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ight Arrow 72">
            <a:extLst>
              <a:ext uri="{FF2B5EF4-FFF2-40B4-BE49-F238E27FC236}">
                <a16:creationId xmlns:a16="http://schemas.microsoft.com/office/drawing/2014/main" id="{D00E10B6-7931-38C5-9023-23A9D5B83F15}"/>
              </a:ext>
            </a:extLst>
          </p:cNvPr>
          <p:cNvSpPr/>
          <p:nvPr/>
        </p:nvSpPr>
        <p:spPr>
          <a:xfrm>
            <a:off x="3901481" y="417529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ight Arrow 73">
            <a:extLst>
              <a:ext uri="{FF2B5EF4-FFF2-40B4-BE49-F238E27FC236}">
                <a16:creationId xmlns:a16="http://schemas.microsoft.com/office/drawing/2014/main" id="{A515118C-D521-872A-DE82-189DC6A5C34F}"/>
              </a:ext>
            </a:extLst>
          </p:cNvPr>
          <p:cNvSpPr/>
          <p:nvPr/>
        </p:nvSpPr>
        <p:spPr>
          <a:xfrm>
            <a:off x="4117505" y="417529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ight Arrow 74">
            <a:extLst>
              <a:ext uri="{FF2B5EF4-FFF2-40B4-BE49-F238E27FC236}">
                <a16:creationId xmlns:a16="http://schemas.microsoft.com/office/drawing/2014/main" id="{4482CEA4-0365-4128-D276-0D04AC37907E}"/>
              </a:ext>
            </a:extLst>
          </p:cNvPr>
          <p:cNvSpPr/>
          <p:nvPr/>
        </p:nvSpPr>
        <p:spPr>
          <a:xfrm>
            <a:off x="4328856" y="417529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8AA0B4CB-9ABB-E320-DE17-96C3F4F8412A}"/>
              </a:ext>
            </a:extLst>
          </p:cNvPr>
          <p:cNvSpPr/>
          <p:nvPr/>
        </p:nvSpPr>
        <p:spPr>
          <a:xfrm>
            <a:off x="4544880" y="417529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/>
              <p:nvPr/>
            </p:nvSpPr>
            <p:spPr>
              <a:xfrm rot="16200000">
                <a:off x="4200828" y="4191264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200828" y="4191264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ight Arrow 77">
            <a:extLst>
              <a:ext uri="{FF2B5EF4-FFF2-40B4-BE49-F238E27FC236}">
                <a16:creationId xmlns:a16="http://schemas.microsoft.com/office/drawing/2014/main" id="{0989CFFE-6FC5-E450-167C-D23D35067F2B}"/>
              </a:ext>
            </a:extLst>
          </p:cNvPr>
          <p:cNvSpPr/>
          <p:nvPr/>
        </p:nvSpPr>
        <p:spPr>
          <a:xfrm>
            <a:off x="5128100" y="4175298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Arrow 78">
            <a:extLst>
              <a:ext uri="{FF2B5EF4-FFF2-40B4-BE49-F238E27FC236}">
                <a16:creationId xmlns:a16="http://schemas.microsoft.com/office/drawing/2014/main" id="{6423357E-A4D4-ADF4-34B2-AD0181CD69E0}"/>
              </a:ext>
            </a:extLst>
          </p:cNvPr>
          <p:cNvSpPr/>
          <p:nvPr/>
        </p:nvSpPr>
        <p:spPr>
          <a:xfrm>
            <a:off x="5349486" y="417529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ight Arrow 79">
            <a:extLst>
              <a:ext uri="{FF2B5EF4-FFF2-40B4-BE49-F238E27FC236}">
                <a16:creationId xmlns:a16="http://schemas.microsoft.com/office/drawing/2014/main" id="{6FDEF18E-E38B-D473-6F69-1BF59FFE5FD5}"/>
              </a:ext>
            </a:extLst>
          </p:cNvPr>
          <p:cNvSpPr/>
          <p:nvPr/>
        </p:nvSpPr>
        <p:spPr>
          <a:xfrm>
            <a:off x="5573628" y="417529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/>
              <p:nvPr/>
            </p:nvSpPr>
            <p:spPr>
              <a:xfrm rot="16200000">
                <a:off x="5229559" y="416628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229559" y="4166287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72C73D7-4927-4988-98F7-05493DC37A65}"/>
              </a:ext>
            </a:extLst>
          </p:cNvPr>
          <p:cNvSpPr/>
          <p:nvPr/>
        </p:nvSpPr>
        <p:spPr>
          <a:xfrm>
            <a:off x="5793220" y="3051233"/>
            <a:ext cx="356094" cy="336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C0445120-5FC9-2939-DBFD-14CE77424BEF}"/>
              </a:ext>
            </a:extLst>
          </p:cNvPr>
          <p:cNvCxnSpPr>
            <a:stCxn id="81" idx="3"/>
            <a:endCxn id="82" idx="2"/>
          </p:cNvCxnSpPr>
          <p:nvPr/>
        </p:nvCxnSpPr>
        <p:spPr>
          <a:xfrm rot="5400000" flipH="1" flipV="1">
            <a:off x="5844832" y="3471641"/>
            <a:ext cx="210178" cy="4269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B31EA516-6819-9733-DD6C-2A680CC0202E}"/>
              </a:ext>
            </a:extLst>
          </p:cNvPr>
          <p:cNvCxnSpPr>
            <a:stCxn id="42" idx="1"/>
            <a:endCxn id="82" idx="0"/>
          </p:cNvCxnSpPr>
          <p:nvPr/>
        </p:nvCxnSpPr>
        <p:spPr>
          <a:xfrm rot="16200000" flipH="1">
            <a:off x="5340269" y="2420235"/>
            <a:ext cx="312434" cy="9495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/>
              <p:nvPr/>
            </p:nvSpPr>
            <p:spPr>
              <a:xfrm rot="16200000">
                <a:off x="5509277" y="4166287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509277" y="4166287"/>
                <a:ext cx="1398032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ight Arrow 87">
            <a:extLst>
              <a:ext uri="{FF2B5EF4-FFF2-40B4-BE49-F238E27FC236}">
                <a16:creationId xmlns:a16="http://schemas.microsoft.com/office/drawing/2014/main" id="{B4D7E9D0-884D-2E27-8F21-E22FFB30D582}"/>
              </a:ext>
            </a:extLst>
          </p:cNvPr>
          <p:cNvSpPr/>
          <p:nvPr/>
        </p:nvSpPr>
        <p:spPr>
          <a:xfrm>
            <a:off x="6447731" y="414895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ight Arrow 88">
            <a:extLst>
              <a:ext uri="{FF2B5EF4-FFF2-40B4-BE49-F238E27FC236}">
                <a16:creationId xmlns:a16="http://schemas.microsoft.com/office/drawing/2014/main" id="{6CF03C45-065F-E3F0-A537-5EA49AD558CF}"/>
              </a:ext>
            </a:extLst>
          </p:cNvPr>
          <p:cNvSpPr/>
          <p:nvPr/>
        </p:nvSpPr>
        <p:spPr>
          <a:xfrm>
            <a:off x="6663755" y="414895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ight Arrow 89">
            <a:extLst>
              <a:ext uri="{FF2B5EF4-FFF2-40B4-BE49-F238E27FC236}">
                <a16:creationId xmlns:a16="http://schemas.microsoft.com/office/drawing/2014/main" id="{5F517E03-75EF-7E74-6F0E-1FCEF4471AEB}"/>
              </a:ext>
            </a:extLst>
          </p:cNvPr>
          <p:cNvSpPr/>
          <p:nvPr/>
        </p:nvSpPr>
        <p:spPr>
          <a:xfrm>
            <a:off x="6875106" y="414895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ight Arrow 90">
            <a:extLst>
              <a:ext uri="{FF2B5EF4-FFF2-40B4-BE49-F238E27FC236}">
                <a16:creationId xmlns:a16="http://schemas.microsoft.com/office/drawing/2014/main" id="{BCC03625-D8D8-E4E7-232D-DFEDED053357}"/>
              </a:ext>
            </a:extLst>
          </p:cNvPr>
          <p:cNvSpPr/>
          <p:nvPr/>
        </p:nvSpPr>
        <p:spPr>
          <a:xfrm>
            <a:off x="7091130" y="414895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/>
              <p:nvPr/>
            </p:nvSpPr>
            <p:spPr>
              <a:xfrm rot="16200000">
                <a:off x="6728333" y="418185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28333" y="4181851"/>
                <a:ext cx="139803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>
            <a:extLst>
              <a:ext uri="{FF2B5EF4-FFF2-40B4-BE49-F238E27FC236}">
                <a16:creationId xmlns:a16="http://schemas.microsoft.com/office/drawing/2014/main" id="{0782E692-67E1-3D75-50F2-9522482160B9}"/>
              </a:ext>
            </a:extLst>
          </p:cNvPr>
          <p:cNvSpPr/>
          <p:nvPr/>
        </p:nvSpPr>
        <p:spPr>
          <a:xfrm>
            <a:off x="7645866" y="4149188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47FB1649-E728-EDA9-8E84-B01B5FBC9230}"/>
              </a:ext>
            </a:extLst>
          </p:cNvPr>
          <p:cNvSpPr/>
          <p:nvPr/>
        </p:nvSpPr>
        <p:spPr>
          <a:xfrm>
            <a:off x="7867252" y="414918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ight Arrow 94">
            <a:extLst>
              <a:ext uri="{FF2B5EF4-FFF2-40B4-BE49-F238E27FC236}">
                <a16:creationId xmlns:a16="http://schemas.microsoft.com/office/drawing/2014/main" id="{33DB6369-08A5-062B-3D62-03065B9C5CEC}"/>
              </a:ext>
            </a:extLst>
          </p:cNvPr>
          <p:cNvSpPr/>
          <p:nvPr/>
        </p:nvSpPr>
        <p:spPr>
          <a:xfrm>
            <a:off x="8091394" y="414918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/>
              <p:nvPr/>
            </p:nvSpPr>
            <p:spPr>
              <a:xfrm rot="16200000">
                <a:off x="7755186" y="416460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755186" y="4164603"/>
                <a:ext cx="1398032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E0A84F8F-1AA2-D574-F020-FDCA7E92AAAA}"/>
              </a:ext>
            </a:extLst>
          </p:cNvPr>
          <p:cNvSpPr/>
          <p:nvPr/>
        </p:nvSpPr>
        <p:spPr>
          <a:xfrm>
            <a:off x="8270250" y="3051232"/>
            <a:ext cx="356094" cy="336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15248037-A973-CABC-85F6-62855355BF5C}"/>
              </a:ext>
            </a:extLst>
          </p:cNvPr>
          <p:cNvCxnSpPr>
            <a:stCxn id="33" idx="1"/>
            <a:endCxn id="97" idx="0"/>
          </p:cNvCxnSpPr>
          <p:nvPr/>
        </p:nvCxnSpPr>
        <p:spPr>
          <a:xfrm rot="16200000" flipH="1">
            <a:off x="5682792" y="285726"/>
            <a:ext cx="312433" cy="52185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2D9F9613-1CA4-0048-890F-04BECEE6A1F3}"/>
              </a:ext>
            </a:extLst>
          </p:cNvPr>
          <p:cNvCxnSpPr>
            <a:stCxn id="96" idx="3"/>
            <a:endCxn id="97" idx="2"/>
          </p:cNvCxnSpPr>
          <p:nvPr/>
        </p:nvCxnSpPr>
        <p:spPr>
          <a:xfrm rot="16200000" flipV="1">
            <a:off x="8347003" y="3489192"/>
            <a:ext cx="208495" cy="59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/>
              <p:nvPr/>
            </p:nvSpPr>
            <p:spPr>
              <a:xfrm rot="16200000">
                <a:off x="8038079" y="4164603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038079" y="4164603"/>
                <a:ext cx="1398032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Right Arrow 102">
            <a:extLst>
              <a:ext uri="{FF2B5EF4-FFF2-40B4-BE49-F238E27FC236}">
                <a16:creationId xmlns:a16="http://schemas.microsoft.com/office/drawing/2014/main" id="{82839566-0982-2695-D725-D2DBB6D9F668}"/>
              </a:ext>
            </a:extLst>
          </p:cNvPr>
          <p:cNvSpPr/>
          <p:nvPr/>
        </p:nvSpPr>
        <p:spPr>
          <a:xfrm>
            <a:off x="8985436" y="416142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ight Arrow 103">
            <a:extLst>
              <a:ext uri="{FF2B5EF4-FFF2-40B4-BE49-F238E27FC236}">
                <a16:creationId xmlns:a16="http://schemas.microsoft.com/office/drawing/2014/main" id="{B254709D-BA4C-BF53-63EC-838610F85CE6}"/>
              </a:ext>
            </a:extLst>
          </p:cNvPr>
          <p:cNvSpPr/>
          <p:nvPr/>
        </p:nvSpPr>
        <p:spPr>
          <a:xfrm>
            <a:off x="9201460" y="416142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ight Arrow 104">
            <a:extLst>
              <a:ext uri="{FF2B5EF4-FFF2-40B4-BE49-F238E27FC236}">
                <a16:creationId xmlns:a16="http://schemas.microsoft.com/office/drawing/2014/main" id="{DDAE9192-A833-5152-D364-D2326BE6A3D1}"/>
              </a:ext>
            </a:extLst>
          </p:cNvPr>
          <p:cNvSpPr/>
          <p:nvPr/>
        </p:nvSpPr>
        <p:spPr>
          <a:xfrm>
            <a:off x="9412811" y="416142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ight Arrow 105">
            <a:extLst>
              <a:ext uri="{FF2B5EF4-FFF2-40B4-BE49-F238E27FC236}">
                <a16:creationId xmlns:a16="http://schemas.microsoft.com/office/drawing/2014/main" id="{1F46C72A-393C-3A11-5C7C-344E67B791ED}"/>
              </a:ext>
            </a:extLst>
          </p:cNvPr>
          <p:cNvSpPr/>
          <p:nvPr/>
        </p:nvSpPr>
        <p:spPr>
          <a:xfrm>
            <a:off x="9628835" y="416142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/>
              <p:nvPr/>
            </p:nvSpPr>
            <p:spPr>
              <a:xfrm rot="16200000">
                <a:off x="9267221" y="416460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267221" y="4164603"/>
                <a:ext cx="1398032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ight Arrow 107">
            <a:extLst>
              <a:ext uri="{FF2B5EF4-FFF2-40B4-BE49-F238E27FC236}">
                <a16:creationId xmlns:a16="http://schemas.microsoft.com/office/drawing/2014/main" id="{78DE55A9-CB1B-83ED-D23E-4457705630F0}"/>
              </a:ext>
            </a:extLst>
          </p:cNvPr>
          <p:cNvSpPr/>
          <p:nvPr/>
        </p:nvSpPr>
        <p:spPr>
          <a:xfrm>
            <a:off x="1351228" y="5744996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ight Arrow 108">
            <a:extLst>
              <a:ext uri="{FF2B5EF4-FFF2-40B4-BE49-F238E27FC236}">
                <a16:creationId xmlns:a16="http://schemas.microsoft.com/office/drawing/2014/main" id="{81926457-631C-971F-EADB-7F495B9E86C2}"/>
              </a:ext>
            </a:extLst>
          </p:cNvPr>
          <p:cNvSpPr/>
          <p:nvPr/>
        </p:nvSpPr>
        <p:spPr>
          <a:xfrm>
            <a:off x="1572614" y="5744996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ight Arrow 109">
            <a:extLst>
              <a:ext uri="{FF2B5EF4-FFF2-40B4-BE49-F238E27FC236}">
                <a16:creationId xmlns:a16="http://schemas.microsoft.com/office/drawing/2014/main" id="{E79CB968-A9E4-7339-DF7A-7B613BCD4AEA}"/>
              </a:ext>
            </a:extLst>
          </p:cNvPr>
          <p:cNvSpPr/>
          <p:nvPr/>
        </p:nvSpPr>
        <p:spPr>
          <a:xfrm>
            <a:off x="1796756" y="5744996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/>
              <p:nvPr/>
            </p:nvSpPr>
            <p:spPr>
              <a:xfrm rot="16200000">
                <a:off x="1553109" y="587429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553109" y="5874290"/>
                <a:ext cx="1398032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4B54CA3-AD35-2DCC-C519-D4F70CF63FA1}"/>
              </a:ext>
            </a:extLst>
          </p:cNvPr>
          <p:cNvSpPr/>
          <p:nvPr/>
        </p:nvSpPr>
        <p:spPr>
          <a:xfrm>
            <a:off x="2123605" y="6978411"/>
            <a:ext cx="356094" cy="336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9D0B9EB6-E577-1B85-4439-2FCF9D164F19}"/>
              </a:ext>
            </a:extLst>
          </p:cNvPr>
          <p:cNvCxnSpPr>
            <a:stCxn id="19" idx="1"/>
            <a:endCxn id="112" idx="2"/>
          </p:cNvCxnSpPr>
          <p:nvPr/>
        </p:nvCxnSpPr>
        <p:spPr>
          <a:xfrm rot="16200000" flipH="1">
            <a:off x="-443706" y="4569718"/>
            <a:ext cx="4568884" cy="921832"/>
          </a:xfrm>
          <a:prstGeom prst="bentConnector3">
            <a:avLst>
              <a:gd name="adj1" fmla="val 1050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A435ECFF-0172-AEA6-4A3B-4B01060C0A37}"/>
              </a:ext>
            </a:extLst>
          </p:cNvPr>
          <p:cNvCxnSpPr>
            <a:stCxn id="111" idx="1"/>
            <a:endCxn id="112" idx="0"/>
          </p:cNvCxnSpPr>
          <p:nvPr/>
        </p:nvCxnSpPr>
        <p:spPr>
          <a:xfrm rot="16200000" flipH="1">
            <a:off x="2139738" y="6816497"/>
            <a:ext cx="274300" cy="495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/>
              <p:nvPr/>
            </p:nvSpPr>
            <p:spPr>
              <a:xfrm rot="16200000">
                <a:off x="1851184" y="5875033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851184" y="5875033"/>
                <a:ext cx="1398032" cy="2616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Right Arrow 117">
            <a:extLst>
              <a:ext uri="{FF2B5EF4-FFF2-40B4-BE49-F238E27FC236}">
                <a16:creationId xmlns:a16="http://schemas.microsoft.com/office/drawing/2014/main" id="{4B506185-F706-6B28-381C-B09C8171C360}"/>
              </a:ext>
            </a:extLst>
          </p:cNvPr>
          <p:cNvSpPr/>
          <p:nvPr/>
        </p:nvSpPr>
        <p:spPr>
          <a:xfrm>
            <a:off x="2763600" y="5780129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ight Arrow 118">
            <a:extLst>
              <a:ext uri="{FF2B5EF4-FFF2-40B4-BE49-F238E27FC236}">
                <a16:creationId xmlns:a16="http://schemas.microsoft.com/office/drawing/2014/main" id="{CA03074F-2B79-31FF-439E-967926073272}"/>
              </a:ext>
            </a:extLst>
          </p:cNvPr>
          <p:cNvSpPr/>
          <p:nvPr/>
        </p:nvSpPr>
        <p:spPr>
          <a:xfrm>
            <a:off x="2979624" y="578012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ight Arrow 119">
            <a:extLst>
              <a:ext uri="{FF2B5EF4-FFF2-40B4-BE49-F238E27FC236}">
                <a16:creationId xmlns:a16="http://schemas.microsoft.com/office/drawing/2014/main" id="{51F5E0C8-8754-AE7D-5DED-421325239B1D}"/>
              </a:ext>
            </a:extLst>
          </p:cNvPr>
          <p:cNvSpPr/>
          <p:nvPr/>
        </p:nvSpPr>
        <p:spPr>
          <a:xfrm>
            <a:off x="3190975" y="5780129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ight Arrow 120">
            <a:extLst>
              <a:ext uri="{FF2B5EF4-FFF2-40B4-BE49-F238E27FC236}">
                <a16:creationId xmlns:a16="http://schemas.microsoft.com/office/drawing/2014/main" id="{760F7FB0-A4AD-BD0D-5DA1-F957C5B4E525}"/>
              </a:ext>
            </a:extLst>
          </p:cNvPr>
          <p:cNvSpPr/>
          <p:nvPr/>
        </p:nvSpPr>
        <p:spPr>
          <a:xfrm>
            <a:off x="3406999" y="578012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/>
              <p:nvPr/>
            </p:nvSpPr>
            <p:spPr>
              <a:xfrm rot="16200000">
                <a:off x="3082807" y="583983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82807" y="5839833"/>
                <a:ext cx="1398032" cy="2616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ight Arrow 122">
            <a:extLst>
              <a:ext uri="{FF2B5EF4-FFF2-40B4-BE49-F238E27FC236}">
                <a16:creationId xmlns:a16="http://schemas.microsoft.com/office/drawing/2014/main" id="{0FE0B6EC-4F04-98BE-3993-8A9C7EED44F6}"/>
              </a:ext>
            </a:extLst>
          </p:cNvPr>
          <p:cNvSpPr/>
          <p:nvPr/>
        </p:nvSpPr>
        <p:spPr>
          <a:xfrm>
            <a:off x="4093652" y="5802305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/>
              <p:nvPr/>
            </p:nvSpPr>
            <p:spPr>
              <a:xfrm rot="16200000">
                <a:off x="3743872" y="581765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43872" y="5817656"/>
                <a:ext cx="1398032" cy="2616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297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/>
              <p:nvPr/>
            </p:nvSpPr>
            <p:spPr>
              <a:xfrm rot="16200000">
                <a:off x="-1276745" y="124350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276745" y="1243507"/>
                <a:ext cx="139803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/>
              <p:nvPr/>
            </p:nvSpPr>
            <p:spPr>
              <a:xfrm rot="16200000">
                <a:off x="-781171" y="123452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781171" y="1234526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/>
              <p:nvPr/>
            </p:nvSpPr>
            <p:spPr>
              <a:xfrm>
                <a:off x="5433627" y="3781356"/>
                <a:ext cx="34307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 (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+ Conv (3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627" y="3781356"/>
                <a:ext cx="3430747" cy="307777"/>
              </a:xfrm>
              <a:prstGeom prst="rect">
                <a:avLst/>
              </a:prstGeom>
              <a:blipFill>
                <a:blip r:embed="rId4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>
            <a:extLst>
              <a:ext uri="{FF2B5EF4-FFF2-40B4-BE49-F238E27FC236}">
                <a16:creationId xmlns:a16="http://schemas.microsoft.com/office/drawing/2014/main" id="{E495EBCD-2755-096D-F36A-5EEDEAB78BF7}"/>
              </a:ext>
            </a:extLst>
          </p:cNvPr>
          <p:cNvSpPr/>
          <p:nvPr/>
        </p:nvSpPr>
        <p:spPr>
          <a:xfrm>
            <a:off x="5257311" y="381933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8EF614C-F4CC-5738-49FF-9528310CC5F4}"/>
              </a:ext>
            </a:extLst>
          </p:cNvPr>
          <p:cNvSpPr/>
          <p:nvPr/>
        </p:nvSpPr>
        <p:spPr>
          <a:xfrm>
            <a:off x="-395373" y="1189606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FFD16D1-BED6-99B9-3D75-ABC5660AE1FE}"/>
              </a:ext>
            </a:extLst>
          </p:cNvPr>
          <p:cNvSpPr/>
          <p:nvPr/>
        </p:nvSpPr>
        <p:spPr>
          <a:xfrm>
            <a:off x="86320" y="1591745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/>
              <p:nvPr/>
            </p:nvSpPr>
            <p:spPr>
              <a:xfrm rot="16200000">
                <a:off x="-303424" y="15910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03424" y="1591067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1">
            <a:extLst>
              <a:ext uri="{FF2B5EF4-FFF2-40B4-BE49-F238E27FC236}">
                <a16:creationId xmlns:a16="http://schemas.microsoft.com/office/drawing/2014/main" id="{F965D9E1-7788-271F-70AA-E7D2B052E81F}"/>
              </a:ext>
            </a:extLst>
          </p:cNvPr>
          <p:cNvSpPr/>
          <p:nvPr/>
        </p:nvSpPr>
        <p:spPr>
          <a:xfrm>
            <a:off x="578290" y="1604135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/>
              <p:nvPr/>
            </p:nvSpPr>
            <p:spPr>
              <a:xfrm rot="16200000">
                <a:off x="187365" y="159570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87365" y="1595701"/>
                <a:ext cx="1398032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3">
            <a:extLst>
              <a:ext uri="{FF2B5EF4-FFF2-40B4-BE49-F238E27FC236}">
                <a16:creationId xmlns:a16="http://schemas.microsoft.com/office/drawing/2014/main" id="{64BBF8F4-1FD7-6103-0E5A-81EB8ADA8852}"/>
              </a:ext>
            </a:extLst>
          </p:cNvPr>
          <p:cNvSpPr/>
          <p:nvPr/>
        </p:nvSpPr>
        <p:spPr>
          <a:xfrm>
            <a:off x="1073680" y="200423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/>
              <p:nvPr/>
            </p:nvSpPr>
            <p:spPr>
              <a:xfrm rot="16200000">
                <a:off x="691421" y="202774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91421" y="2027749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>
            <a:extLst>
              <a:ext uri="{FF2B5EF4-FFF2-40B4-BE49-F238E27FC236}">
                <a16:creationId xmlns:a16="http://schemas.microsoft.com/office/drawing/2014/main" id="{300BCF9F-21EC-AF28-1E65-6BD76EE87CB5}"/>
              </a:ext>
            </a:extLst>
          </p:cNvPr>
          <p:cNvSpPr/>
          <p:nvPr/>
        </p:nvSpPr>
        <p:spPr>
          <a:xfrm>
            <a:off x="5227620" y="4327763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3E2EBD-B3FB-D51B-58D2-45F961E2D7A7}"/>
              </a:ext>
            </a:extLst>
          </p:cNvPr>
          <p:cNvSpPr txBox="1"/>
          <p:nvPr/>
        </p:nvSpPr>
        <p:spPr>
          <a:xfrm>
            <a:off x="5507287" y="4327763"/>
            <a:ext cx="1096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 (2)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79F6C72-C60B-9C63-CCD9-B1063821ABC5}"/>
              </a:ext>
            </a:extLst>
          </p:cNvPr>
          <p:cNvSpPr/>
          <p:nvPr/>
        </p:nvSpPr>
        <p:spPr>
          <a:xfrm>
            <a:off x="1547664" y="2009950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/>
              <p:nvPr/>
            </p:nvSpPr>
            <p:spPr>
              <a:xfrm rot="16200000">
                <a:off x="1149890" y="204747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49890" y="2047477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Arrow 42">
            <a:extLst>
              <a:ext uri="{FF2B5EF4-FFF2-40B4-BE49-F238E27FC236}">
                <a16:creationId xmlns:a16="http://schemas.microsoft.com/office/drawing/2014/main" id="{776932CD-81BF-30AA-5A8F-17345AE8EA3C}"/>
              </a:ext>
            </a:extLst>
          </p:cNvPr>
          <p:cNvSpPr/>
          <p:nvPr/>
        </p:nvSpPr>
        <p:spPr>
          <a:xfrm>
            <a:off x="2051720" y="244199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/>
              <p:nvPr/>
            </p:nvSpPr>
            <p:spPr>
              <a:xfrm rot="16200000">
                <a:off x="1668544" y="247952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68544" y="2479526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ight Arrow 47">
            <a:extLst>
              <a:ext uri="{FF2B5EF4-FFF2-40B4-BE49-F238E27FC236}">
                <a16:creationId xmlns:a16="http://schemas.microsoft.com/office/drawing/2014/main" id="{486620B9-2050-D941-EDE9-ED2D26034089}"/>
              </a:ext>
            </a:extLst>
          </p:cNvPr>
          <p:cNvSpPr/>
          <p:nvPr/>
        </p:nvSpPr>
        <p:spPr>
          <a:xfrm>
            <a:off x="2555776" y="2459094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/>
              <p:nvPr/>
            </p:nvSpPr>
            <p:spPr>
              <a:xfrm rot="16200000">
                <a:off x="2209196" y="249662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09196" y="2496621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Arrow 49">
            <a:extLst>
              <a:ext uri="{FF2B5EF4-FFF2-40B4-BE49-F238E27FC236}">
                <a16:creationId xmlns:a16="http://schemas.microsoft.com/office/drawing/2014/main" id="{D493CA9D-2FDF-4F61-77C3-887F60667965}"/>
              </a:ext>
            </a:extLst>
          </p:cNvPr>
          <p:cNvSpPr/>
          <p:nvPr/>
        </p:nvSpPr>
        <p:spPr>
          <a:xfrm>
            <a:off x="3084727" y="296604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/>
              <p:nvPr/>
            </p:nvSpPr>
            <p:spPr>
              <a:xfrm rot="16200000">
                <a:off x="2707646" y="301023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707646" y="3010235"/>
                <a:ext cx="1398032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ight Arrow 54">
            <a:extLst>
              <a:ext uri="{FF2B5EF4-FFF2-40B4-BE49-F238E27FC236}">
                <a16:creationId xmlns:a16="http://schemas.microsoft.com/office/drawing/2014/main" id="{EA587CE3-75AF-1B55-DFC3-232DE91C68C3}"/>
              </a:ext>
            </a:extLst>
          </p:cNvPr>
          <p:cNvSpPr/>
          <p:nvPr/>
        </p:nvSpPr>
        <p:spPr>
          <a:xfrm>
            <a:off x="3578143" y="2971732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/>
              <p:nvPr/>
            </p:nvSpPr>
            <p:spPr>
              <a:xfrm rot="16200000">
                <a:off x="3211701" y="30092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1024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211701" y="3009259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ight Arrow 56">
            <a:extLst>
              <a:ext uri="{FF2B5EF4-FFF2-40B4-BE49-F238E27FC236}">
                <a16:creationId xmlns:a16="http://schemas.microsoft.com/office/drawing/2014/main" id="{E4EFF101-17C7-71F6-BCA0-0E0D0BDF0C87}"/>
              </a:ext>
            </a:extLst>
          </p:cNvPr>
          <p:cNvSpPr/>
          <p:nvPr/>
        </p:nvSpPr>
        <p:spPr>
          <a:xfrm>
            <a:off x="4095101" y="2994521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E307CD34-EC1B-7C90-EAC7-1674DDDCC4D1}"/>
              </a:ext>
            </a:extLst>
          </p:cNvPr>
          <p:cNvSpPr/>
          <p:nvPr/>
        </p:nvSpPr>
        <p:spPr>
          <a:xfrm>
            <a:off x="5226512" y="4816219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/>
              <p:nvPr/>
            </p:nvSpPr>
            <p:spPr>
              <a:xfrm>
                <a:off x="5527646" y="4782683"/>
                <a:ext cx="28680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Upsample (2) + Conv(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646" y="4782683"/>
                <a:ext cx="2868093" cy="307777"/>
              </a:xfrm>
              <a:prstGeom prst="rect">
                <a:avLst/>
              </a:prstGeom>
              <a:blipFill>
                <a:blip r:embed="rId13"/>
                <a:stretch>
                  <a:fillRect l="-885"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/>
              <p:nvPr/>
            </p:nvSpPr>
            <p:spPr>
              <a:xfrm rot="16200000">
                <a:off x="3715757" y="254006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15757" y="2540069"/>
                <a:ext cx="1398032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849A0D7-5F75-E305-3F92-04438E5291DB}"/>
              </a:ext>
            </a:extLst>
          </p:cNvPr>
          <p:cNvSpPr/>
          <p:nvPr/>
        </p:nvSpPr>
        <p:spPr>
          <a:xfrm>
            <a:off x="4289676" y="1603600"/>
            <a:ext cx="250194" cy="2365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/>
              <p:nvPr/>
            </p:nvSpPr>
            <p:spPr>
              <a:xfrm rot="16200000">
                <a:off x="3989542" y="252964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989542" y="2529649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ight Arrow 75">
            <a:extLst>
              <a:ext uri="{FF2B5EF4-FFF2-40B4-BE49-F238E27FC236}">
                <a16:creationId xmlns:a16="http://schemas.microsoft.com/office/drawing/2014/main" id="{8AA0B4CB-9ABB-E320-DE17-96C3F4F8412A}"/>
              </a:ext>
            </a:extLst>
          </p:cNvPr>
          <p:cNvSpPr/>
          <p:nvPr/>
        </p:nvSpPr>
        <p:spPr>
          <a:xfrm>
            <a:off x="4878003" y="253080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/>
              <p:nvPr/>
            </p:nvSpPr>
            <p:spPr>
              <a:xfrm rot="16200000">
                <a:off x="4515980" y="254006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515980" y="2540069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ight Arrow 77">
            <a:extLst>
              <a:ext uri="{FF2B5EF4-FFF2-40B4-BE49-F238E27FC236}">
                <a16:creationId xmlns:a16="http://schemas.microsoft.com/office/drawing/2014/main" id="{0989CFFE-6FC5-E450-167C-D23D35067F2B}"/>
              </a:ext>
            </a:extLst>
          </p:cNvPr>
          <p:cNvSpPr/>
          <p:nvPr/>
        </p:nvSpPr>
        <p:spPr>
          <a:xfrm>
            <a:off x="5386758" y="2524103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/>
              <p:nvPr/>
            </p:nvSpPr>
            <p:spPr>
              <a:xfrm rot="16200000">
                <a:off x="5046637" y="221580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046637" y="2215809"/>
                <a:ext cx="1398032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72C73D7-4927-4988-98F7-05493DC37A65}"/>
              </a:ext>
            </a:extLst>
          </p:cNvPr>
          <p:cNvSpPr/>
          <p:nvPr/>
        </p:nvSpPr>
        <p:spPr>
          <a:xfrm>
            <a:off x="5614488" y="1254946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B31EA516-6819-9733-DD6C-2A680CC0202E}"/>
              </a:ext>
            </a:extLst>
          </p:cNvPr>
          <p:cNvCxnSpPr>
            <a:cxnSpLocks/>
            <a:stCxn id="42" idx="3"/>
            <a:endCxn id="82" idx="1"/>
          </p:cNvCxnSpPr>
          <p:nvPr/>
        </p:nvCxnSpPr>
        <p:spPr>
          <a:xfrm rot="5400000" flipH="1" flipV="1">
            <a:off x="3678673" y="-456549"/>
            <a:ext cx="106048" cy="37655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/>
              <p:nvPr/>
            </p:nvSpPr>
            <p:spPr>
              <a:xfrm rot="16200000">
                <a:off x="5326355" y="221580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326355" y="2215809"/>
                <a:ext cx="139803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Arrow 90">
            <a:extLst>
              <a:ext uri="{FF2B5EF4-FFF2-40B4-BE49-F238E27FC236}">
                <a16:creationId xmlns:a16="http://schemas.microsoft.com/office/drawing/2014/main" id="{BCC03625-D8D8-E4E7-232D-DFEDED053357}"/>
              </a:ext>
            </a:extLst>
          </p:cNvPr>
          <p:cNvSpPr/>
          <p:nvPr/>
        </p:nvSpPr>
        <p:spPr>
          <a:xfrm>
            <a:off x="6228184" y="21619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/>
              <p:nvPr/>
            </p:nvSpPr>
            <p:spPr>
              <a:xfrm rot="16200000">
                <a:off x="5865387" y="219483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5387" y="2194832"/>
                <a:ext cx="1398032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>
            <a:extLst>
              <a:ext uri="{FF2B5EF4-FFF2-40B4-BE49-F238E27FC236}">
                <a16:creationId xmlns:a16="http://schemas.microsoft.com/office/drawing/2014/main" id="{0782E692-67E1-3D75-50F2-9522482160B9}"/>
              </a:ext>
            </a:extLst>
          </p:cNvPr>
          <p:cNvSpPr/>
          <p:nvPr/>
        </p:nvSpPr>
        <p:spPr>
          <a:xfrm>
            <a:off x="6743142" y="2172563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/>
              <p:nvPr/>
            </p:nvSpPr>
            <p:spPr>
              <a:xfrm rot="16200000">
                <a:off x="6380053" y="175781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380053" y="1757817"/>
                <a:ext cx="1398032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E0A84F8F-1AA2-D574-F020-FDCA7E92AAAA}"/>
              </a:ext>
            </a:extLst>
          </p:cNvPr>
          <p:cNvSpPr/>
          <p:nvPr/>
        </p:nvSpPr>
        <p:spPr>
          <a:xfrm>
            <a:off x="6950260" y="750481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/>
              <p:nvPr/>
            </p:nvSpPr>
            <p:spPr>
              <a:xfrm rot="16200000">
                <a:off x="6662946" y="1757817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62946" y="1757817"/>
                <a:ext cx="1398032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ight Arrow 105">
            <a:extLst>
              <a:ext uri="{FF2B5EF4-FFF2-40B4-BE49-F238E27FC236}">
                <a16:creationId xmlns:a16="http://schemas.microsoft.com/office/drawing/2014/main" id="{1F46C72A-393C-3A11-5C7C-344E67B791ED}"/>
              </a:ext>
            </a:extLst>
          </p:cNvPr>
          <p:cNvSpPr/>
          <p:nvPr/>
        </p:nvSpPr>
        <p:spPr>
          <a:xfrm>
            <a:off x="7596336" y="1750187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/>
              <p:nvPr/>
            </p:nvSpPr>
            <p:spPr>
              <a:xfrm rot="16200000">
                <a:off x="7234722" y="175336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34722" y="1753362"/>
                <a:ext cx="1398032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ight Arrow 107">
            <a:extLst>
              <a:ext uri="{FF2B5EF4-FFF2-40B4-BE49-F238E27FC236}">
                <a16:creationId xmlns:a16="http://schemas.microsoft.com/office/drawing/2014/main" id="{78DE55A9-CB1B-83ED-D23E-4457705630F0}"/>
              </a:ext>
            </a:extLst>
          </p:cNvPr>
          <p:cNvSpPr/>
          <p:nvPr/>
        </p:nvSpPr>
        <p:spPr>
          <a:xfrm>
            <a:off x="8141492" y="1667567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/>
              <p:nvPr/>
            </p:nvSpPr>
            <p:spPr>
              <a:xfrm rot="16200000">
                <a:off x="7748205" y="123217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748205" y="1232175"/>
                <a:ext cx="1398032" cy="2616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4B54CA3-AD35-2DCC-C519-D4F70CF63FA1}"/>
              </a:ext>
            </a:extLst>
          </p:cNvPr>
          <p:cNvSpPr/>
          <p:nvPr/>
        </p:nvSpPr>
        <p:spPr>
          <a:xfrm>
            <a:off x="8322124" y="288662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/>
              <p:nvPr/>
            </p:nvSpPr>
            <p:spPr>
              <a:xfrm rot="16200000">
                <a:off x="8046280" y="1232918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046280" y="1232918"/>
                <a:ext cx="1398032" cy="2616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Right Arrow 120">
            <a:extLst>
              <a:ext uri="{FF2B5EF4-FFF2-40B4-BE49-F238E27FC236}">
                <a16:creationId xmlns:a16="http://schemas.microsoft.com/office/drawing/2014/main" id="{760F7FB0-A4AD-BD0D-5DA1-F957C5B4E525}"/>
              </a:ext>
            </a:extLst>
          </p:cNvPr>
          <p:cNvSpPr/>
          <p:nvPr/>
        </p:nvSpPr>
        <p:spPr>
          <a:xfrm>
            <a:off x="8960905" y="1175524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/>
              <p:nvPr/>
            </p:nvSpPr>
            <p:spPr>
              <a:xfrm rot="16200000">
                <a:off x="8636713" y="123522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636713" y="1235228"/>
                <a:ext cx="1398032" cy="2616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ight Arrow 122">
            <a:extLst>
              <a:ext uri="{FF2B5EF4-FFF2-40B4-BE49-F238E27FC236}">
                <a16:creationId xmlns:a16="http://schemas.microsoft.com/office/drawing/2014/main" id="{0FE0B6EC-4F04-98BE-3993-8A9C7EED44F6}"/>
              </a:ext>
            </a:extLst>
          </p:cNvPr>
          <p:cNvSpPr/>
          <p:nvPr/>
        </p:nvSpPr>
        <p:spPr>
          <a:xfrm>
            <a:off x="9468544" y="1204885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/>
              <p:nvPr/>
            </p:nvSpPr>
            <p:spPr>
              <a:xfrm rot="16200000">
                <a:off x="9070771" y="122023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070771" y="1220236"/>
                <a:ext cx="1398032" cy="2616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3" name="Elbow Connector 202">
            <a:extLst>
              <a:ext uri="{FF2B5EF4-FFF2-40B4-BE49-F238E27FC236}">
                <a16:creationId xmlns:a16="http://schemas.microsoft.com/office/drawing/2014/main" id="{BBA1FF77-3D0A-67BF-233C-F1A838B610A1}"/>
              </a:ext>
            </a:extLst>
          </p:cNvPr>
          <p:cNvCxnSpPr>
            <a:stCxn id="49" idx="3"/>
            <a:endCxn id="63" idx="1"/>
          </p:cNvCxnSpPr>
          <p:nvPr/>
        </p:nvCxnSpPr>
        <p:spPr>
          <a:xfrm rot="5400000" flipH="1" flipV="1">
            <a:off x="3495675" y="1134409"/>
            <a:ext cx="206538" cy="13814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140D7882-E5F2-54EF-5FB2-D73C1A032913}"/>
              </a:ext>
            </a:extLst>
          </p:cNvPr>
          <p:cNvCxnSpPr>
            <a:stCxn id="62" idx="3"/>
            <a:endCxn id="63" idx="2"/>
          </p:cNvCxnSpPr>
          <p:nvPr/>
        </p:nvCxnSpPr>
        <p:spPr>
          <a:xfrm flipV="1">
            <a:off x="4414773" y="1840143"/>
            <a:ext cx="0" cy="1317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Elbow Connector 222">
            <a:extLst>
              <a:ext uri="{FF2B5EF4-FFF2-40B4-BE49-F238E27FC236}">
                <a16:creationId xmlns:a16="http://schemas.microsoft.com/office/drawing/2014/main" id="{AAA42D74-E94A-0BA7-87EF-DE4CB453B6C2}"/>
              </a:ext>
            </a:extLst>
          </p:cNvPr>
          <p:cNvCxnSpPr>
            <a:stCxn id="63" idx="3"/>
            <a:endCxn id="72" idx="3"/>
          </p:cNvCxnSpPr>
          <p:nvPr/>
        </p:nvCxnSpPr>
        <p:spPr>
          <a:xfrm>
            <a:off x="4539870" y="1721872"/>
            <a:ext cx="148688" cy="2395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2A22B38-4004-5774-C9A9-8FB4E57C70A6}"/>
              </a:ext>
            </a:extLst>
          </p:cNvPr>
          <p:cNvCxnSpPr>
            <a:stCxn id="81" idx="3"/>
            <a:endCxn id="82" idx="2"/>
          </p:cNvCxnSpPr>
          <p:nvPr/>
        </p:nvCxnSpPr>
        <p:spPr>
          <a:xfrm flipH="1" flipV="1">
            <a:off x="5739586" y="1491490"/>
            <a:ext cx="6067" cy="1561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229">
            <a:extLst>
              <a:ext uri="{FF2B5EF4-FFF2-40B4-BE49-F238E27FC236}">
                <a16:creationId xmlns:a16="http://schemas.microsoft.com/office/drawing/2014/main" id="{4821267D-9926-CE91-7619-9F52893CDA17}"/>
              </a:ext>
            </a:extLst>
          </p:cNvPr>
          <p:cNvCxnSpPr>
            <a:stCxn id="82" idx="3"/>
            <a:endCxn id="87" idx="3"/>
          </p:cNvCxnSpPr>
          <p:nvPr/>
        </p:nvCxnSpPr>
        <p:spPr>
          <a:xfrm>
            <a:off x="5864683" y="1373218"/>
            <a:ext cx="160688" cy="2743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>
            <a:extLst>
              <a:ext uri="{FF2B5EF4-FFF2-40B4-BE49-F238E27FC236}">
                <a16:creationId xmlns:a16="http://schemas.microsoft.com/office/drawing/2014/main" id="{4B49AFC2-96B7-1111-668B-E645E5AC249E}"/>
              </a:ext>
            </a:extLst>
          </p:cNvPr>
          <p:cNvCxnSpPr>
            <a:stCxn id="33" idx="3"/>
            <a:endCxn id="97" idx="1"/>
          </p:cNvCxnSpPr>
          <p:nvPr/>
        </p:nvCxnSpPr>
        <p:spPr>
          <a:xfrm rot="5400000" flipH="1" flipV="1">
            <a:off x="3838952" y="-2083817"/>
            <a:ext cx="158737" cy="60638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1688032B-DC2E-C509-43F3-E89ABC4457CB}"/>
              </a:ext>
            </a:extLst>
          </p:cNvPr>
          <p:cNvCxnSpPr>
            <a:stCxn id="96" idx="3"/>
            <a:endCxn id="97" idx="2"/>
          </p:cNvCxnSpPr>
          <p:nvPr/>
        </p:nvCxnSpPr>
        <p:spPr>
          <a:xfrm flipH="1" flipV="1">
            <a:off x="7075358" y="987025"/>
            <a:ext cx="3711" cy="2025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Elbow Connector 237">
            <a:extLst>
              <a:ext uri="{FF2B5EF4-FFF2-40B4-BE49-F238E27FC236}">
                <a16:creationId xmlns:a16="http://schemas.microsoft.com/office/drawing/2014/main" id="{DA50BFF6-3969-6859-F84D-954E2CFF00F0}"/>
              </a:ext>
            </a:extLst>
          </p:cNvPr>
          <p:cNvCxnSpPr>
            <a:stCxn id="97" idx="3"/>
            <a:endCxn id="102" idx="3"/>
          </p:cNvCxnSpPr>
          <p:nvPr/>
        </p:nvCxnSpPr>
        <p:spPr>
          <a:xfrm>
            <a:off x="7200455" y="868753"/>
            <a:ext cx="161507" cy="3208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Elbow Connector 247">
            <a:extLst>
              <a:ext uri="{FF2B5EF4-FFF2-40B4-BE49-F238E27FC236}">
                <a16:creationId xmlns:a16="http://schemas.microsoft.com/office/drawing/2014/main" id="{8C443F82-19A5-F65E-6439-C3E90F87FA5D}"/>
              </a:ext>
            </a:extLst>
          </p:cNvPr>
          <p:cNvCxnSpPr>
            <a:stCxn id="19" idx="3"/>
            <a:endCxn id="112" idx="1"/>
          </p:cNvCxnSpPr>
          <p:nvPr/>
        </p:nvCxnSpPr>
        <p:spPr>
          <a:xfrm rot="5400000" flipH="1" flipV="1">
            <a:off x="3990294" y="-3665514"/>
            <a:ext cx="259381" cy="84042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Elbow Connector 249">
            <a:extLst>
              <a:ext uri="{FF2B5EF4-FFF2-40B4-BE49-F238E27FC236}">
                <a16:creationId xmlns:a16="http://schemas.microsoft.com/office/drawing/2014/main" id="{94C5FC99-47EC-598A-A665-FF74291E6FF8}"/>
              </a:ext>
            </a:extLst>
          </p:cNvPr>
          <p:cNvCxnSpPr>
            <a:stCxn id="112" idx="3"/>
            <a:endCxn id="117" idx="3"/>
          </p:cNvCxnSpPr>
          <p:nvPr/>
        </p:nvCxnSpPr>
        <p:spPr>
          <a:xfrm>
            <a:off x="8572318" y="406934"/>
            <a:ext cx="172978" cy="2577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7218FE6E-4C8E-D36A-3BF6-CB8AB93B775F}"/>
              </a:ext>
            </a:extLst>
          </p:cNvPr>
          <p:cNvCxnSpPr>
            <a:stCxn id="111" idx="3"/>
            <a:endCxn id="112" idx="2"/>
          </p:cNvCxnSpPr>
          <p:nvPr/>
        </p:nvCxnSpPr>
        <p:spPr>
          <a:xfrm flipV="1">
            <a:off x="8447221" y="525206"/>
            <a:ext cx="0" cy="1387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FA03155A-2308-667E-F415-19FEA8349965}"/>
              </a:ext>
            </a:extLst>
          </p:cNvPr>
          <p:cNvSpPr/>
          <p:nvPr/>
        </p:nvSpPr>
        <p:spPr>
          <a:xfrm>
            <a:off x="5173423" y="5366510"/>
            <a:ext cx="250194" cy="2365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09AFB65-0B34-93C7-2FFD-534F1FD2DB59}"/>
              </a:ext>
            </a:extLst>
          </p:cNvPr>
          <p:cNvSpPr txBox="1"/>
          <p:nvPr/>
        </p:nvSpPr>
        <p:spPr>
          <a:xfrm>
            <a:off x="5536428" y="5305866"/>
            <a:ext cx="1446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module</a:t>
            </a:r>
          </a:p>
        </p:txBody>
      </p:sp>
    </p:spTree>
    <p:extLst>
      <p:ext uri="{BB962C8B-B14F-4D97-AF65-F5344CB8AC3E}">
        <p14:creationId xmlns:p14="http://schemas.microsoft.com/office/powerpoint/2010/main" val="1261868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/>
              <p:nvPr/>
            </p:nvSpPr>
            <p:spPr>
              <a:xfrm rot="16200000">
                <a:off x="-1276745" y="124350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276745" y="1243507"/>
                <a:ext cx="139803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/>
              <p:nvPr/>
            </p:nvSpPr>
            <p:spPr>
              <a:xfrm rot="16200000">
                <a:off x="-781171" y="123452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781171" y="1234526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/>
              <p:nvPr/>
            </p:nvSpPr>
            <p:spPr>
              <a:xfrm>
                <a:off x="5840243" y="4238442"/>
                <a:ext cx="27510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 (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+ Conv (3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243" y="4238442"/>
                <a:ext cx="2751074" cy="307777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>
            <a:extLst>
              <a:ext uri="{FF2B5EF4-FFF2-40B4-BE49-F238E27FC236}">
                <a16:creationId xmlns:a16="http://schemas.microsoft.com/office/drawing/2014/main" id="{E495EBCD-2755-096D-F36A-5EEDEAB78BF7}"/>
              </a:ext>
            </a:extLst>
          </p:cNvPr>
          <p:cNvSpPr/>
          <p:nvPr/>
        </p:nvSpPr>
        <p:spPr>
          <a:xfrm>
            <a:off x="5754312" y="4318735"/>
            <a:ext cx="107175" cy="250541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8EF614C-F4CC-5738-49FF-9528310CC5F4}"/>
              </a:ext>
            </a:extLst>
          </p:cNvPr>
          <p:cNvSpPr/>
          <p:nvPr/>
        </p:nvSpPr>
        <p:spPr>
          <a:xfrm>
            <a:off x="-395373" y="1189606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FFD16D1-BED6-99B9-3D75-ABC5660AE1FE}"/>
              </a:ext>
            </a:extLst>
          </p:cNvPr>
          <p:cNvSpPr/>
          <p:nvPr/>
        </p:nvSpPr>
        <p:spPr>
          <a:xfrm>
            <a:off x="86320" y="1591745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/>
              <p:nvPr/>
            </p:nvSpPr>
            <p:spPr>
              <a:xfrm rot="16200000">
                <a:off x="-303424" y="209048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03424" y="2090489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1">
            <a:extLst>
              <a:ext uri="{FF2B5EF4-FFF2-40B4-BE49-F238E27FC236}">
                <a16:creationId xmlns:a16="http://schemas.microsoft.com/office/drawing/2014/main" id="{F965D9E1-7788-271F-70AA-E7D2B052E81F}"/>
              </a:ext>
            </a:extLst>
          </p:cNvPr>
          <p:cNvSpPr/>
          <p:nvPr/>
        </p:nvSpPr>
        <p:spPr>
          <a:xfrm>
            <a:off x="578290" y="2103557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/>
              <p:nvPr/>
            </p:nvSpPr>
            <p:spPr>
              <a:xfrm rot="16200000">
                <a:off x="187365" y="209512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87365" y="2095123"/>
                <a:ext cx="1398032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3">
            <a:extLst>
              <a:ext uri="{FF2B5EF4-FFF2-40B4-BE49-F238E27FC236}">
                <a16:creationId xmlns:a16="http://schemas.microsoft.com/office/drawing/2014/main" id="{64BBF8F4-1FD7-6103-0E5A-81EB8ADA8852}"/>
              </a:ext>
            </a:extLst>
          </p:cNvPr>
          <p:cNvSpPr/>
          <p:nvPr/>
        </p:nvSpPr>
        <p:spPr>
          <a:xfrm>
            <a:off x="1073809" y="256875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/>
              <p:nvPr/>
            </p:nvSpPr>
            <p:spPr>
              <a:xfrm rot="16200000">
                <a:off x="691421" y="301149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91421" y="3011499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>
            <a:extLst>
              <a:ext uri="{FF2B5EF4-FFF2-40B4-BE49-F238E27FC236}">
                <a16:creationId xmlns:a16="http://schemas.microsoft.com/office/drawing/2014/main" id="{300BCF9F-21EC-AF28-1E65-6BD76EE87CB5}"/>
              </a:ext>
            </a:extLst>
          </p:cNvPr>
          <p:cNvSpPr/>
          <p:nvPr/>
        </p:nvSpPr>
        <p:spPr>
          <a:xfrm>
            <a:off x="5754312" y="4711194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3E2EBD-B3FB-D51B-58D2-45F961E2D7A7}"/>
              </a:ext>
            </a:extLst>
          </p:cNvPr>
          <p:cNvSpPr txBox="1"/>
          <p:nvPr/>
        </p:nvSpPr>
        <p:spPr>
          <a:xfrm>
            <a:off x="5894680" y="4686607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 (2)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79F6C72-C60B-9C63-CCD9-B1063821ABC5}"/>
              </a:ext>
            </a:extLst>
          </p:cNvPr>
          <p:cNvSpPr/>
          <p:nvPr/>
        </p:nvSpPr>
        <p:spPr>
          <a:xfrm>
            <a:off x="1547664" y="2993700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/>
              <p:nvPr/>
            </p:nvSpPr>
            <p:spPr>
              <a:xfrm rot="16200000">
                <a:off x="1149890" y="303122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49890" y="3031227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Arrow 42">
            <a:extLst>
              <a:ext uri="{FF2B5EF4-FFF2-40B4-BE49-F238E27FC236}">
                <a16:creationId xmlns:a16="http://schemas.microsoft.com/office/drawing/2014/main" id="{776932CD-81BF-30AA-5A8F-17345AE8EA3C}"/>
              </a:ext>
            </a:extLst>
          </p:cNvPr>
          <p:cNvSpPr/>
          <p:nvPr/>
        </p:nvSpPr>
        <p:spPr>
          <a:xfrm>
            <a:off x="2051720" y="342574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/>
              <p:nvPr/>
            </p:nvSpPr>
            <p:spPr>
              <a:xfrm rot="16200000">
                <a:off x="1668544" y="394067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68544" y="3940678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ight Arrow 47">
            <a:extLst>
              <a:ext uri="{FF2B5EF4-FFF2-40B4-BE49-F238E27FC236}">
                <a16:creationId xmlns:a16="http://schemas.microsoft.com/office/drawing/2014/main" id="{486620B9-2050-D941-EDE9-ED2D26034089}"/>
              </a:ext>
            </a:extLst>
          </p:cNvPr>
          <p:cNvSpPr/>
          <p:nvPr/>
        </p:nvSpPr>
        <p:spPr>
          <a:xfrm>
            <a:off x="2555776" y="3920246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/>
              <p:nvPr/>
            </p:nvSpPr>
            <p:spPr>
              <a:xfrm rot="16200000">
                <a:off x="2209196" y="395777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09196" y="3957773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Arrow 49">
            <a:extLst>
              <a:ext uri="{FF2B5EF4-FFF2-40B4-BE49-F238E27FC236}">
                <a16:creationId xmlns:a16="http://schemas.microsoft.com/office/drawing/2014/main" id="{D493CA9D-2FDF-4F61-77C3-887F60667965}"/>
              </a:ext>
            </a:extLst>
          </p:cNvPr>
          <p:cNvSpPr/>
          <p:nvPr/>
        </p:nvSpPr>
        <p:spPr>
          <a:xfrm>
            <a:off x="3084727" y="442720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/>
              <p:nvPr/>
            </p:nvSpPr>
            <p:spPr>
              <a:xfrm rot="16200000">
                <a:off x="2707646" y="447138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707646" y="4471387"/>
                <a:ext cx="1398032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ight Arrow 54">
            <a:extLst>
              <a:ext uri="{FF2B5EF4-FFF2-40B4-BE49-F238E27FC236}">
                <a16:creationId xmlns:a16="http://schemas.microsoft.com/office/drawing/2014/main" id="{EA587CE3-75AF-1B55-DFC3-232DE91C68C3}"/>
              </a:ext>
            </a:extLst>
          </p:cNvPr>
          <p:cNvSpPr/>
          <p:nvPr/>
        </p:nvSpPr>
        <p:spPr>
          <a:xfrm>
            <a:off x="3578143" y="4432884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/>
              <p:nvPr/>
            </p:nvSpPr>
            <p:spPr>
              <a:xfrm rot="16200000">
                <a:off x="3211701" y="447041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1024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211701" y="4470411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ight Arrow 56">
            <a:extLst>
              <a:ext uri="{FF2B5EF4-FFF2-40B4-BE49-F238E27FC236}">
                <a16:creationId xmlns:a16="http://schemas.microsoft.com/office/drawing/2014/main" id="{E4EFF101-17C7-71F6-BCA0-0E0D0BDF0C87}"/>
              </a:ext>
            </a:extLst>
          </p:cNvPr>
          <p:cNvSpPr/>
          <p:nvPr/>
        </p:nvSpPr>
        <p:spPr>
          <a:xfrm>
            <a:off x="4095101" y="4455673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E307CD34-EC1B-7C90-EAC7-1674DDDCC4D1}"/>
              </a:ext>
            </a:extLst>
          </p:cNvPr>
          <p:cNvSpPr/>
          <p:nvPr/>
        </p:nvSpPr>
        <p:spPr>
          <a:xfrm>
            <a:off x="5760486" y="5116543"/>
            <a:ext cx="115939" cy="27102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/>
              <p:nvPr/>
            </p:nvSpPr>
            <p:spPr>
              <a:xfrm>
                <a:off x="5908786" y="5116543"/>
                <a:ext cx="229421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Upsample (2) + Conv(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786" y="5116543"/>
                <a:ext cx="2294218" cy="261610"/>
              </a:xfrm>
              <a:prstGeom prst="rect">
                <a:avLst/>
              </a:prstGeom>
              <a:blipFill>
                <a:blip r:embed="rId1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/>
              <p:nvPr/>
            </p:nvSpPr>
            <p:spPr>
              <a:xfrm rot="16200000">
                <a:off x="3715757" y="3935624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15757" y="3935624"/>
                <a:ext cx="1398032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849A0D7-5F75-E305-3F92-04438E5291DB}"/>
              </a:ext>
            </a:extLst>
          </p:cNvPr>
          <p:cNvSpPr/>
          <p:nvPr/>
        </p:nvSpPr>
        <p:spPr>
          <a:xfrm>
            <a:off x="4289676" y="2904425"/>
            <a:ext cx="250194" cy="2365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/>
              <p:nvPr/>
            </p:nvSpPr>
            <p:spPr>
              <a:xfrm rot="16200000">
                <a:off x="3989542" y="3925204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989542" y="3925204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ight Arrow 75">
            <a:extLst>
              <a:ext uri="{FF2B5EF4-FFF2-40B4-BE49-F238E27FC236}">
                <a16:creationId xmlns:a16="http://schemas.microsoft.com/office/drawing/2014/main" id="{8AA0B4CB-9ABB-E320-DE17-96C3F4F8412A}"/>
              </a:ext>
            </a:extLst>
          </p:cNvPr>
          <p:cNvSpPr/>
          <p:nvPr/>
        </p:nvSpPr>
        <p:spPr>
          <a:xfrm>
            <a:off x="4878003" y="3926364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/>
              <p:nvPr/>
            </p:nvSpPr>
            <p:spPr>
              <a:xfrm rot="16200000">
                <a:off x="4515980" y="389532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515980" y="3895323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ight Arrow 77">
            <a:extLst>
              <a:ext uri="{FF2B5EF4-FFF2-40B4-BE49-F238E27FC236}">
                <a16:creationId xmlns:a16="http://schemas.microsoft.com/office/drawing/2014/main" id="{0989CFFE-6FC5-E450-167C-D23D35067F2B}"/>
              </a:ext>
            </a:extLst>
          </p:cNvPr>
          <p:cNvSpPr/>
          <p:nvPr/>
        </p:nvSpPr>
        <p:spPr>
          <a:xfrm>
            <a:off x="5386758" y="3462560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/>
              <p:nvPr/>
            </p:nvSpPr>
            <p:spPr>
              <a:xfrm rot="16200000">
                <a:off x="5046637" y="295921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046637" y="2959219"/>
                <a:ext cx="1398032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72C73D7-4927-4988-98F7-05493DC37A65}"/>
              </a:ext>
            </a:extLst>
          </p:cNvPr>
          <p:cNvSpPr/>
          <p:nvPr/>
        </p:nvSpPr>
        <p:spPr>
          <a:xfrm>
            <a:off x="5614488" y="1896312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B31EA516-6819-9733-DD6C-2A680CC0202E}"/>
              </a:ext>
            </a:extLst>
          </p:cNvPr>
          <p:cNvCxnSpPr>
            <a:cxnSpLocks/>
            <a:stCxn id="42" idx="3"/>
            <a:endCxn id="82" idx="1"/>
          </p:cNvCxnSpPr>
          <p:nvPr/>
        </p:nvCxnSpPr>
        <p:spPr>
          <a:xfrm rot="5400000" flipH="1" flipV="1">
            <a:off x="3507481" y="356009"/>
            <a:ext cx="448432" cy="37655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/>
              <p:nvPr/>
            </p:nvSpPr>
            <p:spPr>
              <a:xfrm rot="16200000">
                <a:off x="5326355" y="295921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326355" y="2959219"/>
                <a:ext cx="139803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Arrow 90">
            <a:extLst>
              <a:ext uri="{FF2B5EF4-FFF2-40B4-BE49-F238E27FC236}">
                <a16:creationId xmlns:a16="http://schemas.microsoft.com/office/drawing/2014/main" id="{BCC03625-D8D8-E4E7-232D-DFEDED053357}"/>
              </a:ext>
            </a:extLst>
          </p:cNvPr>
          <p:cNvSpPr/>
          <p:nvPr/>
        </p:nvSpPr>
        <p:spPr>
          <a:xfrm>
            <a:off x="6218071" y="289822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/>
              <p:nvPr/>
            </p:nvSpPr>
            <p:spPr>
              <a:xfrm rot="16200000">
                <a:off x="5865387" y="291709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5387" y="2917092"/>
                <a:ext cx="1398032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>
            <a:extLst>
              <a:ext uri="{FF2B5EF4-FFF2-40B4-BE49-F238E27FC236}">
                <a16:creationId xmlns:a16="http://schemas.microsoft.com/office/drawing/2014/main" id="{0782E692-67E1-3D75-50F2-9522482160B9}"/>
              </a:ext>
            </a:extLst>
          </p:cNvPr>
          <p:cNvSpPr/>
          <p:nvPr/>
        </p:nvSpPr>
        <p:spPr>
          <a:xfrm>
            <a:off x="6744004" y="2354763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/>
              <p:nvPr/>
            </p:nvSpPr>
            <p:spPr>
              <a:xfrm rot="16200000">
                <a:off x="6380053" y="212500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380053" y="2125003"/>
                <a:ext cx="1398032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E0A84F8F-1AA2-D574-F020-FDCA7E92AAAA}"/>
              </a:ext>
            </a:extLst>
          </p:cNvPr>
          <p:cNvSpPr/>
          <p:nvPr/>
        </p:nvSpPr>
        <p:spPr>
          <a:xfrm>
            <a:off x="6950260" y="1176232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/>
              <p:nvPr/>
            </p:nvSpPr>
            <p:spPr>
              <a:xfrm rot="16200000">
                <a:off x="6662946" y="2125003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62946" y="2125003"/>
                <a:ext cx="1398032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ight Arrow 105">
            <a:extLst>
              <a:ext uri="{FF2B5EF4-FFF2-40B4-BE49-F238E27FC236}">
                <a16:creationId xmlns:a16="http://schemas.microsoft.com/office/drawing/2014/main" id="{1F46C72A-393C-3A11-5C7C-344E67B791ED}"/>
              </a:ext>
            </a:extLst>
          </p:cNvPr>
          <p:cNvSpPr/>
          <p:nvPr/>
        </p:nvSpPr>
        <p:spPr>
          <a:xfrm>
            <a:off x="7596336" y="209194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/>
              <p:nvPr/>
            </p:nvSpPr>
            <p:spPr>
              <a:xfrm rot="16200000">
                <a:off x="7234722" y="209512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34722" y="2095123"/>
                <a:ext cx="1398032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ight Arrow 107">
            <a:extLst>
              <a:ext uri="{FF2B5EF4-FFF2-40B4-BE49-F238E27FC236}">
                <a16:creationId xmlns:a16="http://schemas.microsoft.com/office/drawing/2014/main" id="{78DE55A9-CB1B-83ED-D23E-4457705630F0}"/>
              </a:ext>
            </a:extLst>
          </p:cNvPr>
          <p:cNvSpPr/>
          <p:nvPr/>
        </p:nvSpPr>
        <p:spPr>
          <a:xfrm>
            <a:off x="8132767" y="1522278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/>
              <p:nvPr/>
            </p:nvSpPr>
            <p:spPr>
              <a:xfrm rot="16200000">
                <a:off x="7748205" y="126090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748205" y="1260907"/>
                <a:ext cx="1398032" cy="2616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4B54CA3-AD35-2DCC-C519-D4F70CF63FA1}"/>
              </a:ext>
            </a:extLst>
          </p:cNvPr>
          <p:cNvSpPr/>
          <p:nvPr/>
        </p:nvSpPr>
        <p:spPr>
          <a:xfrm>
            <a:off x="8322124" y="288662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/>
              <p:nvPr/>
            </p:nvSpPr>
            <p:spPr>
              <a:xfrm rot="16200000">
                <a:off x="8046280" y="1261650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046280" y="1261650"/>
                <a:ext cx="1398032" cy="2616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Right Arrow 120">
            <a:extLst>
              <a:ext uri="{FF2B5EF4-FFF2-40B4-BE49-F238E27FC236}">
                <a16:creationId xmlns:a16="http://schemas.microsoft.com/office/drawing/2014/main" id="{760F7FB0-A4AD-BD0D-5DA1-F957C5B4E525}"/>
              </a:ext>
            </a:extLst>
          </p:cNvPr>
          <p:cNvSpPr/>
          <p:nvPr/>
        </p:nvSpPr>
        <p:spPr>
          <a:xfrm>
            <a:off x="8960905" y="1218505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/>
              <p:nvPr/>
            </p:nvSpPr>
            <p:spPr>
              <a:xfrm rot="16200000">
                <a:off x="8636713" y="127589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636713" y="1275899"/>
                <a:ext cx="1398032" cy="2616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ight Arrow 122">
            <a:extLst>
              <a:ext uri="{FF2B5EF4-FFF2-40B4-BE49-F238E27FC236}">
                <a16:creationId xmlns:a16="http://schemas.microsoft.com/office/drawing/2014/main" id="{0FE0B6EC-4F04-98BE-3993-8A9C7EED44F6}"/>
              </a:ext>
            </a:extLst>
          </p:cNvPr>
          <p:cNvSpPr/>
          <p:nvPr/>
        </p:nvSpPr>
        <p:spPr>
          <a:xfrm>
            <a:off x="9468544" y="1245556"/>
            <a:ext cx="144016" cy="33666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/>
              <p:nvPr/>
            </p:nvSpPr>
            <p:spPr>
              <a:xfrm rot="16200000">
                <a:off x="9070771" y="126090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070771" y="1260907"/>
                <a:ext cx="1398032" cy="2616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3" name="Elbow Connector 202">
            <a:extLst>
              <a:ext uri="{FF2B5EF4-FFF2-40B4-BE49-F238E27FC236}">
                <a16:creationId xmlns:a16="http://schemas.microsoft.com/office/drawing/2014/main" id="{BBA1FF77-3D0A-67BF-233C-F1A838B610A1}"/>
              </a:ext>
            </a:extLst>
          </p:cNvPr>
          <p:cNvCxnSpPr>
            <a:stCxn id="49" idx="3"/>
            <a:endCxn id="63" idx="1"/>
          </p:cNvCxnSpPr>
          <p:nvPr/>
        </p:nvCxnSpPr>
        <p:spPr>
          <a:xfrm rot="5400000" flipH="1" flipV="1">
            <a:off x="3415512" y="2515398"/>
            <a:ext cx="366865" cy="13814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140D7882-E5F2-54EF-5FB2-D73C1A032913}"/>
              </a:ext>
            </a:extLst>
          </p:cNvPr>
          <p:cNvCxnSpPr>
            <a:stCxn id="62" idx="3"/>
            <a:endCxn id="63" idx="2"/>
          </p:cNvCxnSpPr>
          <p:nvPr/>
        </p:nvCxnSpPr>
        <p:spPr>
          <a:xfrm flipV="1">
            <a:off x="4414773" y="3140968"/>
            <a:ext cx="0" cy="226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Elbow Connector 222">
            <a:extLst>
              <a:ext uri="{FF2B5EF4-FFF2-40B4-BE49-F238E27FC236}">
                <a16:creationId xmlns:a16="http://schemas.microsoft.com/office/drawing/2014/main" id="{AAA42D74-E94A-0BA7-87EF-DE4CB453B6C2}"/>
              </a:ext>
            </a:extLst>
          </p:cNvPr>
          <p:cNvCxnSpPr>
            <a:stCxn id="63" idx="3"/>
            <a:endCxn id="72" idx="3"/>
          </p:cNvCxnSpPr>
          <p:nvPr/>
        </p:nvCxnSpPr>
        <p:spPr>
          <a:xfrm>
            <a:off x="4539870" y="3022697"/>
            <a:ext cx="148688" cy="3342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2A22B38-4004-5774-C9A9-8FB4E57C70A6}"/>
              </a:ext>
            </a:extLst>
          </p:cNvPr>
          <p:cNvCxnSpPr>
            <a:stCxn id="81" idx="3"/>
            <a:endCxn id="82" idx="2"/>
          </p:cNvCxnSpPr>
          <p:nvPr/>
        </p:nvCxnSpPr>
        <p:spPr>
          <a:xfrm flipH="1" flipV="1">
            <a:off x="5739586" y="2132856"/>
            <a:ext cx="6067" cy="2581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229">
            <a:extLst>
              <a:ext uri="{FF2B5EF4-FFF2-40B4-BE49-F238E27FC236}">
                <a16:creationId xmlns:a16="http://schemas.microsoft.com/office/drawing/2014/main" id="{4821267D-9926-CE91-7619-9F52893CDA17}"/>
              </a:ext>
            </a:extLst>
          </p:cNvPr>
          <p:cNvCxnSpPr>
            <a:stCxn id="82" idx="3"/>
            <a:endCxn id="87" idx="3"/>
          </p:cNvCxnSpPr>
          <p:nvPr/>
        </p:nvCxnSpPr>
        <p:spPr>
          <a:xfrm>
            <a:off x="5864683" y="2014584"/>
            <a:ext cx="160688" cy="3764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>
            <a:extLst>
              <a:ext uri="{FF2B5EF4-FFF2-40B4-BE49-F238E27FC236}">
                <a16:creationId xmlns:a16="http://schemas.microsoft.com/office/drawing/2014/main" id="{4B49AFC2-96B7-1111-668B-E645E5AC249E}"/>
              </a:ext>
            </a:extLst>
          </p:cNvPr>
          <p:cNvCxnSpPr>
            <a:stCxn id="33" idx="3"/>
            <a:endCxn id="97" idx="1"/>
          </p:cNvCxnSpPr>
          <p:nvPr/>
        </p:nvCxnSpPr>
        <p:spPr>
          <a:xfrm rot="5400000" flipH="1" flipV="1">
            <a:off x="3802116" y="-1621231"/>
            <a:ext cx="232408" cy="60638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1688032B-DC2E-C509-43F3-E89ABC4457CB}"/>
              </a:ext>
            </a:extLst>
          </p:cNvPr>
          <p:cNvCxnSpPr>
            <a:stCxn id="96" idx="3"/>
            <a:endCxn id="97" idx="2"/>
          </p:cNvCxnSpPr>
          <p:nvPr/>
        </p:nvCxnSpPr>
        <p:spPr>
          <a:xfrm flipH="1" flipV="1">
            <a:off x="7075358" y="1412776"/>
            <a:ext cx="3711" cy="144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Elbow Connector 237">
            <a:extLst>
              <a:ext uri="{FF2B5EF4-FFF2-40B4-BE49-F238E27FC236}">
                <a16:creationId xmlns:a16="http://schemas.microsoft.com/office/drawing/2014/main" id="{DA50BFF6-3969-6859-F84D-954E2CFF00F0}"/>
              </a:ext>
            </a:extLst>
          </p:cNvPr>
          <p:cNvCxnSpPr>
            <a:stCxn id="97" idx="3"/>
            <a:endCxn id="102" idx="3"/>
          </p:cNvCxnSpPr>
          <p:nvPr/>
        </p:nvCxnSpPr>
        <p:spPr>
          <a:xfrm>
            <a:off x="7200455" y="1294504"/>
            <a:ext cx="161507" cy="2622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Elbow Connector 247">
            <a:extLst>
              <a:ext uri="{FF2B5EF4-FFF2-40B4-BE49-F238E27FC236}">
                <a16:creationId xmlns:a16="http://schemas.microsoft.com/office/drawing/2014/main" id="{8C443F82-19A5-F65E-6439-C3E90F87FA5D}"/>
              </a:ext>
            </a:extLst>
          </p:cNvPr>
          <p:cNvCxnSpPr>
            <a:stCxn id="19" idx="3"/>
            <a:endCxn id="112" idx="1"/>
          </p:cNvCxnSpPr>
          <p:nvPr/>
        </p:nvCxnSpPr>
        <p:spPr>
          <a:xfrm rot="5400000" flipH="1" flipV="1">
            <a:off x="3990294" y="-3665514"/>
            <a:ext cx="259381" cy="84042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Elbow Connector 249">
            <a:extLst>
              <a:ext uri="{FF2B5EF4-FFF2-40B4-BE49-F238E27FC236}">
                <a16:creationId xmlns:a16="http://schemas.microsoft.com/office/drawing/2014/main" id="{94C5FC99-47EC-598A-A665-FF74291E6FF8}"/>
              </a:ext>
            </a:extLst>
          </p:cNvPr>
          <p:cNvCxnSpPr>
            <a:stCxn id="112" idx="3"/>
            <a:endCxn id="117" idx="3"/>
          </p:cNvCxnSpPr>
          <p:nvPr/>
        </p:nvCxnSpPr>
        <p:spPr>
          <a:xfrm>
            <a:off x="8572318" y="406934"/>
            <a:ext cx="172978" cy="2865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7218FE6E-4C8E-D36A-3BF6-CB8AB93B775F}"/>
              </a:ext>
            </a:extLst>
          </p:cNvPr>
          <p:cNvCxnSpPr>
            <a:stCxn id="111" idx="3"/>
            <a:endCxn id="112" idx="2"/>
          </p:cNvCxnSpPr>
          <p:nvPr/>
        </p:nvCxnSpPr>
        <p:spPr>
          <a:xfrm flipV="1">
            <a:off x="8447221" y="525206"/>
            <a:ext cx="0" cy="1674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FA03155A-2308-667E-F415-19FEA8349965}"/>
              </a:ext>
            </a:extLst>
          </p:cNvPr>
          <p:cNvSpPr/>
          <p:nvPr/>
        </p:nvSpPr>
        <p:spPr>
          <a:xfrm>
            <a:off x="5743709" y="5921183"/>
            <a:ext cx="150971" cy="1427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09AFB65-0B34-93C7-2FFD-534F1FD2DB59}"/>
              </a:ext>
            </a:extLst>
          </p:cNvPr>
          <p:cNvSpPr txBox="1"/>
          <p:nvPr/>
        </p:nvSpPr>
        <p:spPr>
          <a:xfrm>
            <a:off x="5944659" y="5838735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module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F3753-6E3C-6E64-E76E-8B3D6836C13B}"/>
              </a:ext>
            </a:extLst>
          </p:cNvPr>
          <p:cNvSpPr/>
          <p:nvPr/>
        </p:nvSpPr>
        <p:spPr>
          <a:xfrm>
            <a:off x="5606535" y="4203604"/>
            <a:ext cx="2984782" cy="1961700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E1E7AC36-7290-D67B-3178-F62BE317CAE3}"/>
              </a:ext>
            </a:extLst>
          </p:cNvPr>
          <p:cNvSpPr/>
          <p:nvPr/>
        </p:nvSpPr>
        <p:spPr>
          <a:xfrm>
            <a:off x="5760485" y="5504354"/>
            <a:ext cx="115939" cy="2710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370313-5974-24F4-9AEA-E90900D8EBD1}"/>
                  </a:ext>
                </a:extLst>
              </p:cNvPr>
              <p:cNvSpPr/>
              <p:nvPr/>
            </p:nvSpPr>
            <p:spPr>
              <a:xfrm>
                <a:off x="5944659" y="5498113"/>
                <a:ext cx="912429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 (</a:t>
                </a:r>
                <a14:m>
                  <m:oMath xmlns:m="http://schemas.openxmlformats.org/officeDocument/2006/math">
                    <m:r>
                      <a:rPr lang="en-US" sz="11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US" sz="11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370313-5974-24F4-9AEA-E90900D8EB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659" y="5498113"/>
                <a:ext cx="912429" cy="261610"/>
              </a:xfrm>
              <a:prstGeom prst="rect">
                <a:avLst/>
              </a:prstGeom>
              <a:blipFill>
                <a:blip r:embed="rId2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470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/>
              <p:nvPr/>
            </p:nvSpPr>
            <p:spPr>
              <a:xfrm rot="16200000">
                <a:off x="-1312716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312716" y="2513458"/>
                <a:ext cx="139803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/>
              <p:nvPr/>
            </p:nvSpPr>
            <p:spPr>
              <a:xfrm rot="16200000">
                <a:off x="-817142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817142" y="2513458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/>
              <p:nvPr/>
            </p:nvSpPr>
            <p:spPr>
              <a:xfrm>
                <a:off x="7021762" y="3550734"/>
                <a:ext cx="27510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 (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+ Conv (3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762" y="3550734"/>
                <a:ext cx="2751074" cy="307777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>
            <a:extLst>
              <a:ext uri="{FF2B5EF4-FFF2-40B4-BE49-F238E27FC236}">
                <a16:creationId xmlns:a16="http://schemas.microsoft.com/office/drawing/2014/main" id="{E495EBCD-2755-096D-F36A-5EEDEAB78BF7}"/>
              </a:ext>
            </a:extLst>
          </p:cNvPr>
          <p:cNvSpPr/>
          <p:nvPr/>
        </p:nvSpPr>
        <p:spPr>
          <a:xfrm>
            <a:off x="6935831" y="3631027"/>
            <a:ext cx="107175" cy="250541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8EF614C-F4CC-5738-49FF-9528310CC5F4}"/>
              </a:ext>
            </a:extLst>
          </p:cNvPr>
          <p:cNvSpPr/>
          <p:nvPr/>
        </p:nvSpPr>
        <p:spPr>
          <a:xfrm>
            <a:off x="-431344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FFD16D1-BED6-99B9-3D75-ABC5660AE1FE}"/>
              </a:ext>
            </a:extLst>
          </p:cNvPr>
          <p:cNvSpPr/>
          <p:nvPr/>
        </p:nvSpPr>
        <p:spPr>
          <a:xfrm>
            <a:off x="50349" y="247593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/>
              <p:nvPr/>
            </p:nvSpPr>
            <p:spPr>
              <a:xfrm rot="16200000">
                <a:off x="-339395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39395" y="2513458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1">
            <a:extLst>
              <a:ext uri="{FF2B5EF4-FFF2-40B4-BE49-F238E27FC236}">
                <a16:creationId xmlns:a16="http://schemas.microsoft.com/office/drawing/2014/main" id="{F965D9E1-7788-271F-70AA-E7D2B052E81F}"/>
              </a:ext>
            </a:extLst>
          </p:cNvPr>
          <p:cNvSpPr/>
          <p:nvPr/>
        </p:nvSpPr>
        <p:spPr>
          <a:xfrm>
            <a:off x="542319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/>
              <p:nvPr/>
            </p:nvSpPr>
            <p:spPr>
              <a:xfrm rot="16200000">
                <a:off x="151394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51394" y="2513458"/>
                <a:ext cx="1398032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3">
            <a:extLst>
              <a:ext uri="{FF2B5EF4-FFF2-40B4-BE49-F238E27FC236}">
                <a16:creationId xmlns:a16="http://schemas.microsoft.com/office/drawing/2014/main" id="{64BBF8F4-1FD7-6103-0E5A-81EB8ADA8852}"/>
              </a:ext>
            </a:extLst>
          </p:cNvPr>
          <p:cNvSpPr/>
          <p:nvPr/>
        </p:nvSpPr>
        <p:spPr>
          <a:xfrm>
            <a:off x="1037838" y="247593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/>
              <p:nvPr/>
            </p:nvSpPr>
            <p:spPr>
              <a:xfrm rot="16200000">
                <a:off x="655450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55450" y="2513458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>
            <a:extLst>
              <a:ext uri="{FF2B5EF4-FFF2-40B4-BE49-F238E27FC236}">
                <a16:creationId xmlns:a16="http://schemas.microsoft.com/office/drawing/2014/main" id="{300BCF9F-21EC-AF28-1E65-6BD76EE87CB5}"/>
              </a:ext>
            </a:extLst>
          </p:cNvPr>
          <p:cNvSpPr/>
          <p:nvPr/>
        </p:nvSpPr>
        <p:spPr>
          <a:xfrm>
            <a:off x="6935831" y="4023486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3E2EBD-B3FB-D51B-58D2-45F961E2D7A7}"/>
              </a:ext>
            </a:extLst>
          </p:cNvPr>
          <p:cNvSpPr txBox="1"/>
          <p:nvPr/>
        </p:nvSpPr>
        <p:spPr>
          <a:xfrm>
            <a:off x="7076199" y="3998899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 (2)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79F6C72-C60B-9C63-CCD9-B1063821ABC5}"/>
              </a:ext>
            </a:extLst>
          </p:cNvPr>
          <p:cNvSpPr/>
          <p:nvPr/>
        </p:nvSpPr>
        <p:spPr>
          <a:xfrm>
            <a:off x="1511693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/>
              <p:nvPr/>
            </p:nvSpPr>
            <p:spPr>
              <a:xfrm rot="16200000">
                <a:off x="1113919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13919" y="2513459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Arrow 42">
            <a:extLst>
              <a:ext uri="{FF2B5EF4-FFF2-40B4-BE49-F238E27FC236}">
                <a16:creationId xmlns:a16="http://schemas.microsoft.com/office/drawing/2014/main" id="{776932CD-81BF-30AA-5A8F-17345AE8EA3C}"/>
              </a:ext>
            </a:extLst>
          </p:cNvPr>
          <p:cNvSpPr/>
          <p:nvPr/>
        </p:nvSpPr>
        <p:spPr>
          <a:xfrm>
            <a:off x="2015749" y="247593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/>
              <p:nvPr/>
            </p:nvSpPr>
            <p:spPr>
              <a:xfrm rot="16200000">
                <a:off x="1632573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32573" y="2513459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ight Arrow 47">
            <a:extLst>
              <a:ext uri="{FF2B5EF4-FFF2-40B4-BE49-F238E27FC236}">
                <a16:creationId xmlns:a16="http://schemas.microsoft.com/office/drawing/2014/main" id="{486620B9-2050-D941-EDE9-ED2D26034089}"/>
              </a:ext>
            </a:extLst>
          </p:cNvPr>
          <p:cNvSpPr/>
          <p:nvPr/>
        </p:nvSpPr>
        <p:spPr>
          <a:xfrm>
            <a:off x="2519805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/>
              <p:nvPr/>
            </p:nvSpPr>
            <p:spPr>
              <a:xfrm rot="16200000">
                <a:off x="2173225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173225" y="2513459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Arrow 49">
            <a:extLst>
              <a:ext uri="{FF2B5EF4-FFF2-40B4-BE49-F238E27FC236}">
                <a16:creationId xmlns:a16="http://schemas.microsoft.com/office/drawing/2014/main" id="{D493CA9D-2FDF-4F61-77C3-887F60667965}"/>
              </a:ext>
            </a:extLst>
          </p:cNvPr>
          <p:cNvSpPr/>
          <p:nvPr/>
        </p:nvSpPr>
        <p:spPr>
          <a:xfrm>
            <a:off x="3048756" y="247593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/>
              <p:nvPr/>
            </p:nvSpPr>
            <p:spPr>
              <a:xfrm rot="16200000">
                <a:off x="2671675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71675" y="2513459"/>
                <a:ext cx="1398032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ight Arrow 54">
            <a:extLst>
              <a:ext uri="{FF2B5EF4-FFF2-40B4-BE49-F238E27FC236}">
                <a16:creationId xmlns:a16="http://schemas.microsoft.com/office/drawing/2014/main" id="{EA587CE3-75AF-1B55-DFC3-232DE91C68C3}"/>
              </a:ext>
            </a:extLst>
          </p:cNvPr>
          <p:cNvSpPr/>
          <p:nvPr/>
        </p:nvSpPr>
        <p:spPr>
          <a:xfrm>
            <a:off x="3542172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/>
              <p:nvPr/>
            </p:nvSpPr>
            <p:spPr>
              <a:xfrm rot="16200000">
                <a:off x="3175730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1024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175730" y="2513459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ight Arrow 56">
            <a:extLst>
              <a:ext uri="{FF2B5EF4-FFF2-40B4-BE49-F238E27FC236}">
                <a16:creationId xmlns:a16="http://schemas.microsoft.com/office/drawing/2014/main" id="{E4EFF101-17C7-71F6-BCA0-0E0D0BDF0C87}"/>
              </a:ext>
            </a:extLst>
          </p:cNvPr>
          <p:cNvSpPr/>
          <p:nvPr/>
        </p:nvSpPr>
        <p:spPr>
          <a:xfrm>
            <a:off x="4059130" y="2475931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E307CD34-EC1B-7C90-EAC7-1674DDDCC4D1}"/>
              </a:ext>
            </a:extLst>
          </p:cNvPr>
          <p:cNvSpPr/>
          <p:nvPr/>
        </p:nvSpPr>
        <p:spPr>
          <a:xfrm>
            <a:off x="6942005" y="4428835"/>
            <a:ext cx="115939" cy="27102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/>
              <p:nvPr/>
            </p:nvSpPr>
            <p:spPr>
              <a:xfrm>
                <a:off x="7090305" y="4428835"/>
                <a:ext cx="229421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Upsample (2) + Conv(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305" y="4428835"/>
                <a:ext cx="2294218" cy="261610"/>
              </a:xfrm>
              <a:prstGeom prst="rect">
                <a:avLst/>
              </a:prstGeom>
              <a:blipFill>
                <a:blip r:embed="rId1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/>
              <p:nvPr/>
            </p:nvSpPr>
            <p:spPr>
              <a:xfrm rot="16200000">
                <a:off x="3679786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679786" y="2513458"/>
                <a:ext cx="1398032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849A0D7-5F75-E305-3F92-04438E5291DB}"/>
              </a:ext>
            </a:extLst>
          </p:cNvPr>
          <p:cNvSpPr/>
          <p:nvPr/>
        </p:nvSpPr>
        <p:spPr>
          <a:xfrm>
            <a:off x="4259413" y="3703491"/>
            <a:ext cx="250194" cy="2365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/>
              <p:nvPr/>
            </p:nvSpPr>
            <p:spPr>
              <a:xfrm rot="16200000">
                <a:off x="3953571" y="2513458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953571" y="2513458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ight Arrow 75">
            <a:extLst>
              <a:ext uri="{FF2B5EF4-FFF2-40B4-BE49-F238E27FC236}">
                <a16:creationId xmlns:a16="http://schemas.microsoft.com/office/drawing/2014/main" id="{8AA0B4CB-9ABB-E320-DE17-96C3F4F8412A}"/>
              </a:ext>
            </a:extLst>
          </p:cNvPr>
          <p:cNvSpPr/>
          <p:nvPr/>
        </p:nvSpPr>
        <p:spPr>
          <a:xfrm>
            <a:off x="4842032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/>
              <p:nvPr/>
            </p:nvSpPr>
            <p:spPr>
              <a:xfrm rot="16200000">
                <a:off x="4480009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480009" y="2513458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ight Arrow 77">
            <a:extLst>
              <a:ext uri="{FF2B5EF4-FFF2-40B4-BE49-F238E27FC236}">
                <a16:creationId xmlns:a16="http://schemas.microsoft.com/office/drawing/2014/main" id="{0989CFFE-6FC5-E450-167C-D23D35067F2B}"/>
              </a:ext>
            </a:extLst>
          </p:cNvPr>
          <p:cNvSpPr/>
          <p:nvPr/>
        </p:nvSpPr>
        <p:spPr>
          <a:xfrm>
            <a:off x="5350787" y="2475931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/>
              <p:nvPr/>
            </p:nvSpPr>
            <p:spPr>
              <a:xfrm rot="16200000">
                <a:off x="5010666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010666" y="2513458"/>
                <a:ext cx="1398032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72C73D7-4927-4988-98F7-05493DC37A65}"/>
              </a:ext>
            </a:extLst>
          </p:cNvPr>
          <p:cNvSpPr/>
          <p:nvPr/>
        </p:nvSpPr>
        <p:spPr>
          <a:xfrm>
            <a:off x="5590292" y="4025373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B31EA516-6819-9733-DD6C-2A680CC0202E}"/>
              </a:ext>
            </a:extLst>
          </p:cNvPr>
          <p:cNvCxnSpPr>
            <a:cxnSpLocks/>
            <a:stCxn id="42" idx="1"/>
            <a:endCxn id="82" idx="1"/>
          </p:cNvCxnSpPr>
          <p:nvPr/>
        </p:nvCxnSpPr>
        <p:spPr>
          <a:xfrm rot="16200000" flipH="1">
            <a:off x="3301431" y="1854783"/>
            <a:ext cx="800365" cy="37773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/>
              <p:nvPr/>
            </p:nvSpPr>
            <p:spPr>
              <a:xfrm rot="16200000">
                <a:off x="5290384" y="251345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290384" y="2513459"/>
                <a:ext cx="139803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Arrow 90">
            <a:extLst>
              <a:ext uri="{FF2B5EF4-FFF2-40B4-BE49-F238E27FC236}">
                <a16:creationId xmlns:a16="http://schemas.microsoft.com/office/drawing/2014/main" id="{BCC03625-D8D8-E4E7-232D-DFEDED053357}"/>
              </a:ext>
            </a:extLst>
          </p:cNvPr>
          <p:cNvSpPr/>
          <p:nvPr/>
        </p:nvSpPr>
        <p:spPr>
          <a:xfrm>
            <a:off x="6182100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/>
              <p:nvPr/>
            </p:nvSpPr>
            <p:spPr>
              <a:xfrm rot="16200000">
                <a:off x="5829416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9416" y="2513459"/>
                <a:ext cx="1398032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>
            <a:extLst>
              <a:ext uri="{FF2B5EF4-FFF2-40B4-BE49-F238E27FC236}">
                <a16:creationId xmlns:a16="http://schemas.microsoft.com/office/drawing/2014/main" id="{0782E692-67E1-3D75-50F2-9522482160B9}"/>
              </a:ext>
            </a:extLst>
          </p:cNvPr>
          <p:cNvSpPr/>
          <p:nvPr/>
        </p:nvSpPr>
        <p:spPr>
          <a:xfrm>
            <a:off x="6708033" y="2475931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/>
              <p:nvPr/>
            </p:nvSpPr>
            <p:spPr>
              <a:xfrm rot="16200000">
                <a:off x="6344082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344082" y="2513459"/>
                <a:ext cx="1398032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E0A84F8F-1AA2-D574-F020-FDCA7E92AAAA}"/>
              </a:ext>
            </a:extLst>
          </p:cNvPr>
          <p:cNvSpPr/>
          <p:nvPr/>
        </p:nvSpPr>
        <p:spPr>
          <a:xfrm>
            <a:off x="6914289" y="889427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/>
              <p:nvPr/>
            </p:nvSpPr>
            <p:spPr>
              <a:xfrm rot="16200000">
                <a:off x="6626975" y="251345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26975" y="2513459"/>
                <a:ext cx="1398032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ight Arrow 105">
            <a:extLst>
              <a:ext uri="{FF2B5EF4-FFF2-40B4-BE49-F238E27FC236}">
                <a16:creationId xmlns:a16="http://schemas.microsoft.com/office/drawing/2014/main" id="{1F46C72A-393C-3A11-5C7C-344E67B791ED}"/>
              </a:ext>
            </a:extLst>
          </p:cNvPr>
          <p:cNvSpPr/>
          <p:nvPr/>
        </p:nvSpPr>
        <p:spPr>
          <a:xfrm>
            <a:off x="7560365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/>
              <p:nvPr/>
            </p:nvSpPr>
            <p:spPr>
              <a:xfrm rot="16200000">
                <a:off x="7198751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198751" y="2513458"/>
                <a:ext cx="1398032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ight Arrow 107">
            <a:extLst>
              <a:ext uri="{FF2B5EF4-FFF2-40B4-BE49-F238E27FC236}">
                <a16:creationId xmlns:a16="http://schemas.microsoft.com/office/drawing/2014/main" id="{78DE55A9-CB1B-83ED-D23E-4457705630F0}"/>
              </a:ext>
            </a:extLst>
          </p:cNvPr>
          <p:cNvSpPr/>
          <p:nvPr/>
        </p:nvSpPr>
        <p:spPr>
          <a:xfrm>
            <a:off x="8096796" y="2475931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/>
              <p:nvPr/>
            </p:nvSpPr>
            <p:spPr>
              <a:xfrm rot="16200000">
                <a:off x="7712234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712234" y="2513458"/>
                <a:ext cx="1398032" cy="2616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4B54CA3-AD35-2DCC-C519-D4F70CF63FA1}"/>
              </a:ext>
            </a:extLst>
          </p:cNvPr>
          <p:cNvSpPr/>
          <p:nvPr/>
        </p:nvSpPr>
        <p:spPr>
          <a:xfrm>
            <a:off x="8286153" y="529387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/>
              <p:nvPr/>
            </p:nvSpPr>
            <p:spPr>
              <a:xfrm rot="16200000">
                <a:off x="8010309" y="2513458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010309" y="2513458"/>
                <a:ext cx="1398032" cy="2616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Right Arrow 120">
            <a:extLst>
              <a:ext uri="{FF2B5EF4-FFF2-40B4-BE49-F238E27FC236}">
                <a16:creationId xmlns:a16="http://schemas.microsoft.com/office/drawing/2014/main" id="{760F7FB0-A4AD-BD0D-5DA1-F957C5B4E525}"/>
              </a:ext>
            </a:extLst>
          </p:cNvPr>
          <p:cNvSpPr/>
          <p:nvPr/>
        </p:nvSpPr>
        <p:spPr>
          <a:xfrm>
            <a:off x="8924934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/>
              <p:nvPr/>
            </p:nvSpPr>
            <p:spPr>
              <a:xfrm rot="16200000">
                <a:off x="8600742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600742" y="2513458"/>
                <a:ext cx="1398032" cy="2616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ight Arrow 122">
            <a:extLst>
              <a:ext uri="{FF2B5EF4-FFF2-40B4-BE49-F238E27FC236}">
                <a16:creationId xmlns:a16="http://schemas.microsoft.com/office/drawing/2014/main" id="{0FE0B6EC-4F04-98BE-3993-8A9C7EED44F6}"/>
              </a:ext>
            </a:extLst>
          </p:cNvPr>
          <p:cNvSpPr/>
          <p:nvPr/>
        </p:nvSpPr>
        <p:spPr>
          <a:xfrm>
            <a:off x="9432573" y="2475931"/>
            <a:ext cx="144016" cy="33666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/>
              <p:nvPr/>
            </p:nvSpPr>
            <p:spPr>
              <a:xfrm rot="16200000">
                <a:off x="9034800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034800" y="2513458"/>
                <a:ext cx="1398032" cy="2616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3" name="Elbow Connector 202">
            <a:extLst>
              <a:ext uri="{FF2B5EF4-FFF2-40B4-BE49-F238E27FC236}">
                <a16:creationId xmlns:a16="http://schemas.microsoft.com/office/drawing/2014/main" id="{BBA1FF77-3D0A-67BF-233C-F1A838B610A1}"/>
              </a:ext>
            </a:extLst>
          </p:cNvPr>
          <p:cNvCxnSpPr>
            <a:cxnSpLocks/>
            <a:stCxn id="49" idx="1"/>
            <a:endCxn id="63" idx="1"/>
          </p:cNvCxnSpPr>
          <p:nvPr/>
        </p:nvCxnSpPr>
        <p:spPr>
          <a:xfrm rot="16200000" flipH="1">
            <a:off x="3326586" y="2888935"/>
            <a:ext cx="478483" cy="138717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140D7882-E5F2-54EF-5FB2-D73C1A032913}"/>
              </a:ext>
            </a:extLst>
          </p:cNvPr>
          <p:cNvCxnSpPr>
            <a:cxnSpLocks/>
            <a:stCxn id="62" idx="1"/>
            <a:endCxn id="63" idx="0"/>
          </p:cNvCxnSpPr>
          <p:nvPr/>
        </p:nvCxnSpPr>
        <p:spPr>
          <a:xfrm>
            <a:off x="4378802" y="3343279"/>
            <a:ext cx="5708" cy="3602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Elbow Connector 222">
            <a:extLst>
              <a:ext uri="{FF2B5EF4-FFF2-40B4-BE49-F238E27FC236}">
                <a16:creationId xmlns:a16="http://schemas.microsoft.com/office/drawing/2014/main" id="{AAA42D74-E94A-0BA7-87EF-DE4CB453B6C2}"/>
              </a:ext>
            </a:extLst>
          </p:cNvPr>
          <p:cNvCxnSpPr>
            <a:cxnSpLocks/>
            <a:stCxn id="63" idx="3"/>
            <a:endCxn id="72" idx="1"/>
          </p:cNvCxnSpPr>
          <p:nvPr/>
        </p:nvCxnSpPr>
        <p:spPr>
          <a:xfrm flipV="1">
            <a:off x="4509607" y="3343279"/>
            <a:ext cx="142980" cy="4784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2A22B38-4004-5774-C9A9-8FB4E57C70A6}"/>
              </a:ext>
            </a:extLst>
          </p:cNvPr>
          <p:cNvCxnSpPr>
            <a:cxnSpLocks/>
            <a:stCxn id="81" idx="1"/>
            <a:endCxn id="82" idx="0"/>
          </p:cNvCxnSpPr>
          <p:nvPr/>
        </p:nvCxnSpPr>
        <p:spPr>
          <a:xfrm>
            <a:off x="5709682" y="3343279"/>
            <a:ext cx="5708" cy="682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229">
            <a:extLst>
              <a:ext uri="{FF2B5EF4-FFF2-40B4-BE49-F238E27FC236}">
                <a16:creationId xmlns:a16="http://schemas.microsoft.com/office/drawing/2014/main" id="{4821267D-9926-CE91-7619-9F52893CDA17}"/>
              </a:ext>
            </a:extLst>
          </p:cNvPr>
          <p:cNvCxnSpPr>
            <a:cxnSpLocks/>
            <a:stCxn id="82" idx="3"/>
            <a:endCxn id="87" idx="1"/>
          </p:cNvCxnSpPr>
          <p:nvPr/>
        </p:nvCxnSpPr>
        <p:spPr>
          <a:xfrm flipV="1">
            <a:off x="5840487" y="3343280"/>
            <a:ext cx="148913" cy="8003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>
            <a:extLst>
              <a:ext uri="{FF2B5EF4-FFF2-40B4-BE49-F238E27FC236}">
                <a16:creationId xmlns:a16="http://schemas.microsoft.com/office/drawing/2014/main" id="{4B49AFC2-96B7-1111-668B-E645E5AC249E}"/>
              </a:ext>
            </a:extLst>
          </p:cNvPr>
          <p:cNvCxnSpPr>
            <a:stCxn id="33" idx="3"/>
            <a:endCxn id="97" idx="1"/>
          </p:cNvCxnSpPr>
          <p:nvPr/>
        </p:nvCxnSpPr>
        <p:spPr>
          <a:xfrm rot="5400000" flipH="1" flipV="1">
            <a:off x="3413575" y="-1555466"/>
            <a:ext cx="937548" cy="60638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1688032B-DC2E-C509-43F3-E89ABC4457CB}"/>
              </a:ext>
            </a:extLst>
          </p:cNvPr>
          <p:cNvCxnSpPr>
            <a:stCxn id="96" idx="3"/>
            <a:endCxn id="97" idx="2"/>
          </p:cNvCxnSpPr>
          <p:nvPr/>
        </p:nvCxnSpPr>
        <p:spPr>
          <a:xfrm flipH="1" flipV="1">
            <a:off x="7039387" y="1125971"/>
            <a:ext cx="3711" cy="819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Elbow Connector 237">
            <a:extLst>
              <a:ext uri="{FF2B5EF4-FFF2-40B4-BE49-F238E27FC236}">
                <a16:creationId xmlns:a16="http://schemas.microsoft.com/office/drawing/2014/main" id="{DA50BFF6-3969-6859-F84D-954E2CFF00F0}"/>
              </a:ext>
            </a:extLst>
          </p:cNvPr>
          <p:cNvCxnSpPr>
            <a:stCxn id="97" idx="3"/>
            <a:endCxn id="102" idx="3"/>
          </p:cNvCxnSpPr>
          <p:nvPr/>
        </p:nvCxnSpPr>
        <p:spPr>
          <a:xfrm>
            <a:off x="7164484" y="1007699"/>
            <a:ext cx="161507" cy="9375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Elbow Connector 247">
            <a:extLst>
              <a:ext uri="{FF2B5EF4-FFF2-40B4-BE49-F238E27FC236}">
                <a16:creationId xmlns:a16="http://schemas.microsoft.com/office/drawing/2014/main" id="{8C443F82-19A5-F65E-6439-C3E90F87FA5D}"/>
              </a:ext>
            </a:extLst>
          </p:cNvPr>
          <p:cNvCxnSpPr>
            <a:stCxn id="19" idx="3"/>
            <a:endCxn id="112" idx="1"/>
          </p:cNvCxnSpPr>
          <p:nvPr/>
        </p:nvCxnSpPr>
        <p:spPr>
          <a:xfrm rot="5400000" flipH="1" flipV="1">
            <a:off x="3435219" y="-2905686"/>
            <a:ext cx="1297588" cy="84042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Elbow Connector 249">
            <a:extLst>
              <a:ext uri="{FF2B5EF4-FFF2-40B4-BE49-F238E27FC236}">
                <a16:creationId xmlns:a16="http://schemas.microsoft.com/office/drawing/2014/main" id="{94C5FC99-47EC-598A-A665-FF74291E6FF8}"/>
              </a:ext>
            </a:extLst>
          </p:cNvPr>
          <p:cNvCxnSpPr>
            <a:stCxn id="112" idx="3"/>
            <a:endCxn id="117" idx="3"/>
          </p:cNvCxnSpPr>
          <p:nvPr/>
        </p:nvCxnSpPr>
        <p:spPr>
          <a:xfrm>
            <a:off x="8536347" y="647659"/>
            <a:ext cx="172978" cy="12975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7218FE6E-4C8E-D36A-3BF6-CB8AB93B775F}"/>
              </a:ext>
            </a:extLst>
          </p:cNvPr>
          <p:cNvCxnSpPr>
            <a:cxnSpLocks/>
            <a:stCxn id="111" idx="3"/>
            <a:endCxn id="112" idx="2"/>
          </p:cNvCxnSpPr>
          <p:nvPr/>
        </p:nvCxnSpPr>
        <p:spPr>
          <a:xfrm flipV="1">
            <a:off x="8411250" y="765931"/>
            <a:ext cx="0" cy="11793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FA03155A-2308-667E-F415-19FEA8349965}"/>
              </a:ext>
            </a:extLst>
          </p:cNvPr>
          <p:cNvSpPr/>
          <p:nvPr/>
        </p:nvSpPr>
        <p:spPr>
          <a:xfrm>
            <a:off x="6925228" y="5233475"/>
            <a:ext cx="150971" cy="1427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09AFB65-0B34-93C7-2FFD-534F1FD2DB59}"/>
              </a:ext>
            </a:extLst>
          </p:cNvPr>
          <p:cNvSpPr txBox="1"/>
          <p:nvPr/>
        </p:nvSpPr>
        <p:spPr>
          <a:xfrm>
            <a:off x="7126178" y="5151027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module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F3753-6E3C-6E64-E76E-8B3D6836C13B}"/>
              </a:ext>
            </a:extLst>
          </p:cNvPr>
          <p:cNvSpPr/>
          <p:nvPr/>
        </p:nvSpPr>
        <p:spPr>
          <a:xfrm>
            <a:off x="6788054" y="3515896"/>
            <a:ext cx="2984782" cy="1961700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E1E7AC36-7290-D67B-3178-F62BE317CAE3}"/>
              </a:ext>
            </a:extLst>
          </p:cNvPr>
          <p:cNvSpPr/>
          <p:nvPr/>
        </p:nvSpPr>
        <p:spPr>
          <a:xfrm>
            <a:off x="6942004" y="4816646"/>
            <a:ext cx="115939" cy="2710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370313-5974-24F4-9AEA-E90900D8EBD1}"/>
                  </a:ext>
                </a:extLst>
              </p:cNvPr>
              <p:cNvSpPr/>
              <p:nvPr/>
            </p:nvSpPr>
            <p:spPr>
              <a:xfrm>
                <a:off x="7126178" y="4810405"/>
                <a:ext cx="912429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 (</a:t>
                </a:r>
                <a14:m>
                  <m:oMath xmlns:m="http://schemas.openxmlformats.org/officeDocument/2006/math">
                    <m:r>
                      <a:rPr lang="en-US" sz="11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US" sz="11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370313-5974-24F4-9AEA-E90900D8EB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178" y="4810405"/>
                <a:ext cx="912429" cy="261610"/>
              </a:xfrm>
              <a:prstGeom prst="rect">
                <a:avLst/>
              </a:prstGeom>
              <a:blipFill>
                <a:blip r:embed="rId27"/>
                <a:stretch>
                  <a:fillRect t="-454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75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A634E8-FADD-A8E4-CF1C-190E4632F218}"/>
                  </a:ext>
                </a:extLst>
              </p:cNvPr>
              <p:cNvSpPr txBox="1"/>
              <p:nvPr/>
            </p:nvSpPr>
            <p:spPr>
              <a:xfrm>
                <a:off x="2420467" y="681649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A634E8-FADD-A8E4-CF1C-190E4632F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467" y="681649"/>
                <a:ext cx="1139051" cy="261610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DA9C790-EDBA-EDF6-868F-836E1E63A0A4}"/>
              </a:ext>
            </a:extLst>
          </p:cNvPr>
          <p:cNvSpPr txBox="1"/>
          <p:nvPr/>
        </p:nvSpPr>
        <p:spPr>
          <a:xfrm>
            <a:off x="3793410" y="691030"/>
            <a:ext cx="923027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19D40-A86C-74ED-47ED-7DD18F63CCC5}"/>
              </a:ext>
            </a:extLst>
          </p:cNvPr>
          <p:cNvSpPr txBox="1"/>
          <p:nvPr/>
        </p:nvSpPr>
        <p:spPr>
          <a:xfrm>
            <a:off x="3068037" y="2159499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763B36-5789-9A34-4062-0C6B6D2F0CD8}"/>
              </a:ext>
            </a:extLst>
          </p:cNvPr>
          <p:cNvSpPr txBox="1"/>
          <p:nvPr/>
        </p:nvSpPr>
        <p:spPr>
          <a:xfrm>
            <a:off x="2420467" y="260648"/>
            <a:ext cx="971569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69282E25-1B8C-0E7A-DF25-D4524893CB88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>
            <a:off x="3303792" y="1208366"/>
            <a:ext cx="1206859" cy="6954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0FF69EAA-1634-171C-8A6D-1AB73E33EF1D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rot="16200000" flipH="1">
            <a:off x="2666635" y="1266616"/>
            <a:ext cx="1216240" cy="5695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0419825-36FD-ABC4-C8FA-AD54EAD4494C}"/>
              </a:ext>
            </a:extLst>
          </p:cNvPr>
          <p:cNvSpPr/>
          <p:nvPr/>
        </p:nvSpPr>
        <p:spPr>
          <a:xfrm>
            <a:off x="3319691" y="1404989"/>
            <a:ext cx="404845" cy="4048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5AE72B-BC53-401F-294F-A0B52FBACCBF}"/>
              </a:ext>
            </a:extLst>
          </p:cNvPr>
          <p:cNvSpPr txBox="1"/>
          <p:nvPr/>
        </p:nvSpPr>
        <p:spPr>
          <a:xfrm>
            <a:off x="3372072" y="14227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3C1A44-F531-D1E2-FA13-AB1433E651BB}"/>
              </a:ext>
            </a:extLst>
          </p:cNvPr>
          <p:cNvSpPr txBox="1"/>
          <p:nvPr/>
        </p:nvSpPr>
        <p:spPr>
          <a:xfrm>
            <a:off x="-3176625" y="-99392"/>
            <a:ext cx="5051457" cy="13018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class </a:t>
            </a:r>
            <a:r>
              <a:rPr lang="en-US" sz="800" dirty="0" err="1"/>
              <a:t>BottleNeck</a:t>
            </a:r>
            <a:r>
              <a:rPr lang="en-US" sz="800" dirty="0"/>
              <a:t>(</a:t>
            </a:r>
            <a:r>
              <a:rPr lang="en-US" sz="800" dirty="0" err="1"/>
              <a:t>nn.Module</a:t>
            </a:r>
            <a:r>
              <a:rPr lang="en-US" sz="800" dirty="0"/>
              <a:t>):</a:t>
            </a:r>
          </a:p>
          <a:p>
            <a:r>
              <a:rPr lang="en-US" sz="800" dirty="0"/>
              <a:t>    def __</a:t>
            </a:r>
            <a:r>
              <a:rPr lang="en-US" sz="800" dirty="0" err="1"/>
              <a:t>init</a:t>
            </a:r>
            <a:r>
              <a:rPr lang="en-US" sz="800" dirty="0"/>
              <a:t>__(self, </a:t>
            </a:r>
            <a:r>
              <a:rPr lang="en-US" sz="800" dirty="0" err="1"/>
              <a:t>in_channels</a:t>
            </a:r>
            <a:r>
              <a:rPr lang="en-US" sz="800" dirty="0"/>
              <a:t>, </a:t>
            </a:r>
            <a:r>
              <a:rPr lang="en-US" sz="800" dirty="0" err="1"/>
              <a:t>out_channels</a:t>
            </a:r>
            <a:r>
              <a:rPr lang="en-US" sz="800" dirty="0"/>
              <a:t>=None, activation=None, dilation=1, </a:t>
            </a:r>
            <a:r>
              <a:rPr lang="en-US" sz="800" dirty="0" err="1"/>
              <a:t>downsample</a:t>
            </a:r>
            <a:r>
              <a:rPr lang="en-US" sz="800" dirty="0"/>
              <a:t>=False, </a:t>
            </a:r>
            <a:r>
              <a:rPr lang="en-US" sz="800" dirty="0" err="1"/>
              <a:t>proj_ratio</a:t>
            </a:r>
            <a:r>
              <a:rPr lang="en-US" sz="800" dirty="0"/>
              <a:t>=4, </a:t>
            </a:r>
          </a:p>
          <a:p>
            <a:r>
              <a:rPr lang="en-US" sz="800" dirty="0"/>
              <a:t>                        </a:t>
            </a:r>
            <a:r>
              <a:rPr lang="en-US" sz="800" dirty="0" err="1"/>
              <a:t>upsample</a:t>
            </a:r>
            <a:r>
              <a:rPr lang="en-US" sz="800" dirty="0"/>
              <a:t>=False, </a:t>
            </a:r>
            <a:r>
              <a:rPr lang="en-US" sz="800" dirty="0" err="1"/>
              <a:t>asymetric</a:t>
            </a:r>
            <a:r>
              <a:rPr lang="en-US" sz="800" dirty="0"/>
              <a:t>=False, regularize=True, </a:t>
            </a:r>
            <a:r>
              <a:rPr lang="en-US" sz="800" dirty="0" err="1"/>
              <a:t>p_drop</a:t>
            </a:r>
            <a:r>
              <a:rPr lang="en-US" sz="800" dirty="0"/>
              <a:t>=None, </a:t>
            </a:r>
            <a:r>
              <a:rPr lang="en-US" sz="800" dirty="0" err="1"/>
              <a:t>use_prelu</a:t>
            </a:r>
            <a:r>
              <a:rPr lang="en-US" sz="800" dirty="0"/>
              <a:t>=True):</a:t>
            </a:r>
          </a:p>
          <a:p>
            <a:r>
              <a:rPr lang="en-US" sz="800" dirty="0"/>
              <a:t>        super(</a:t>
            </a:r>
            <a:r>
              <a:rPr lang="en-US" sz="800" dirty="0" err="1"/>
              <a:t>BottleNeck</a:t>
            </a:r>
            <a:r>
              <a:rPr lang="en-US" sz="800" dirty="0"/>
              <a:t>, self).__</a:t>
            </a:r>
            <a:r>
              <a:rPr lang="en-US" sz="800" dirty="0" err="1"/>
              <a:t>init</a:t>
            </a:r>
            <a:r>
              <a:rPr lang="en-US" sz="800" dirty="0"/>
              <a:t>__()</a:t>
            </a:r>
          </a:p>
          <a:p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self.pad</a:t>
            </a:r>
            <a:r>
              <a:rPr lang="en-US" sz="800" dirty="0"/>
              <a:t> = 0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self.upsample</a:t>
            </a:r>
            <a:r>
              <a:rPr lang="en-US" sz="800" dirty="0"/>
              <a:t> = </a:t>
            </a:r>
            <a:r>
              <a:rPr lang="en-US" sz="800" dirty="0" err="1"/>
              <a:t>upsample</a:t>
            </a:r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self.downsample</a:t>
            </a:r>
            <a:r>
              <a:rPr lang="en-US" sz="800" dirty="0"/>
              <a:t> = </a:t>
            </a:r>
            <a:r>
              <a:rPr lang="en-US" sz="800" dirty="0" err="1"/>
              <a:t>downsample</a:t>
            </a:r>
            <a:endParaRPr lang="en-US" sz="800" dirty="0"/>
          </a:p>
          <a:p>
            <a:r>
              <a:rPr lang="en-US" sz="800" dirty="0"/>
              <a:t>        if </a:t>
            </a:r>
            <a:r>
              <a:rPr lang="en-US" sz="800" dirty="0" err="1"/>
              <a:t>out_channels</a:t>
            </a:r>
            <a:r>
              <a:rPr lang="en-US" sz="800" dirty="0"/>
              <a:t> is None: </a:t>
            </a:r>
            <a:r>
              <a:rPr lang="en-US" sz="800" dirty="0" err="1"/>
              <a:t>out_channels</a:t>
            </a:r>
            <a:r>
              <a:rPr lang="en-US" sz="800" dirty="0"/>
              <a:t> = </a:t>
            </a:r>
            <a:r>
              <a:rPr lang="en-US" sz="800" dirty="0" err="1"/>
              <a:t>in_channels</a:t>
            </a:r>
            <a:endParaRPr lang="en-US" sz="800" dirty="0"/>
          </a:p>
          <a:p>
            <a:r>
              <a:rPr lang="en-US" sz="800" dirty="0"/>
              <a:t>        else: </a:t>
            </a:r>
            <a:r>
              <a:rPr lang="en-US" sz="800" dirty="0" err="1"/>
              <a:t>self.pad</a:t>
            </a:r>
            <a:r>
              <a:rPr lang="en-US" sz="800" dirty="0"/>
              <a:t> = </a:t>
            </a:r>
            <a:r>
              <a:rPr lang="en-US" sz="800" dirty="0" err="1"/>
              <a:t>out_channels</a:t>
            </a:r>
            <a:r>
              <a:rPr lang="en-US" sz="800" dirty="0"/>
              <a:t> - </a:t>
            </a:r>
            <a:r>
              <a:rPr lang="en-US" sz="800" dirty="0" err="1"/>
              <a:t>in_channels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        if regularize: assert </a:t>
            </a:r>
            <a:r>
              <a:rPr lang="en-US" sz="800" dirty="0" err="1"/>
              <a:t>p_drop</a:t>
            </a:r>
            <a:r>
              <a:rPr lang="en-US" sz="800" dirty="0"/>
              <a:t> is not None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downsample</a:t>
            </a:r>
            <a:r>
              <a:rPr lang="en-US" sz="800" dirty="0"/>
              <a:t>: assert not </a:t>
            </a:r>
            <a:r>
              <a:rPr lang="en-US" sz="800" dirty="0" err="1"/>
              <a:t>upsample</a:t>
            </a:r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elif</a:t>
            </a:r>
            <a:r>
              <a:rPr lang="en-US" sz="800" dirty="0"/>
              <a:t> </a:t>
            </a:r>
            <a:r>
              <a:rPr lang="en-US" sz="800" dirty="0" err="1"/>
              <a:t>upsample</a:t>
            </a:r>
            <a:r>
              <a:rPr lang="en-US" sz="800" dirty="0"/>
              <a:t>: assert not </a:t>
            </a:r>
            <a:r>
              <a:rPr lang="en-US" sz="800" dirty="0" err="1"/>
              <a:t>downsample</a:t>
            </a:r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inter_channels</a:t>
            </a:r>
            <a:r>
              <a:rPr lang="en-US" sz="800" dirty="0"/>
              <a:t> = </a:t>
            </a:r>
            <a:r>
              <a:rPr lang="en-US" sz="800" dirty="0" err="1"/>
              <a:t>in_channels</a:t>
            </a:r>
            <a:r>
              <a:rPr lang="en-US" sz="800" dirty="0"/>
              <a:t>//</a:t>
            </a:r>
            <a:r>
              <a:rPr lang="en-US" sz="800" dirty="0" err="1"/>
              <a:t>proj_ratio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        # Main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upsample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self.spatil_conv</a:t>
            </a:r>
            <a:r>
              <a:rPr lang="en-US" sz="800" dirty="0"/>
              <a:t> = nn.Conv2d(</a:t>
            </a:r>
            <a:r>
              <a:rPr lang="en-US" sz="800" dirty="0" err="1"/>
              <a:t>in_channels</a:t>
            </a:r>
            <a:r>
              <a:rPr lang="en-US" sz="800" dirty="0"/>
              <a:t>, </a:t>
            </a:r>
            <a:r>
              <a:rPr lang="en-US" sz="800" dirty="0" err="1"/>
              <a:t>out_channels</a:t>
            </a:r>
            <a:r>
              <a:rPr lang="en-US" sz="800" dirty="0"/>
              <a:t>, 1, bias=False)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self.bn_up</a:t>
            </a:r>
            <a:r>
              <a:rPr lang="en-US" sz="800" dirty="0"/>
              <a:t> = nn.BatchNorm2d(</a:t>
            </a:r>
            <a:r>
              <a:rPr lang="en-US" sz="800" dirty="0" err="1"/>
              <a:t>out_channels</a:t>
            </a:r>
            <a:r>
              <a:rPr lang="en-US" sz="800" dirty="0"/>
              <a:t>)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self.unpool</a:t>
            </a:r>
            <a:r>
              <a:rPr lang="en-US" sz="800" dirty="0"/>
              <a:t> = nn.MaxUnpool2d(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elif</a:t>
            </a:r>
            <a:r>
              <a:rPr lang="en-US" sz="800" dirty="0"/>
              <a:t> </a:t>
            </a:r>
            <a:r>
              <a:rPr lang="en-US" sz="800" dirty="0" err="1"/>
              <a:t>downsample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self.pool</a:t>
            </a:r>
            <a:r>
              <a:rPr lang="en-US" sz="800" dirty="0"/>
              <a:t>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stride=2, </a:t>
            </a:r>
            <a:r>
              <a:rPr lang="en-US" sz="800" dirty="0" err="1"/>
              <a:t>return_indices</a:t>
            </a:r>
            <a:r>
              <a:rPr lang="en-US" sz="800" dirty="0"/>
              <a:t>=True)</a:t>
            </a:r>
          </a:p>
          <a:p>
            <a:endParaRPr lang="en-US" sz="800" dirty="0"/>
          </a:p>
          <a:p>
            <a:r>
              <a:rPr lang="en-US" sz="800" dirty="0"/>
              <a:t>        # Bottleneck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downsample</a:t>
            </a:r>
            <a:r>
              <a:rPr lang="en-US" sz="800" dirty="0"/>
              <a:t>: </a:t>
            </a:r>
          </a:p>
          <a:p>
            <a:r>
              <a:rPr lang="en-US" sz="800" dirty="0"/>
              <a:t>            self.conv1 = nn.Conv2d(</a:t>
            </a:r>
            <a:r>
              <a:rPr lang="en-US" sz="800" dirty="0" err="1"/>
              <a:t>in_channels</a:t>
            </a:r>
            <a:r>
              <a:rPr lang="en-US" sz="800" dirty="0"/>
              <a:t>, </a:t>
            </a:r>
            <a:r>
              <a:rPr lang="en-US" sz="800" dirty="0" err="1"/>
              <a:t>inter_channels</a:t>
            </a:r>
            <a:r>
              <a:rPr lang="en-US" sz="800" dirty="0"/>
              <a:t>, 2, stride=2, bias=False)</a:t>
            </a:r>
          </a:p>
          <a:p>
            <a:r>
              <a:rPr lang="en-US" sz="800" dirty="0"/>
              <a:t>        else:</a:t>
            </a:r>
          </a:p>
          <a:p>
            <a:r>
              <a:rPr lang="en-US" sz="800" dirty="0"/>
              <a:t>            self.conv1 = nn.Conv2d(</a:t>
            </a:r>
            <a:r>
              <a:rPr lang="en-US" sz="800" dirty="0" err="1"/>
              <a:t>in_channels</a:t>
            </a:r>
            <a:r>
              <a:rPr lang="en-US" sz="800" dirty="0"/>
              <a:t>, </a:t>
            </a:r>
            <a:r>
              <a:rPr lang="en-US" sz="800" dirty="0" err="1"/>
              <a:t>inter_channels</a:t>
            </a:r>
            <a:r>
              <a:rPr lang="en-US" sz="800" dirty="0"/>
              <a:t>, 1, bias=False)</a:t>
            </a:r>
          </a:p>
          <a:p>
            <a:r>
              <a:rPr lang="en-US" sz="800" dirty="0"/>
              <a:t>        self.bn1 = nn.BatchNorm2d(</a:t>
            </a:r>
            <a:r>
              <a:rPr lang="en-US" sz="800" dirty="0" err="1"/>
              <a:t>inter_channels</a:t>
            </a:r>
            <a:r>
              <a:rPr lang="en-US" sz="800" dirty="0"/>
              <a:t>)</a:t>
            </a:r>
          </a:p>
          <a:p>
            <a:r>
              <a:rPr lang="en-US" sz="800" dirty="0"/>
              <a:t>        self.prelu1 = </a:t>
            </a:r>
            <a:r>
              <a:rPr lang="en-US" sz="800" dirty="0" err="1"/>
              <a:t>nn.PReLU</a:t>
            </a:r>
            <a:r>
              <a:rPr lang="en-US" sz="800" dirty="0"/>
              <a:t>() if </a:t>
            </a:r>
            <a:r>
              <a:rPr lang="en-US" sz="800" dirty="0" err="1"/>
              <a:t>use_prelu</a:t>
            </a:r>
            <a:r>
              <a:rPr lang="en-US" sz="800" dirty="0"/>
              <a:t> else </a:t>
            </a:r>
            <a:r>
              <a:rPr lang="en-US" sz="800" dirty="0" err="1"/>
              <a:t>nn.ReLU</a:t>
            </a:r>
            <a:r>
              <a:rPr lang="en-US" sz="800" dirty="0"/>
              <a:t>(</a:t>
            </a:r>
            <a:r>
              <a:rPr lang="en-US" sz="800" dirty="0" err="1"/>
              <a:t>inplace</a:t>
            </a:r>
            <a:r>
              <a:rPr lang="en-US" sz="800" dirty="0"/>
              <a:t>=True)</a:t>
            </a:r>
          </a:p>
          <a:p>
            <a:endParaRPr lang="en-US" sz="800" dirty="0"/>
          </a:p>
          <a:p>
            <a:r>
              <a:rPr lang="en-US" sz="800" dirty="0"/>
              <a:t>        if </a:t>
            </a:r>
            <a:r>
              <a:rPr lang="en-US" sz="800" dirty="0" err="1"/>
              <a:t>asymetric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self.conv2 = </a:t>
            </a:r>
            <a:r>
              <a:rPr lang="en-US" sz="800" dirty="0" err="1"/>
              <a:t>nn.Sequential</a:t>
            </a:r>
            <a:r>
              <a:rPr lang="en-US" sz="800" dirty="0"/>
              <a:t>(</a:t>
            </a:r>
          </a:p>
          <a:p>
            <a:r>
              <a:rPr lang="en-US" sz="800" dirty="0"/>
              <a:t>                nn.Conv2d(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kernel_size</a:t>
            </a:r>
            <a:r>
              <a:rPr lang="en-US" sz="800" dirty="0"/>
              <a:t>=(1,5), padding=(0,2)),</a:t>
            </a:r>
          </a:p>
          <a:p>
            <a:r>
              <a:rPr lang="en-US" sz="800" dirty="0"/>
              <a:t>                nn.BatchNorm2d(</a:t>
            </a:r>
            <a:r>
              <a:rPr lang="en-US" sz="800" dirty="0" err="1"/>
              <a:t>inter_channels</a:t>
            </a:r>
            <a:r>
              <a:rPr lang="en-US" sz="800" dirty="0"/>
              <a:t>),</a:t>
            </a:r>
          </a:p>
          <a:p>
            <a:r>
              <a:rPr lang="en-US" sz="800" dirty="0"/>
              <a:t>                </a:t>
            </a:r>
            <a:r>
              <a:rPr lang="en-US" sz="800" dirty="0" err="1"/>
              <a:t>nn.PReLU</a:t>
            </a:r>
            <a:r>
              <a:rPr lang="en-US" sz="800" dirty="0"/>
              <a:t>() if </a:t>
            </a:r>
            <a:r>
              <a:rPr lang="en-US" sz="800" dirty="0" err="1"/>
              <a:t>use_prelu</a:t>
            </a:r>
            <a:r>
              <a:rPr lang="en-US" sz="800" dirty="0"/>
              <a:t> else </a:t>
            </a:r>
            <a:r>
              <a:rPr lang="en-US" sz="800" dirty="0" err="1"/>
              <a:t>nn.ReLU</a:t>
            </a:r>
            <a:r>
              <a:rPr lang="en-US" sz="800" dirty="0"/>
              <a:t>(</a:t>
            </a:r>
            <a:r>
              <a:rPr lang="en-US" sz="800" dirty="0" err="1"/>
              <a:t>inplace</a:t>
            </a:r>
            <a:r>
              <a:rPr lang="en-US" sz="800" dirty="0"/>
              <a:t>=True),</a:t>
            </a:r>
          </a:p>
          <a:p>
            <a:r>
              <a:rPr lang="en-US" sz="800" dirty="0"/>
              <a:t>                nn.Conv2d(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kernel_size</a:t>
            </a:r>
            <a:r>
              <a:rPr lang="en-US" sz="800" dirty="0"/>
              <a:t>=(5,1), padding=(2,0)),</a:t>
            </a:r>
          </a:p>
          <a:p>
            <a:r>
              <a:rPr lang="en-US" sz="800" dirty="0"/>
              <a:t>            )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elif</a:t>
            </a:r>
            <a:r>
              <a:rPr lang="en-US" sz="800" dirty="0"/>
              <a:t> </a:t>
            </a:r>
            <a:r>
              <a:rPr lang="en-US" sz="800" dirty="0" err="1"/>
              <a:t>upsample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self.conv2 = nn.ConvTranspose2d(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kernel_size</a:t>
            </a:r>
            <a:r>
              <a:rPr lang="en-US" sz="800" dirty="0"/>
              <a:t>=3, padding=1,</a:t>
            </a:r>
          </a:p>
          <a:p>
            <a:r>
              <a:rPr lang="en-US" sz="800" dirty="0"/>
              <a:t>                                            </a:t>
            </a:r>
            <a:r>
              <a:rPr lang="en-US" sz="800" dirty="0" err="1"/>
              <a:t>output_padding</a:t>
            </a:r>
            <a:r>
              <a:rPr lang="en-US" sz="800" dirty="0"/>
              <a:t>=1, stride=2, bias=False)</a:t>
            </a:r>
          </a:p>
          <a:p>
            <a:r>
              <a:rPr lang="en-US" sz="800" dirty="0"/>
              <a:t>        else:</a:t>
            </a:r>
          </a:p>
          <a:p>
            <a:r>
              <a:rPr lang="en-US" sz="800" dirty="0"/>
              <a:t>            self.conv2 = nn.Conv2d(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inter_channels</a:t>
            </a:r>
            <a:r>
              <a:rPr lang="en-US" sz="800" dirty="0"/>
              <a:t>, 3, padding=dilation, dilation=dilation, bias=False)</a:t>
            </a:r>
          </a:p>
          <a:p>
            <a:r>
              <a:rPr lang="en-US" sz="800" dirty="0"/>
              <a:t>        self.bn2 = nn.BatchNorm2d(</a:t>
            </a:r>
            <a:r>
              <a:rPr lang="en-US" sz="800" dirty="0" err="1"/>
              <a:t>inter_channels</a:t>
            </a:r>
            <a:r>
              <a:rPr lang="en-US" sz="800" dirty="0"/>
              <a:t>)</a:t>
            </a:r>
          </a:p>
          <a:p>
            <a:r>
              <a:rPr lang="en-US" sz="800" dirty="0"/>
              <a:t>        self.prelu2 = </a:t>
            </a:r>
            <a:r>
              <a:rPr lang="en-US" sz="800" dirty="0" err="1"/>
              <a:t>nn.PReLU</a:t>
            </a:r>
            <a:r>
              <a:rPr lang="en-US" sz="800" dirty="0"/>
              <a:t>() if </a:t>
            </a:r>
            <a:r>
              <a:rPr lang="en-US" sz="800" dirty="0" err="1"/>
              <a:t>use_prelu</a:t>
            </a:r>
            <a:r>
              <a:rPr lang="en-US" sz="800" dirty="0"/>
              <a:t> else </a:t>
            </a:r>
            <a:r>
              <a:rPr lang="en-US" sz="800" dirty="0" err="1"/>
              <a:t>nn.ReLU</a:t>
            </a:r>
            <a:r>
              <a:rPr lang="en-US" sz="800" dirty="0"/>
              <a:t>(</a:t>
            </a:r>
            <a:r>
              <a:rPr lang="en-US" sz="800" dirty="0" err="1"/>
              <a:t>inplace</a:t>
            </a:r>
            <a:r>
              <a:rPr lang="en-US" sz="800" dirty="0"/>
              <a:t>=True)</a:t>
            </a:r>
          </a:p>
          <a:p>
            <a:endParaRPr lang="en-US" sz="800" dirty="0"/>
          </a:p>
          <a:p>
            <a:r>
              <a:rPr lang="en-US" sz="800" dirty="0"/>
              <a:t>        self.conv3 = nn.Conv2d(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out_channels</a:t>
            </a:r>
            <a:r>
              <a:rPr lang="en-US" sz="800" dirty="0"/>
              <a:t>, 1, bias=False)</a:t>
            </a:r>
          </a:p>
          <a:p>
            <a:r>
              <a:rPr lang="en-US" sz="800" dirty="0"/>
              <a:t>        self.bn3 = nn.BatchNorm2d(</a:t>
            </a:r>
            <a:r>
              <a:rPr lang="en-US" sz="800" dirty="0" err="1"/>
              <a:t>out_channels</a:t>
            </a:r>
            <a:r>
              <a:rPr lang="en-US" sz="800" dirty="0"/>
              <a:t>)</a:t>
            </a:r>
          </a:p>
          <a:p>
            <a:r>
              <a:rPr lang="en-US" sz="800" dirty="0"/>
              <a:t>        self.prelu3 = </a:t>
            </a:r>
            <a:r>
              <a:rPr lang="en-US" sz="800" dirty="0" err="1"/>
              <a:t>nn.PReLU</a:t>
            </a:r>
            <a:r>
              <a:rPr lang="en-US" sz="800" dirty="0"/>
              <a:t>() if </a:t>
            </a:r>
            <a:r>
              <a:rPr lang="en-US" sz="800" dirty="0" err="1"/>
              <a:t>use_prelu</a:t>
            </a:r>
            <a:r>
              <a:rPr lang="en-US" sz="800" dirty="0"/>
              <a:t> else </a:t>
            </a:r>
            <a:r>
              <a:rPr lang="en-US" sz="800" dirty="0" err="1"/>
              <a:t>nn.ReLU</a:t>
            </a:r>
            <a:r>
              <a:rPr lang="en-US" sz="800" dirty="0"/>
              <a:t>(</a:t>
            </a:r>
            <a:r>
              <a:rPr lang="en-US" sz="800" dirty="0" err="1"/>
              <a:t>inplace</a:t>
            </a:r>
            <a:r>
              <a:rPr lang="en-US" sz="800" dirty="0"/>
              <a:t>=True)</a:t>
            </a:r>
          </a:p>
          <a:p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self.regularizer</a:t>
            </a:r>
            <a:r>
              <a:rPr lang="en-US" sz="800" dirty="0"/>
              <a:t> = nn.Dropout2d(</a:t>
            </a:r>
            <a:r>
              <a:rPr lang="en-US" sz="800" dirty="0" err="1"/>
              <a:t>p_drop</a:t>
            </a:r>
            <a:r>
              <a:rPr lang="en-US" sz="800" dirty="0"/>
              <a:t>) if regularize else None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self.prelu_out</a:t>
            </a:r>
            <a:r>
              <a:rPr lang="en-US" sz="800" dirty="0"/>
              <a:t> = </a:t>
            </a:r>
            <a:r>
              <a:rPr lang="en-US" sz="800" dirty="0" err="1"/>
              <a:t>nn.PReLU</a:t>
            </a:r>
            <a:r>
              <a:rPr lang="en-US" sz="800" dirty="0"/>
              <a:t>() if </a:t>
            </a:r>
            <a:r>
              <a:rPr lang="en-US" sz="800" dirty="0" err="1"/>
              <a:t>use_prelu</a:t>
            </a:r>
            <a:r>
              <a:rPr lang="en-US" sz="800" dirty="0"/>
              <a:t> else </a:t>
            </a:r>
            <a:r>
              <a:rPr lang="en-US" sz="800" dirty="0" err="1"/>
              <a:t>nn.ReLU</a:t>
            </a:r>
            <a:r>
              <a:rPr lang="en-US" sz="800" dirty="0"/>
              <a:t>(</a:t>
            </a:r>
            <a:r>
              <a:rPr lang="en-US" sz="800" dirty="0" err="1"/>
              <a:t>inplace</a:t>
            </a:r>
            <a:r>
              <a:rPr lang="en-US" sz="800" dirty="0"/>
              <a:t>=True)</a:t>
            </a:r>
          </a:p>
          <a:p>
            <a:endParaRPr lang="en-US" sz="800" dirty="0"/>
          </a:p>
          <a:p>
            <a:r>
              <a:rPr lang="en-US" sz="800" dirty="0"/>
              <a:t>    def forward(self, x, indices=None, </a:t>
            </a:r>
            <a:r>
              <a:rPr lang="en-US" sz="800" dirty="0" err="1"/>
              <a:t>output_size</a:t>
            </a:r>
            <a:r>
              <a:rPr lang="en-US" sz="800" dirty="0"/>
              <a:t>=None):</a:t>
            </a:r>
          </a:p>
          <a:p>
            <a:r>
              <a:rPr lang="en-US" sz="800" dirty="0"/>
              <a:t>        # Main branch</a:t>
            </a:r>
          </a:p>
          <a:p>
            <a:r>
              <a:rPr lang="en-US" sz="800" dirty="0"/>
              <a:t>        identity = x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self.upsample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assert (indices is not None) and (</a:t>
            </a:r>
            <a:r>
              <a:rPr lang="en-US" sz="800" dirty="0" err="1"/>
              <a:t>output_size</a:t>
            </a:r>
            <a:r>
              <a:rPr lang="en-US" sz="800" dirty="0"/>
              <a:t> is not None)</a:t>
            </a:r>
          </a:p>
          <a:p>
            <a:r>
              <a:rPr lang="en-US" sz="800" dirty="0"/>
              <a:t>            identity = </a:t>
            </a:r>
            <a:r>
              <a:rPr lang="en-US" sz="800" dirty="0" err="1"/>
              <a:t>self.bn_up</a:t>
            </a:r>
            <a:r>
              <a:rPr lang="en-US" sz="800" dirty="0"/>
              <a:t>(</a:t>
            </a:r>
            <a:r>
              <a:rPr lang="en-US" sz="800" dirty="0" err="1"/>
              <a:t>self.spatil_conv</a:t>
            </a:r>
            <a:r>
              <a:rPr lang="en-US" sz="800" dirty="0"/>
              <a:t>(identity))</a:t>
            </a:r>
          </a:p>
          <a:p>
            <a:r>
              <a:rPr lang="en-US" sz="800" dirty="0"/>
              <a:t>            if </a:t>
            </a:r>
            <a:r>
              <a:rPr lang="en-US" sz="800" dirty="0" err="1"/>
              <a:t>identity.size</a:t>
            </a:r>
            <a:r>
              <a:rPr lang="en-US" sz="800" dirty="0"/>
              <a:t>() != </a:t>
            </a:r>
            <a:r>
              <a:rPr lang="en-US" sz="800" dirty="0" err="1"/>
              <a:t>indices.size</a:t>
            </a:r>
            <a:r>
              <a:rPr lang="en-US" sz="800" dirty="0"/>
              <a:t>():</a:t>
            </a:r>
          </a:p>
          <a:p>
            <a:r>
              <a:rPr lang="en-US" sz="800" dirty="0"/>
              <a:t>                pad = (</a:t>
            </a:r>
            <a:r>
              <a:rPr lang="en-US" sz="800" dirty="0" err="1"/>
              <a:t>indices.size</a:t>
            </a:r>
            <a:r>
              <a:rPr lang="en-US" sz="800" dirty="0"/>
              <a:t>(3) - </a:t>
            </a:r>
            <a:r>
              <a:rPr lang="en-US" sz="800" dirty="0" err="1"/>
              <a:t>identity.size</a:t>
            </a:r>
            <a:r>
              <a:rPr lang="en-US" sz="800" dirty="0"/>
              <a:t>(3), 0, </a:t>
            </a:r>
            <a:r>
              <a:rPr lang="en-US" sz="800" dirty="0" err="1"/>
              <a:t>indices.size</a:t>
            </a:r>
            <a:r>
              <a:rPr lang="en-US" sz="800" dirty="0"/>
              <a:t>(2) - </a:t>
            </a:r>
            <a:r>
              <a:rPr lang="en-US" sz="800" dirty="0" err="1"/>
              <a:t>identity.size</a:t>
            </a:r>
            <a:r>
              <a:rPr lang="en-US" sz="800" dirty="0"/>
              <a:t>(2), 0)</a:t>
            </a:r>
          </a:p>
          <a:p>
            <a:r>
              <a:rPr lang="en-US" sz="800" dirty="0"/>
              <a:t>                identity = </a:t>
            </a:r>
            <a:r>
              <a:rPr lang="en-US" sz="800" dirty="0" err="1"/>
              <a:t>F.pad</a:t>
            </a:r>
            <a:r>
              <a:rPr lang="en-US" sz="800" dirty="0"/>
              <a:t>(identity, pad, "constant", 0)</a:t>
            </a:r>
          </a:p>
          <a:p>
            <a:r>
              <a:rPr lang="en-US" sz="800" dirty="0"/>
              <a:t>            identity = </a:t>
            </a:r>
            <a:r>
              <a:rPr lang="en-US" sz="800" dirty="0" err="1"/>
              <a:t>self.unpool</a:t>
            </a:r>
            <a:r>
              <a:rPr lang="en-US" sz="800" dirty="0"/>
              <a:t>(identity, indices=indices)#, </a:t>
            </a:r>
            <a:r>
              <a:rPr lang="en-US" sz="800" dirty="0" err="1"/>
              <a:t>output_size</a:t>
            </a:r>
            <a:r>
              <a:rPr lang="en-US" sz="800" dirty="0"/>
              <a:t>=</a:t>
            </a:r>
            <a:r>
              <a:rPr lang="en-US" sz="800" dirty="0" err="1"/>
              <a:t>output_size</a:t>
            </a:r>
            <a:r>
              <a:rPr lang="en-US" sz="800" dirty="0"/>
              <a:t>)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elif</a:t>
            </a:r>
            <a:r>
              <a:rPr lang="en-US" sz="800" dirty="0"/>
              <a:t> </a:t>
            </a:r>
            <a:r>
              <a:rPr lang="en-US" sz="800" dirty="0" err="1"/>
              <a:t>self.downsample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identity, </a:t>
            </a:r>
            <a:r>
              <a:rPr lang="en-US" sz="800" dirty="0" err="1"/>
              <a:t>idx</a:t>
            </a:r>
            <a:r>
              <a:rPr lang="en-US" sz="800" dirty="0"/>
              <a:t> = </a:t>
            </a:r>
            <a:r>
              <a:rPr lang="en-US" sz="800" dirty="0" err="1"/>
              <a:t>self.pool</a:t>
            </a:r>
            <a:r>
              <a:rPr lang="en-US" sz="800" dirty="0"/>
              <a:t>(identity)</a:t>
            </a:r>
          </a:p>
          <a:p>
            <a:endParaRPr lang="en-US" sz="800" dirty="0"/>
          </a:p>
          <a:p>
            <a:r>
              <a:rPr lang="en-US" sz="800" dirty="0"/>
              <a:t>        '''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self.pad</a:t>
            </a:r>
            <a:r>
              <a:rPr lang="en-US" sz="800" dirty="0"/>
              <a:t> &gt; 0:</a:t>
            </a:r>
          </a:p>
          <a:p>
            <a:r>
              <a:rPr lang="en-US" sz="800" dirty="0"/>
              <a:t>            if </a:t>
            </a:r>
            <a:r>
              <a:rPr lang="en-US" sz="800" dirty="0" err="1"/>
              <a:t>self.pad</a:t>
            </a:r>
            <a:r>
              <a:rPr lang="en-US" sz="800" dirty="0"/>
              <a:t> % 2 == 0 : pad = (0, 0, 0, 0, </a:t>
            </a:r>
            <a:r>
              <a:rPr lang="en-US" sz="800" dirty="0" err="1"/>
              <a:t>self.pad</a:t>
            </a:r>
            <a:r>
              <a:rPr lang="en-US" sz="800" dirty="0"/>
              <a:t>//2, </a:t>
            </a:r>
            <a:r>
              <a:rPr lang="en-US" sz="800" dirty="0" err="1"/>
              <a:t>self.pad</a:t>
            </a:r>
            <a:r>
              <a:rPr lang="en-US" sz="800" dirty="0"/>
              <a:t>//2)</a:t>
            </a:r>
          </a:p>
          <a:p>
            <a:r>
              <a:rPr lang="en-US" sz="800" dirty="0"/>
              <a:t>            else: pad = (0, 0, 0, 0, </a:t>
            </a:r>
            <a:r>
              <a:rPr lang="en-US" sz="800" dirty="0" err="1"/>
              <a:t>self.pad</a:t>
            </a:r>
            <a:r>
              <a:rPr lang="en-US" sz="800" dirty="0"/>
              <a:t>//2, </a:t>
            </a:r>
            <a:r>
              <a:rPr lang="en-US" sz="800" dirty="0" err="1"/>
              <a:t>self.pad</a:t>
            </a:r>
            <a:r>
              <a:rPr lang="en-US" sz="800" dirty="0"/>
              <a:t>//2+1)</a:t>
            </a:r>
          </a:p>
          <a:p>
            <a:r>
              <a:rPr lang="en-US" sz="800" dirty="0"/>
              <a:t>            identity = </a:t>
            </a:r>
            <a:r>
              <a:rPr lang="en-US" sz="800" dirty="0" err="1"/>
              <a:t>F.pad</a:t>
            </a:r>
            <a:r>
              <a:rPr lang="en-US" sz="800" dirty="0"/>
              <a:t>(identity, pad, "constant", 0)</a:t>
            </a:r>
          </a:p>
          <a:p>
            <a:r>
              <a:rPr lang="en-US" sz="800" dirty="0"/>
              <a:t>        '''</a:t>
            </a:r>
          </a:p>
          <a:p>
            <a:endParaRPr lang="en-US" sz="800" dirty="0"/>
          </a:p>
          <a:p>
            <a:r>
              <a:rPr lang="en-US" sz="800" dirty="0"/>
              <a:t>        if </a:t>
            </a:r>
            <a:r>
              <a:rPr lang="en-US" sz="800" dirty="0" err="1"/>
              <a:t>self.pad</a:t>
            </a:r>
            <a:r>
              <a:rPr lang="en-US" sz="800" dirty="0"/>
              <a:t> &gt; 0:</a:t>
            </a:r>
          </a:p>
          <a:p>
            <a:r>
              <a:rPr lang="en-US" sz="800" dirty="0"/>
              <a:t>            extras = </a:t>
            </a:r>
            <a:r>
              <a:rPr lang="en-US" sz="800" dirty="0" err="1"/>
              <a:t>torch.zeros</a:t>
            </a:r>
            <a:r>
              <a:rPr lang="en-US" sz="800" dirty="0"/>
              <a:t>((</a:t>
            </a:r>
            <a:r>
              <a:rPr lang="en-US" sz="800" dirty="0" err="1"/>
              <a:t>identity.size</a:t>
            </a:r>
            <a:r>
              <a:rPr lang="en-US" sz="800" dirty="0"/>
              <a:t>(0), </a:t>
            </a:r>
            <a:r>
              <a:rPr lang="en-US" sz="800" dirty="0" err="1"/>
              <a:t>self.pad</a:t>
            </a:r>
            <a:r>
              <a:rPr lang="en-US" sz="800" dirty="0"/>
              <a:t>, </a:t>
            </a:r>
            <a:r>
              <a:rPr lang="en-US" sz="800" dirty="0" err="1"/>
              <a:t>identity.size</a:t>
            </a:r>
            <a:r>
              <a:rPr lang="en-US" sz="800" dirty="0"/>
              <a:t>(2), </a:t>
            </a:r>
            <a:r>
              <a:rPr lang="en-US" sz="800" dirty="0" err="1"/>
              <a:t>identity.size</a:t>
            </a:r>
            <a:r>
              <a:rPr lang="en-US" sz="800" dirty="0"/>
              <a:t>(3)))</a:t>
            </a:r>
          </a:p>
          <a:p>
            <a:r>
              <a:rPr lang="en-US" sz="800" dirty="0"/>
              <a:t>            if </a:t>
            </a:r>
            <a:r>
              <a:rPr lang="en-US" sz="800" dirty="0" err="1"/>
              <a:t>torch.cuda.is_available</a:t>
            </a:r>
            <a:r>
              <a:rPr lang="en-US" sz="800" dirty="0"/>
              <a:t>(): extras = </a:t>
            </a:r>
            <a:r>
              <a:rPr lang="en-US" sz="800" dirty="0" err="1"/>
              <a:t>extras.cuda</a:t>
            </a:r>
            <a:r>
              <a:rPr lang="en-US" sz="800" dirty="0"/>
              <a:t>(0)</a:t>
            </a:r>
          </a:p>
          <a:p>
            <a:r>
              <a:rPr lang="en-US" sz="800" dirty="0"/>
              <a:t>            identity = </a:t>
            </a:r>
            <a:r>
              <a:rPr lang="en-US" sz="800" dirty="0" err="1"/>
              <a:t>torch.cat</a:t>
            </a:r>
            <a:r>
              <a:rPr lang="en-US" sz="800" dirty="0"/>
              <a:t>((identity, extras), dim = 1)</a:t>
            </a:r>
          </a:p>
          <a:p>
            <a:endParaRPr lang="en-US" sz="800" dirty="0"/>
          </a:p>
          <a:p>
            <a:r>
              <a:rPr lang="en-US" sz="800" dirty="0"/>
              <a:t>        # Bottleneck</a:t>
            </a:r>
          </a:p>
          <a:p>
            <a:r>
              <a:rPr lang="en-US" sz="800" dirty="0"/>
              <a:t>        x = self.conv1(x)</a:t>
            </a:r>
          </a:p>
          <a:p>
            <a:r>
              <a:rPr lang="en-US" sz="800" dirty="0"/>
              <a:t>        x = self.bn1(x)</a:t>
            </a:r>
          </a:p>
          <a:p>
            <a:r>
              <a:rPr lang="en-US" sz="800" dirty="0"/>
              <a:t>        x = self.prelu1(x)</a:t>
            </a:r>
          </a:p>
          <a:p>
            <a:r>
              <a:rPr lang="en-US" sz="800" dirty="0"/>
              <a:t>        x = self.conv2(x)</a:t>
            </a:r>
          </a:p>
          <a:p>
            <a:r>
              <a:rPr lang="en-US" sz="800" dirty="0"/>
              <a:t>        x = self.bn2(x)</a:t>
            </a:r>
          </a:p>
          <a:p>
            <a:r>
              <a:rPr lang="en-US" sz="800" dirty="0"/>
              <a:t>        x = self.prelu2(x)</a:t>
            </a:r>
          </a:p>
          <a:p>
            <a:r>
              <a:rPr lang="en-US" sz="800" dirty="0"/>
              <a:t>        x = self.conv3(x)</a:t>
            </a:r>
          </a:p>
          <a:p>
            <a:r>
              <a:rPr lang="en-US" sz="800" dirty="0"/>
              <a:t>        x = self.bn3(x)</a:t>
            </a:r>
          </a:p>
          <a:p>
            <a:r>
              <a:rPr lang="en-US" sz="800" dirty="0"/>
              <a:t>        x = self.prelu3(x)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self.regularizer</a:t>
            </a:r>
            <a:r>
              <a:rPr lang="en-US" sz="800" dirty="0"/>
              <a:t> is not None:</a:t>
            </a:r>
          </a:p>
          <a:p>
            <a:r>
              <a:rPr lang="en-US" sz="800" dirty="0"/>
              <a:t>            x = </a:t>
            </a:r>
            <a:r>
              <a:rPr lang="en-US" sz="800" dirty="0" err="1"/>
              <a:t>self.regularizer</a:t>
            </a:r>
            <a:r>
              <a:rPr lang="en-US" sz="800" dirty="0"/>
              <a:t>(x)</a:t>
            </a:r>
          </a:p>
          <a:p>
            <a:endParaRPr lang="en-US" sz="800" dirty="0"/>
          </a:p>
          <a:p>
            <a:r>
              <a:rPr lang="en-US" sz="800" dirty="0"/>
              <a:t>        # When the input dim is odd, we might have a mismatch of one pixel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identity.size</a:t>
            </a:r>
            <a:r>
              <a:rPr lang="en-US" sz="800" dirty="0"/>
              <a:t>() != </a:t>
            </a:r>
            <a:r>
              <a:rPr lang="en-US" sz="800" dirty="0" err="1"/>
              <a:t>x.size</a:t>
            </a:r>
            <a:r>
              <a:rPr lang="en-US" sz="800" dirty="0"/>
              <a:t>():</a:t>
            </a:r>
          </a:p>
          <a:p>
            <a:r>
              <a:rPr lang="en-US" sz="800" dirty="0"/>
              <a:t>            pad = (</a:t>
            </a:r>
            <a:r>
              <a:rPr lang="en-US" sz="800" dirty="0" err="1"/>
              <a:t>identity.size</a:t>
            </a:r>
            <a:r>
              <a:rPr lang="en-US" sz="800" dirty="0"/>
              <a:t>(3) - </a:t>
            </a:r>
            <a:r>
              <a:rPr lang="en-US" sz="800" dirty="0" err="1"/>
              <a:t>x.size</a:t>
            </a:r>
            <a:r>
              <a:rPr lang="en-US" sz="800" dirty="0"/>
              <a:t>(3), 0, </a:t>
            </a:r>
            <a:r>
              <a:rPr lang="en-US" sz="800" dirty="0" err="1"/>
              <a:t>identity.size</a:t>
            </a:r>
            <a:r>
              <a:rPr lang="en-US" sz="800" dirty="0"/>
              <a:t>(2) - </a:t>
            </a:r>
            <a:r>
              <a:rPr lang="en-US" sz="800" dirty="0" err="1"/>
              <a:t>x.size</a:t>
            </a:r>
            <a:r>
              <a:rPr lang="en-US" sz="800" dirty="0"/>
              <a:t>(2), 0)</a:t>
            </a:r>
          </a:p>
          <a:p>
            <a:r>
              <a:rPr lang="en-US" sz="800" dirty="0"/>
              <a:t>            x = </a:t>
            </a:r>
            <a:r>
              <a:rPr lang="en-US" sz="800" dirty="0" err="1"/>
              <a:t>F.pad</a:t>
            </a:r>
            <a:r>
              <a:rPr lang="en-US" sz="800" dirty="0"/>
              <a:t>(x, pad, "constant", 0)</a:t>
            </a:r>
          </a:p>
          <a:p>
            <a:endParaRPr lang="en-US" sz="800" dirty="0"/>
          </a:p>
          <a:p>
            <a:r>
              <a:rPr lang="en-US" sz="800" dirty="0"/>
              <a:t>        x += identity</a:t>
            </a:r>
          </a:p>
          <a:p>
            <a:r>
              <a:rPr lang="en-US" sz="800" dirty="0"/>
              <a:t>        x = </a:t>
            </a:r>
            <a:r>
              <a:rPr lang="en-US" sz="800" dirty="0" err="1"/>
              <a:t>self.prelu_out</a:t>
            </a:r>
            <a:r>
              <a:rPr lang="en-US" sz="800" dirty="0"/>
              <a:t>(x)</a:t>
            </a:r>
          </a:p>
          <a:p>
            <a:endParaRPr lang="en-US" sz="800" dirty="0"/>
          </a:p>
          <a:p>
            <a:r>
              <a:rPr lang="en-US" sz="800" dirty="0"/>
              <a:t>        if </a:t>
            </a:r>
            <a:r>
              <a:rPr lang="en-US" sz="800" dirty="0" err="1"/>
              <a:t>self.downsample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return x, </a:t>
            </a:r>
            <a:r>
              <a:rPr lang="en-US" sz="800" dirty="0" err="1"/>
              <a:t>idx</a:t>
            </a:r>
            <a:endParaRPr lang="en-US" sz="800" dirty="0"/>
          </a:p>
          <a:p>
            <a:r>
              <a:rPr lang="en-US" sz="800" dirty="0"/>
              <a:t>        return 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70F91C-8B73-648E-5E09-3C063B9EA1B6}"/>
              </a:ext>
            </a:extLst>
          </p:cNvPr>
          <p:cNvSpPr txBox="1"/>
          <p:nvPr/>
        </p:nvSpPr>
        <p:spPr>
          <a:xfrm>
            <a:off x="3333987" y="2550312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F18957-95A4-CCD3-CBFA-0A0FE1416F4E}"/>
              </a:ext>
            </a:extLst>
          </p:cNvPr>
          <p:cNvSpPr txBox="1"/>
          <p:nvPr/>
        </p:nvSpPr>
        <p:spPr>
          <a:xfrm>
            <a:off x="6479582" y="4481819"/>
            <a:ext cx="58439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x = self.conv1(x)</a:t>
            </a:r>
          </a:p>
          <a:p>
            <a:r>
              <a:rPr lang="en-US" sz="1800" dirty="0"/>
              <a:t>        x = self.bn1(x)</a:t>
            </a:r>
          </a:p>
          <a:p>
            <a:r>
              <a:rPr lang="en-US" sz="1800" dirty="0"/>
              <a:t>        x = self.prelu1(x)</a:t>
            </a:r>
          </a:p>
          <a:p>
            <a:r>
              <a:rPr lang="en-US" sz="1800" dirty="0"/>
              <a:t>        x = self.conv2(x)</a:t>
            </a:r>
          </a:p>
          <a:p>
            <a:r>
              <a:rPr lang="en-US" sz="1800" dirty="0"/>
              <a:t>        x = self.bn2(x)</a:t>
            </a:r>
          </a:p>
          <a:p>
            <a:r>
              <a:rPr lang="en-US" sz="1800" dirty="0"/>
              <a:t>        x = self.prelu2(x)</a:t>
            </a:r>
          </a:p>
          <a:p>
            <a:r>
              <a:rPr lang="en-US" sz="1800" dirty="0"/>
              <a:t>        x = self.conv3(x)</a:t>
            </a:r>
          </a:p>
          <a:p>
            <a:r>
              <a:rPr lang="en-US" sz="1800" dirty="0"/>
              <a:t>        x = self.bn3(x)</a:t>
            </a:r>
          </a:p>
          <a:p>
            <a:r>
              <a:rPr lang="en-US" sz="1800" dirty="0"/>
              <a:t>        x = self.prelu3(x)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B7C0F9-1768-E975-FAF8-CE7539987A48}"/>
                  </a:ext>
                </a:extLst>
              </p:cNvPr>
              <p:cNvSpPr txBox="1"/>
              <p:nvPr/>
            </p:nvSpPr>
            <p:spPr>
              <a:xfrm>
                <a:off x="6103772" y="681648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B7C0F9-1768-E975-FAF8-CE7539987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772" y="681648"/>
                <a:ext cx="1139051" cy="2616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2D8D941F-CF21-F8F1-CEDB-12C686B858DB}"/>
              </a:ext>
            </a:extLst>
          </p:cNvPr>
          <p:cNvSpPr txBox="1"/>
          <p:nvPr/>
        </p:nvSpPr>
        <p:spPr>
          <a:xfrm>
            <a:off x="6181816" y="1112255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BCB6EC-A343-BD50-AED5-1E104DA9A111}"/>
              </a:ext>
            </a:extLst>
          </p:cNvPr>
          <p:cNvSpPr txBox="1"/>
          <p:nvPr/>
        </p:nvSpPr>
        <p:spPr>
          <a:xfrm>
            <a:off x="6432686" y="1516619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259470-1D15-D131-2007-0A3D3F09F3C6}"/>
              </a:ext>
            </a:extLst>
          </p:cNvPr>
          <p:cNvSpPr txBox="1"/>
          <p:nvPr/>
        </p:nvSpPr>
        <p:spPr>
          <a:xfrm>
            <a:off x="6259860" y="2306312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122B88-B89F-2D31-505B-6C5479A30915}"/>
              </a:ext>
            </a:extLst>
          </p:cNvPr>
          <p:cNvSpPr txBox="1"/>
          <p:nvPr/>
        </p:nvSpPr>
        <p:spPr>
          <a:xfrm>
            <a:off x="6439000" y="2830989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0BD6174-C767-9BE7-6235-78C4EC5294BC}"/>
                  </a:ext>
                </a:extLst>
              </p:cNvPr>
              <p:cNvSpPr txBox="1"/>
              <p:nvPr/>
            </p:nvSpPr>
            <p:spPr>
              <a:xfrm>
                <a:off x="9323515" y="757399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0BD6174-C767-9BE7-6235-78C4EC529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515" y="757399"/>
                <a:ext cx="1139051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7CED4101-1EFE-542B-B3D0-B9D04F125571}"/>
              </a:ext>
            </a:extLst>
          </p:cNvPr>
          <p:cNvSpPr txBox="1"/>
          <p:nvPr/>
        </p:nvSpPr>
        <p:spPr>
          <a:xfrm>
            <a:off x="9401559" y="1112143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D063DD-C717-9B72-E218-E5D6B21502D0}"/>
              </a:ext>
            </a:extLst>
          </p:cNvPr>
          <p:cNvSpPr txBox="1"/>
          <p:nvPr/>
        </p:nvSpPr>
        <p:spPr>
          <a:xfrm>
            <a:off x="9652429" y="1424255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AF73C64-89C2-CD53-DA9B-6AB13D610C8D}"/>
                  </a:ext>
                </a:extLst>
              </p:cNvPr>
              <p:cNvSpPr txBox="1"/>
              <p:nvPr/>
            </p:nvSpPr>
            <p:spPr>
              <a:xfrm>
                <a:off x="9374018" y="1752647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AF73C64-89C2-CD53-DA9B-6AB13D610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018" y="1752647"/>
                <a:ext cx="1139051" cy="2616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30A7EB0-5C9A-99DE-D0CA-5AB08F5F0D26}"/>
                  </a:ext>
                </a:extLst>
              </p:cNvPr>
              <p:cNvSpPr txBox="1"/>
              <p:nvPr/>
            </p:nvSpPr>
            <p:spPr>
              <a:xfrm>
                <a:off x="6103771" y="1926645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30A7EB0-5C9A-99DE-D0CA-5AB08F5F0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771" y="1926645"/>
                <a:ext cx="1139051" cy="261610"/>
              </a:xfrm>
              <a:prstGeom prst="rect">
                <a:avLst/>
              </a:prstGeom>
              <a:blipFill>
                <a:blip r:embed="rId6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86674A-1500-F2AE-B867-571B81106EBE}"/>
                  </a:ext>
                </a:extLst>
              </p:cNvPr>
              <p:cNvSpPr txBox="1"/>
              <p:nvPr/>
            </p:nvSpPr>
            <p:spPr>
              <a:xfrm>
                <a:off x="6107709" y="3196390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86674A-1500-F2AE-B867-571B81106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709" y="3196390"/>
                <a:ext cx="1139051" cy="261610"/>
              </a:xfrm>
              <a:prstGeom prst="rect">
                <a:avLst/>
              </a:prstGeom>
              <a:blipFill>
                <a:blip r:embed="rId7"/>
                <a:stretch>
                  <a:fillRect b="-1363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AAEB048-47BA-1533-2CFB-61DCE89CD8DB}"/>
              </a:ext>
            </a:extLst>
          </p:cNvPr>
          <p:cNvSpPr txBox="1"/>
          <p:nvPr/>
        </p:nvSpPr>
        <p:spPr>
          <a:xfrm>
            <a:off x="6197477" y="3546873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D23C05-B886-1CED-3307-5442DBEF28EA}"/>
              </a:ext>
            </a:extLst>
          </p:cNvPr>
          <p:cNvSpPr txBox="1"/>
          <p:nvPr/>
        </p:nvSpPr>
        <p:spPr>
          <a:xfrm>
            <a:off x="6510730" y="3877404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695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174CE2-B9F5-7962-54FE-E0856DCEA2BE}"/>
                  </a:ext>
                </a:extLst>
              </p:cNvPr>
              <p:cNvSpPr txBox="1"/>
              <p:nvPr/>
            </p:nvSpPr>
            <p:spPr>
              <a:xfrm>
                <a:off x="249622" y="1508050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174CE2-B9F5-7962-54FE-E0856DCEA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22" y="1508050"/>
                <a:ext cx="1628972" cy="261610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26B3363E-30D5-E509-1A88-E50B229152E3}"/>
              </a:ext>
            </a:extLst>
          </p:cNvPr>
          <p:cNvSpPr txBox="1"/>
          <p:nvPr/>
        </p:nvSpPr>
        <p:spPr>
          <a:xfrm>
            <a:off x="401907" y="1964469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D48405-4FD4-4C06-0C7D-57E3A5CDB225}"/>
              </a:ext>
            </a:extLst>
          </p:cNvPr>
          <p:cNvSpPr txBox="1"/>
          <p:nvPr/>
        </p:nvSpPr>
        <p:spPr>
          <a:xfrm>
            <a:off x="251520" y="2420888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AFFE09-BC5C-C9F0-0F6F-C9D0A57E709F}"/>
              </a:ext>
            </a:extLst>
          </p:cNvPr>
          <p:cNvSpPr txBox="1"/>
          <p:nvPr/>
        </p:nvSpPr>
        <p:spPr>
          <a:xfrm>
            <a:off x="384882" y="913491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300012-798D-2CDB-FCFA-81686D99ACCC}"/>
                  </a:ext>
                </a:extLst>
              </p:cNvPr>
              <p:cNvSpPr txBox="1"/>
              <p:nvPr/>
            </p:nvSpPr>
            <p:spPr>
              <a:xfrm>
                <a:off x="3491880" y="1481670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300012-798D-2CDB-FCFA-81686D99A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1481670"/>
                <a:ext cx="1628972" cy="2616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EB9715C-9C79-CD63-0761-E8F61A8BB9F8}"/>
              </a:ext>
            </a:extLst>
          </p:cNvPr>
          <p:cNvSpPr txBox="1"/>
          <p:nvPr/>
        </p:nvSpPr>
        <p:spPr>
          <a:xfrm>
            <a:off x="3644165" y="1938089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5B820C-AFE9-126E-40EB-2AD6CF7F9C39}"/>
              </a:ext>
            </a:extLst>
          </p:cNvPr>
          <p:cNvSpPr txBox="1"/>
          <p:nvPr/>
        </p:nvSpPr>
        <p:spPr>
          <a:xfrm>
            <a:off x="3493778" y="2394508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36E964-39B1-FE30-1CC5-07657D40D389}"/>
              </a:ext>
            </a:extLst>
          </p:cNvPr>
          <p:cNvSpPr txBox="1"/>
          <p:nvPr/>
        </p:nvSpPr>
        <p:spPr>
          <a:xfrm>
            <a:off x="3627140" y="887111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2E382-6337-5EB2-5A37-987EFF8550CA}"/>
                  </a:ext>
                </a:extLst>
              </p:cNvPr>
              <p:cNvSpPr txBox="1"/>
              <p:nvPr/>
            </p:nvSpPr>
            <p:spPr>
              <a:xfrm>
                <a:off x="6685912" y="1282823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2E382-6337-5EB2-5A37-987EFF855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912" y="1282823"/>
                <a:ext cx="1628972" cy="2616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D9A4A8D-0873-AEB5-6235-3EE3B6980042}"/>
              </a:ext>
            </a:extLst>
          </p:cNvPr>
          <p:cNvSpPr txBox="1"/>
          <p:nvPr/>
        </p:nvSpPr>
        <p:spPr>
          <a:xfrm>
            <a:off x="6838197" y="1739242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F914DD-DE75-9145-7826-3A8091ED0A3E}"/>
              </a:ext>
            </a:extLst>
          </p:cNvPr>
          <p:cNvSpPr txBox="1"/>
          <p:nvPr/>
        </p:nvSpPr>
        <p:spPr>
          <a:xfrm>
            <a:off x="6687810" y="2195661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BABB0F-2390-4795-0528-83FFFBE3A234}"/>
              </a:ext>
            </a:extLst>
          </p:cNvPr>
          <p:cNvSpPr txBox="1"/>
          <p:nvPr/>
        </p:nvSpPr>
        <p:spPr>
          <a:xfrm>
            <a:off x="6821172" y="688264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D7230ED-49FA-B2A6-A0D6-7FC8913CEC55}"/>
                  </a:ext>
                </a:extLst>
              </p:cNvPr>
              <p:cNvSpPr txBox="1"/>
              <p:nvPr/>
            </p:nvSpPr>
            <p:spPr>
              <a:xfrm>
                <a:off x="6956015" y="3871888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D7230ED-49FA-B2A6-A0D6-7FC8913CE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015" y="3871888"/>
                <a:ext cx="1628972" cy="2616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0B941C8-080B-3C83-9D8F-49F106616A6F}"/>
              </a:ext>
            </a:extLst>
          </p:cNvPr>
          <p:cNvSpPr txBox="1"/>
          <p:nvPr/>
        </p:nvSpPr>
        <p:spPr>
          <a:xfrm>
            <a:off x="7127224" y="4227920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FF9376-D818-CBB5-9AE4-F34BEF643F73}"/>
              </a:ext>
            </a:extLst>
          </p:cNvPr>
          <p:cNvSpPr txBox="1"/>
          <p:nvPr/>
        </p:nvSpPr>
        <p:spPr>
          <a:xfrm>
            <a:off x="6974939" y="4553534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A3B96C-CAD1-620A-F24D-5CAD845763DA}"/>
              </a:ext>
            </a:extLst>
          </p:cNvPr>
          <p:cNvSpPr txBox="1"/>
          <p:nvPr/>
        </p:nvSpPr>
        <p:spPr>
          <a:xfrm>
            <a:off x="6652957" y="3295855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Ext_conv2 if asymmetric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05C0B8-9DC9-7354-991E-3B99364673F6}"/>
                  </a:ext>
                </a:extLst>
              </p:cNvPr>
              <p:cNvSpPr txBox="1"/>
              <p:nvPr/>
            </p:nvSpPr>
            <p:spPr>
              <a:xfrm>
                <a:off x="7007848" y="4923949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05C0B8-9DC9-7354-991E-3B9936467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848" y="4923949"/>
                <a:ext cx="1628972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3338C388-5E9C-9370-BA9E-21505527FADF}"/>
              </a:ext>
            </a:extLst>
          </p:cNvPr>
          <p:cNvSpPr txBox="1"/>
          <p:nvPr/>
        </p:nvSpPr>
        <p:spPr>
          <a:xfrm>
            <a:off x="7177159" y="5249563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74E2B6-EE85-2A1C-AAE7-A54B508F7479}"/>
              </a:ext>
            </a:extLst>
          </p:cNvPr>
          <p:cNvSpPr txBox="1"/>
          <p:nvPr/>
        </p:nvSpPr>
        <p:spPr>
          <a:xfrm>
            <a:off x="7005985" y="5575177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53A0F2-E808-EFA8-156E-83C08C1B8AAB}"/>
              </a:ext>
            </a:extLst>
          </p:cNvPr>
          <p:cNvSpPr txBox="1"/>
          <p:nvPr/>
        </p:nvSpPr>
        <p:spPr>
          <a:xfrm>
            <a:off x="1302955" y="4164013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156F25-7EE8-526B-FA6C-E350B73FEB61}"/>
              </a:ext>
            </a:extLst>
          </p:cNvPr>
          <p:cNvSpPr txBox="1"/>
          <p:nvPr/>
        </p:nvSpPr>
        <p:spPr>
          <a:xfrm>
            <a:off x="1302954" y="4620432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7A2623-5144-0C9B-DDE7-DCCC0704E684}"/>
              </a:ext>
            </a:extLst>
          </p:cNvPr>
          <p:cNvSpPr txBox="1"/>
          <p:nvPr/>
        </p:nvSpPr>
        <p:spPr>
          <a:xfrm>
            <a:off x="1302953" y="503104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B5D9F3-0574-61FE-471A-85E47C6BD7BD}"/>
              </a:ext>
            </a:extLst>
          </p:cNvPr>
          <p:cNvSpPr txBox="1"/>
          <p:nvPr/>
        </p:nvSpPr>
        <p:spPr>
          <a:xfrm>
            <a:off x="721673" y="5575177"/>
            <a:ext cx="162897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E303AE-9B61-7D1A-BD96-CD0A017445F4}"/>
              </a:ext>
            </a:extLst>
          </p:cNvPr>
          <p:cNvSpPr/>
          <p:nvPr/>
        </p:nvSpPr>
        <p:spPr>
          <a:xfrm>
            <a:off x="1187624" y="3665187"/>
            <a:ext cx="1368152" cy="339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F725DF-7FDE-66E3-89D8-FAC354765D96}"/>
              </a:ext>
            </a:extLst>
          </p:cNvPr>
          <p:cNvSpPr/>
          <p:nvPr/>
        </p:nvSpPr>
        <p:spPr>
          <a:xfrm>
            <a:off x="1194515" y="6076305"/>
            <a:ext cx="1368152" cy="339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F8075C96-94F2-5588-3BFC-16FA0CB72AAE}"/>
              </a:ext>
            </a:extLst>
          </p:cNvPr>
          <p:cNvCxnSpPr>
            <a:stCxn id="5" idx="3"/>
            <a:endCxn id="41" idx="3"/>
          </p:cNvCxnSpPr>
          <p:nvPr/>
        </p:nvCxnSpPr>
        <p:spPr>
          <a:xfrm>
            <a:off x="2555776" y="3835126"/>
            <a:ext cx="6891" cy="2411118"/>
          </a:xfrm>
          <a:prstGeom prst="bentConnector3">
            <a:avLst>
              <a:gd name="adj1" fmla="val 34173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FE244FA-B7CF-B1FA-A97E-3C520664F941}"/>
              </a:ext>
            </a:extLst>
          </p:cNvPr>
          <p:cNvCxnSpPr>
            <a:stCxn id="39" idx="3"/>
            <a:endCxn id="41" idx="3"/>
          </p:cNvCxnSpPr>
          <p:nvPr/>
        </p:nvCxnSpPr>
        <p:spPr>
          <a:xfrm>
            <a:off x="2350645" y="5705982"/>
            <a:ext cx="212022" cy="540262"/>
          </a:xfrm>
          <a:prstGeom prst="bentConnector3">
            <a:avLst>
              <a:gd name="adj1" fmla="val 2078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4696C41-8CCA-EB31-67C1-19E575A536E3}"/>
              </a:ext>
            </a:extLst>
          </p:cNvPr>
          <p:cNvSpPr/>
          <p:nvPr/>
        </p:nvSpPr>
        <p:spPr>
          <a:xfrm>
            <a:off x="2565668" y="5510562"/>
            <a:ext cx="404845" cy="4048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9665C6-7F03-2A00-10D0-6CE5BBDA486A}"/>
              </a:ext>
            </a:extLst>
          </p:cNvPr>
          <p:cNvSpPr txBox="1"/>
          <p:nvPr/>
        </p:nvSpPr>
        <p:spPr>
          <a:xfrm>
            <a:off x="2615653" y="55370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309160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174CE2-B9F5-7962-54FE-E0856DCEA2BE}"/>
                  </a:ext>
                </a:extLst>
              </p:cNvPr>
              <p:cNvSpPr txBox="1"/>
              <p:nvPr/>
            </p:nvSpPr>
            <p:spPr>
              <a:xfrm>
                <a:off x="249622" y="1508050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174CE2-B9F5-7962-54FE-E0856DCEA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22" y="1508050"/>
                <a:ext cx="1628972" cy="261610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26B3363E-30D5-E509-1A88-E50B229152E3}"/>
              </a:ext>
            </a:extLst>
          </p:cNvPr>
          <p:cNvSpPr txBox="1"/>
          <p:nvPr/>
        </p:nvSpPr>
        <p:spPr>
          <a:xfrm>
            <a:off x="401907" y="1964469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D48405-4FD4-4C06-0C7D-57E3A5CDB225}"/>
              </a:ext>
            </a:extLst>
          </p:cNvPr>
          <p:cNvSpPr txBox="1"/>
          <p:nvPr/>
        </p:nvSpPr>
        <p:spPr>
          <a:xfrm>
            <a:off x="251520" y="2420888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AFFE09-BC5C-C9F0-0F6F-C9D0A57E709F}"/>
              </a:ext>
            </a:extLst>
          </p:cNvPr>
          <p:cNvSpPr txBox="1"/>
          <p:nvPr/>
        </p:nvSpPr>
        <p:spPr>
          <a:xfrm>
            <a:off x="384882" y="913491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300012-798D-2CDB-FCFA-81686D99ACCC}"/>
                  </a:ext>
                </a:extLst>
              </p:cNvPr>
              <p:cNvSpPr txBox="1"/>
              <p:nvPr/>
            </p:nvSpPr>
            <p:spPr>
              <a:xfrm>
                <a:off x="3491880" y="1481670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300012-798D-2CDB-FCFA-81686D99A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1481670"/>
                <a:ext cx="1628972" cy="2616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EB9715C-9C79-CD63-0761-E8F61A8BB9F8}"/>
              </a:ext>
            </a:extLst>
          </p:cNvPr>
          <p:cNvSpPr txBox="1"/>
          <p:nvPr/>
        </p:nvSpPr>
        <p:spPr>
          <a:xfrm>
            <a:off x="3644165" y="1938089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5B820C-AFE9-126E-40EB-2AD6CF7F9C39}"/>
              </a:ext>
            </a:extLst>
          </p:cNvPr>
          <p:cNvSpPr txBox="1"/>
          <p:nvPr/>
        </p:nvSpPr>
        <p:spPr>
          <a:xfrm>
            <a:off x="3493778" y="2394508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36E964-39B1-FE30-1CC5-07657D40D389}"/>
              </a:ext>
            </a:extLst>
          </p:cNvPr>
          <p:cNvSpPr txBox="1"/>
          <p:nvPr/>
        </p:nvSpPr>
        <p:spPr>
          <a:xfrm>
            <a:off x="3627140" y="887111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2E382-6337-5EB2-5A37-987EFF8550CA}"/>
                  </a:ext>
                </a:extLst>
              </p:cNvPr>
              <p:cNvSpPr txBox="1"/>
              <p:nvPr/>
            </p:nvSpPr>
            <p:spPr>
              <a:xfrm>
                <a:off x="6685912" y="1282823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2E382-6337-5EB2-5A37-987EFF855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912" y="1282823"/>
                <a:ext cx="1628972" cy="2616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D9A4A8D-0873-AEB5-6235-3EE3B6980042}"/>
              </a:ext>
            </a:extLst>
          </p:cNvPr>
          <p:cNvSpPr txBox="1"/>
          <p:nvPr/>
        </p:nvSpPr>
        <p:spPr>
          <a:xfrm>
            <a:off x="6838197" y="1739242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F914DD-DE75-9145-7826-3A8091ED0A3E}"/>
              </a:ext>
            </a:extLst>
          </p:cNvPr>
          <p:cNvSpPr txBox="1"/>
          <p:nvPr/>
        </p:nvSpPr>
        <p:spPr>
          <a:xfrm>
            <a:off x="6687810" y="2195661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BABB0F-2390-4795-0528-83FFFBE3A234}"/>
              </a:ext>
            </a:extLst>
          </p:cNvPr>
          <p:cNvSpPr txBox="1"/>
          <p:nvPr/>
        </p:nvSpPr>
        <p:spPr>
          <a:xfrm>
            <a:off x="6821172" y="688264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D7230ED-49FA-B2A6-A0D6-7FC8913CEC55}"/>
                  </a:ext>
                </a:extLst>
              </p:cNvPr>
              <p:cNvSpPr txBox="1"/>
              <p:nvPr/>
            </p:nvSpPr>
            <p:spPr>
              <a:xfrm>
                <a:off x="6956015" y="3871888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D7230ED-49FA-B2A6-A0D6-7FC8913CE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015" y="3871888"/>
                <a:ext cx="1628972" cy="2616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0B941C8-080B-3C83-9D8F-49F106616A6F}"/>
              </a:ext>
            </a:extLst>
          </p:cNvPr>
          <p:cNvSpPr txBox="1"/>
          <p:nvPr/>
        </p:nvSpPr>
        <p:spPr>
          <a:xfrm>
            <a:off x="7127224" y="4227920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FF9376-D818-CBB5-9AE4-F34BEF643F73}"/>
              </a:ext>
            </a:extLst>
          </p:cNvPr>
          <p:cNvSpPr txBox="1"/>
          <p:nvPr/>
        </p:nvSpPr>
        <p:spPr>
          <a:xfrm>
            <a:off x="6974939" y="4553534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A3B96C-CAD1-620A-F24D-5CAD845763DA}"/>
              </a:ext>
            </a:extLst>
          </p:cNvPr>
          <p:cNvSpPr txBox="1"/>
          <p:nvPr/>
        </p:nvSpPr>
        <p:spPr>
          <a:xfrm>
            <a:off x="6652957" y="3295855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Ext_conv2 if asymmetric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05C0B8-9DC9-7354-991E-3B99364673F6}"/>
                  </a:ext>
                </a:extLst>
              </p:cNvPr>
              <p:cNvSpPr txBox="1"/>
              <p:nvPr/>
            </p:nvSpPr>
            <p:spPr>
              <a:xfrm>
                <a:off x="7007848" y="4923949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05C0B8-9DC9-7354-991E-3B9936467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848" y="4923949"/>
                <a:ext cx="1628972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3338C388-5E9C-9370-BA9E-21505527FADF}"/>
              </a:ext>
            </a:extLst>
          </p:cNvPr>
          <p:cNvSpPr txBox="1"/>
          <p:nvPr/>
        </p:nvSpPr>
        <p:spPr>
          <a:xfrm>
            <a:off x="7177159" y="5249563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74E2B6-EE85-2A1C-AAE7-A54B508F7479}"/>
              </a:ext>
            </a:extLst>
          </p:cNvPr>
          <p:cNvSpPr txBox="1"/>
          <p:nvPr/>
        </p:nvSpPr>
        <p:spPr>
          <a:xfrm>
            <a:off x="7005985" y="5575177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53A0F2-E808-EFA8-156E-83C08C1B8AAB}"/>
              </a:ext>
            </a:extLst>
          </p:cNvPr>
          <p:cNvSpPr txBox="1"/>
          <p:nvPr/>
        </p:nvSpPr>
        <p:spPr>
          <a:xfrm>
            <a:off x="1302955" y="4164013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156F25-7EE8-526B-FA6C-E350B73FEB61}"/>
              </a:ext>
            </a:extLst>
          </p:cNvPr>
          <p:cNvSpPr txBox="1"/>
          <p:nvPr/>
        </p:nvSpPr>
        <p:spPr>
          <a:xfrm>
            <a:off x="1302954" y="4620432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7A2623-5144-0C9B-DDE7-DCCC0704E684}"/>
              </a:ext>
            </a:extLst>
          </p:cNvPr>
          <p:cNvSpPr txBox="1"/>
          <p:nvPr/>
        </p:nvSpPr>
        <p:spPr>
          <a:xfrm>
            <a:off x="1302953" y="503104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B5D9F3-0574-61FE-471A-85E47C6BD7BD}"/>
              </a:ext>
            </a:extLst>
          </p:cNvPr>
          <p:cNvSpPr txBox="1"/>
          <p:nvPr/>
        </p:nvSpPr>
        <p:spPr>
          <a:xfrm>
            <a:off x="721673" y="5575177"/>
            <a:ext cx="162897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E303AE-9B61-7D1A-BD96-CD0A017445F4}"/>
              </a:ext>
            </a:extLst>
          </p:cNvPr>
          <p:cNvSpPr/>
          <p:nvPr/>
        </p:nvSpPr>
        <p:spPr>
          <a:xfrm>
            <a:off x="1187624" y="3665187"/>
            <a:ext cx="1368152" cy="339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F725DF-7FDE-66E3-89D8-FAC354765D96}"/>
              </a:ext>
            </a:extLst>
          </p:cNvPr>
          <p:cNvSpPr/>
          <p:nvPr/>
        </p:nvSpPr>
        <p:spPr>
          <a:xfrm>
            <a:off x="1194515" y="6076305"/>
            <a:ext cx="1368152" cy="339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F8075C96-94F2-5588-3BFC-16FA0CB72AAE}"/>
              </a:ext>
            </a:extLst>
          </p:cNvPr>
          <p:cNvCxnSpPr>
            <a:stCxn id="5" idx="3"/>
            <a:endCxn id="41" idx="3"/>
          </p:cNvCxnSpPr>
          <p:nvPr/>
        </p:nvCxnSpPr>
        <p:spPr>
          <a:xfrm>
            <a:off x="2555776" y="3835126"/>
            <a:ext cx="6891" cy="2411118"/>
          </a:xfrm>
          <a:prstGeom prst="bentConnector3">
            <a:avLst>
              <a:gd name="adj1" fmla="val 34173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FE244FA-B7CF-B1FA-A97E-3C520664F941}"/>
              </a:ext>
            </a:extLst>
          </p:cNvPr>
          <p:cNvCxnSpPr>
            <a:stCxn id="39" idx="3"/>
            <a:endCxn id="41" idx="3"/>
          </p:cNvCxnSpPr>
          <p:nvPr/>
        </p:nvCxnSpPr>
        <p:spPr>
          <a:xfrm>
            <a:off x="2350645" y="5705982"/>
            <a:ext cx="212022" cy="540262"/>
          </a:xfrm>
          <a:prstGeom prst="bentConnector3">
            <a:avLst>
              <a:gd name="adj1" fmla="val 2078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4696C41-8CCA-EB31-67C1-19E575A536E3}"/>
              </a:ext>
            </a:extLst>
          </p:cNvPr>
          <p:cNvSpPr/>
          <p:nvPr/>
        </p:nvSpPr>
        <p:spPr>
          <a:xfrm>
            <a:off x="2565668" y="5510562"/>
            <a:ext cx="404845" cy="4048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9665C6-7F03-2A00-10D0-6CE5BBDA486A}"/>
              </a:ext>
            </a:extLst>
          </p:cNvPr>
          <p:cNvSpPr txBox="1"/>
          <p:nvPr/>
        </p:nvSpPr>
        <p:spPr>
          <a:xfrm>
            <a:off x="2615653" y="55370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80143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/>
              <p:nvPr/>
            </p:nvSpPr>
            <p:spPr>
              <a:xfrm rot="16200000">
                <a:off x="-2761518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761518" y="998766"/>
                <a:ext cx="139803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/>
              <p:nvPr/>
            </p:nvSpPr>
            <p:spPr>
              <a:xfrm rot="16200000">
                <a:off x="-2265944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265944" y="998766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/>
              <p:nvPr/>
            </p:nvSpPr>
            <p:spPr>
              <a:xfrm>
                <a:off x="9064734" y="18385"/>
                <a:ext cx="29306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2D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+ Conv (3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734" y="18385"/>
                <a:ext cx="2930610" cy="307777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>
            <a:extLst>
              <a:ext uri="{FF2B5EF4-FFF2-40B4-BE49-F238E27FC236}">
                <a16:creationId xmlns:a16="http://schemas.microsoft.com/office/drawing/2014/main" id="{E495EBCD-2755-096D-F36A-5EEDEAB78BF7}"/>
              </a:ext>
            </a:extLst>
          </p:cNvPr>
          <p:cNvSpPr/>
          <p:nvPr/>
        </p:nvSpPr>
        <p:spPr>
          <a:xfrm>
            <a:off x="7188735" y="7632511"/>
            <a:ext cx="107175" cy="250541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8EF614C-F4CC-5738-49FF-9528310CC5F4}"/>
              </a:ext>
            </a:extLst>
          </p:cNvPr>
          <p:cNvSpPr/>
          <p:nvPr/>
        </p:nvSpPr>
        <p:spPr>
          <a:xfrm>
            <a:off x="-1880146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FFD16D1-BED6-99B9-3D75-ABC5660AE1FE}"/>
              </a:ext>
            </a:extLst>
          </p:cNvPr>
          <p:cNvSpPr/>
          <p:nvPr/>
        </p:nvSpPr>
        <p:spPr>
          <a:xfrm>
            <a:off x="-1398453" y="96123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/>
              <p:nvPr/>
            </p:nvSpPr>
            <p:spPr>
              <a:xfrm rot="16200000">
                <a:off x="-1788197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788197" y="998766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1">
            <a:extLst>
              <a:ext uri="{FF2B5EF4-FFF2-40B4-BE49-F238E27FC236}">
                <a16:creationId xmlns:a16="http://schemas.microsoft.com/office/drawing/2014/main" id="{F965D9E1-7788-271F-70AA-E7D2B052E81F}"/>
              </a:ext>
            </a:extLst>
          </p:cNvPr>
          <p:cNvSpPr/>
          <p:nvPr/>
        </p:nvSpPr>
        <p:spPr>
          <a:xfrm>
            <a:off x="-906483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/>
              <p:nvPr/>
            </p:nvSpPr>
            <p:spPr>
              <a:xfrm rot="16200000">
                <a:off x="-1297408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297408" y="998766"/>
                <a:ext cx="1398032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3">
            <a:extLst>
              <a:ext uri="{FF2B5EF4-FFF2-40B4-BE49-F238E27FC236}">
                <a16:creationId xmlns:a16="http://schemas.microsoft.com/office/drawing/2014/main" id="{64BBF8F4-1FD7-6103-0E5A-81EB8ADA8852}"/>
              </a:ext>
            </a:extLst>
          </p:cNvPr>
          <p:cNvSpPr/>
          <p:nvPr/>
        </p:nvSpPr>
        <p:spPr>
          <a:xfrm>
            <a:off x="-410964" y="96123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/>
              <p:nvPr/>
            </p:nvSpPr>
            <p:spPr>
              <a:xfrm rot="16200000">
                <a:off x="-793352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793352" y="998766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>
            <a:extLst>
              <a:ext uri="{FF2B5EF4-FFF2-40B4-BE49-F238E27FC236}">
                <a16:creationId xmlns:a16="http://schemas.microsoft.com/office/drawing/2014/main" id="{300BCF9F-21EC-AF28-1E65-6BD76EE87CB5}"/>
              </a:ext>
            </a:extLst>
          </p:cNvPr>
          <p:cNvSpPr/>
          <p:nvPr/>
        </p:nvSpPr>
        <p:spPr>
          <a:xfrm>
            <a:off x="-1533009" y="4696063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3E2EBD-B3FB-D51B-58D2-45F961E2D7A7}"/>
              </a:ext>
            </a:extLst>
          </p:cNvPr>
          <p:cNvSpPr txBox="1"/>
          <p:nvPr/>
        </p:nvSpPr>
        <p:spPr>
          <a:xfrm>
            <a:off x="7338470" y="7162609"/>
            <a:ext cx="1181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BatchNorm2d(2) 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79F6C72-C60B-9C63-CCD9-B1063821ABC5}"/>
              </a:ext>
            </a:extLst>
          </p:cNvPr>
          <p:cNvSpPr/>
          <p:nvPr/>
        </p:nvSpPr>
        <p:spPr>
          <a:xfrm>
            <a:off x="62891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/>
              <p:nvPr/>
            </p:nvSpPr>
            <p:spPr>
              <a:xfrm rot="16200000">
                <a:off x="-334883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34883" y="998767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Arrow 42">
            <a:extLst>
              <a:ext uri="{FF2B5EF4-FFF2-40B4-BE49-F238E27FC236}">
                <a16:creationId xmlns:a16="http://schemas.microsoft.com/office/drawing/2014/main" id="{776932CD-81BF-30AA-5A8F-17345AE8EA3C}"/>
              </a:ext>
            </a:extLst>
          </p:cNvPr>
          <p:cNvSpPr/>
          <p:nvPr/>
        </p:nvSpPr>
        <p:spPr>
          <a:xfrm>
            <a:off x="566947" y="96123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/>
              <p:nvPr/>
            </p:nvSpPr>
            <p:spPr>
              <a:xfrm rot="16200000">
                <a:off x="183771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83771" y="998767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ight Arrow 47">
            <a:extLst>
              <a:ext uri="{FF2B5EF4-FFF2-40B4-BE49-F238E27FC236}">
                <a16:creationId xmlns:a16="http://schemas.microsoft.com/office/drawing/2014/main" id="{486620B9-2050-D941-EDE9-ED2D26034089}"/>
              </a:ext>
            </a:extLst>
          </p:cNvPr>
          <p:cNvSpPr/>
          <p:nvPr/>
        </p:nvSpPr>
        <p:spPr>
          <a:xfrm>
            <a:off x="1071003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/>
              <p:nvPr/>
            </p:nvSpPr>
            <p:spPr>
              <a:xfrm rot="16200000">
                <a:off x="724423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4423" y="998767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Arrow 49">
            <a:extLst>
              <a:ext uri="{FF2B5EF4-FFF2-40B4-BE49-F238E27FC236}">
                <a16:creationId xmlns:a16="http://schemas.microsoft.com/office/drawing/2014/main" id="{D493CA9D-2FDF-4F61-77C3-887F60667965}"/>
              </a:ext>
            </a:extLst>
          </p:cNvPr>
          <p:cNvSpPr/>
          <p:nvPr/>
        </p:nvSpPr>
        <p:spPr>
          <a:xfrm>
            <a:off x="1599954" y="96123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/>
              <p:nvPr/>
            </p:nvSpPr>
            <p:spPr>
              <a:xfrm rot="16200000">
                <a:off x="1222873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22873" y="998767"/>
                <a:ext cx="1398032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ight Arrow 54">
            <a:extLst>
              <a:ext uri="{FF2B5EF4-FFF2-40B4-BE49-F238E27FC236}">
                <a16:creationId xmlns:a16="http://schemas.microsoft.com/office/drawing/2014/main" id="{EA587CE3-75AF-1B55-DFC3-232DE91C68C3}"/>
              </a:ext>
            </a:extLst>
          </p:cNvPr>
          <p:cNvSpPr/>
          <p:nvPr/>
        </p:nvSpPr>
        <p:spPr>
          <a:xfrm>
            <a:off x="2093370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/>
              <p:nvPr/>
            </p:nvSpPr>
            <p:spPr>
              <a:xfrm rot="16200000">
                <a:off x="1726928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1024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26928" y="998767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ight Arrow 56">
            <a:extLst>
              <a:ext uri="{FF2B5EF4-FFF2-40B4-BE49-F238E27FC236}">
                <a16:creationId xmlns:a16="http://schemas.microsoft.com/office/drawing/2014/main" id="{E4EFF101-17C7-71F6-BCA0-0E0D0BDF0C87}"/>
              </a:ext>
            </a:extLst>
          </p:cNvPr>
          <p:cNvSpPr/>
          <p:nvPr/>
        </p:nvSpPr>
        <p:spPr>
          <a:xfrm>
            <a:off x="2610328" y="961239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E307CD34-EC1B-7C90-EAC7-1674DDDCC4D1}"/>
              </a:ext>
            </a:extLst>
          </p:cNvPr>
          <p:cNvSpPr/>
          <p:nvPr/>
        </p:nvSpPr>
        <p:spPr>
          <a:xfrm>
            <a:off x="7536175" y="-618206"/>
            <a:ext cx="115939" cy="27102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/>
              <p:nvPr/>
            </p:nvSpPr>
            <p:spPr>
              <a:xfrm>
                <a:off x="9133277" y="896486"/>
                <a:ext cx="229421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Upsample (2) + Conv(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277" y="896486"/>
                <a:ext cx="2294218" cy="261610"/>
              </a:xfrm>
              <a:prstGeom prst="rect">
                <a:avLst/>
              </a:prstGeom>
              <a:blipFill>
                <a:blip r:embed="rId1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/>
              <p:nvPr/>
            </p:nvSpPr>
            <p:spPr>
              <a:xfrm rot="16200000">
                <a:off x="2230984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30984" y="998766"/>
                <a:ext cx="1398032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849A0D7-5F75-E305-3F92-04438E5291DB}"/>
              </a:ext>
            </a:extLst>
          </p:cNvPr>
          <p:cNvSpPr/>
          <p:nvPr/>
        </p:nvSpPr>
        <p:spPr>
          <a:xfrm>
            <a:off x="2810611" y="2188799"/>
            <a:ext cx="250194" cy="2365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/>
              <p:nvPr/>
            </p:nvSpPr>
            <p:spPr>
              <a:xfrm rot="16200000">
                <a:off x="2504769" y="998766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504769" y="998766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ight Arrow 75">
            <a:extLst>
              <a:ext uri="{FF2B5EF4-FFF2-40B4-BE49-F238E27FC236}">
                <a16:creationId xmlns:a16="http://schemas.microsoft.com/office/drawing/2014/main" id="{8AA0B4CB-9ABB-E320-DE17-96C3F4F8412A}"/>
              </a:ext>
            </a:extLst>
          </p:cNvPr>
          <p:cNvSpPr/>
          <p:nvPr/>
        </p:nvSpPr>
        <p:spPr>
          <a:xfrm>
            <a:off x="3393230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/>
              <p:nvPr/>
            </p:nvSpPr>
            <p:spPr>
              <a:xfrm rot="16200000">
                <a:off x="3031207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31207" y="998766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ight Arrow 77">
            <a:extLst>
              <a:ext uri="{FF2B5EF4-FFF2-40B4-BE49-F238E27FC236}">
                <a16:creationId xmlns:a16="http://schemas.microsoft.com/office/drawing/2014/main" id="{0989CFFE-6FC5-E450-167C-D23D35067F2B}"/>
              </a:ext>
            </a:extLst>
          </p:cNvPr>
          <p:cNvSpPr/>
          <p:nvPr/>
        </p:nvSpPr>
        <p:spPr>
          <a:xfrm>
            <a:off x="3901985" y="961239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/>
              <p:nvPr/>
            </p:nvSpPr>
            <p:spPr>
              <a:xfrm rot="16200000">
                <a:off x="3561864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561864" y="998766"/>
                <a:ext cx="1398032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72C73D7-4927-4988-98F7-05493DC37A65}"/>
              </a:ext>
            </a:extLst>
          </p:cNvPr>
          <p:cNvSpPr/>
          <p:nvPr/>
        </p:nvSpPr>
        <p:spPr>
          <a:xfrm>
            <a:off x="4141490" y="2510681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B31EA516-6819-9733-DD6C-2A680CC0202E}"/>
              </a:ext>
            </a:extLst>
          </p:cNvPr>
          <p:cNvCxnSpPr>
            <a:cxnSpLocks/>
            <a:stCxn id="42" idx="1"/>
            <a:endCxn id="82" idx="1"/>
          </p:cNvCxnSpPr>
          <p:nvPr/>
        </p:nvCxnSpPr>
        <p:spPr>
          <a:xfrm rot="16200000" flipH="1">
            <a:off x="1852629" y="340091"/>
            <a:ext cx="800365" cy="37773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/>
              <p:nvPr/>
            </p:nvSpPr>
            <p:spPr>
              <a:xfrm rot="16200000">
                <a:off x="3841582" y="998767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841582" y="998767"/>
                <a:ext cx="139803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Arrow 90">
            <a:extLst>
              <a:ext uri="{FF2B5EF4-FFF2-40B4-BE49-F238E27FC236}">
                <a16:creationId xmlns:a16="http://schemas.microsoft.com/office/drawing/2014/main" id="{BCC03625-D8D8-E4E7-232D-DFEDED053357}"/>
              </a:ext>
            </a:extLst>
          </p:cNvPr>
          <p:cNvSpPr/>
          <p:nvPr/>
        </p:nvSpPr>
        <p:spPr>
          <a:xfrm>
            <a:off x="4733298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/>
              <p:nvPr/>
            </p:nvSpPr>
            <p:spPr>
              <a:xfrm rot="16200000">
                <a:off x="4380614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380614" y="998767"/>
                <a:ext cx="1398032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>
            <a:extLst>
              <a:ext uri="{FF2B5EF4-FFF2-40B4-BE49-F238E27FC236}">
                <a16:creationId xmlns:a16="http://schemas.microsoft.com/office/drawing/2014/main" id="{0782E692-67E1-3D75-50F2-9522482160B9}"/>
              </a:ext>
            </a:extLst>
          </p:cNvPr>
          <p:cNvSpPr/>
          <p:nvPr/>
        </p:nvSpPr>
        <p:spPr>
          <a:xfrm>
            <a:off x="5259231" y="961239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/>
              <p:nvPr/>
            </p:nvSpPr>
            <p:spPr>
              <a:xfrm rot="16200000">
                <a:off x="4895280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895280" y="998767"/>
                <a:ext cx="1398032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E0A84F8F-1AA2-D574-F020-FDCA7E92AAAA}"/>
              </a:ext>
            </a:extLst>
          </p:cNvPr>
          <p:cNvSpPr/>
          <p:nvPr/>
        </p:nvSpPr>
        <p:spPr>
          <a:xfrm>
            <a:off x="5465487" y="-625265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/>
              <p:nvPr/>
            </p:nvSpPr>
            <p:spPr>
              <a:xfrm rot="16200000">
                <a:off x="5178173" y="998767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178173" y="998767"/>
                <a:ext cx="1398032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ight Arrow 105">
            <a:extLst>
              <a:ext uri="{FF2B5EF4-FFF2-40B4-BE49-F238E27FC236}">
                <a16:creationId xmlns:a16="http://schemas.microsoft.com/office/drawing/2014/main" id="{1F46C72A-393C-3A11-5C7C-344E67B791ED}"/>
              </a:ext>
            </a:extLst>
          </p:cNvPr>
          <p:cNvSpPr/>
          <p:nvPr/>
        </p:nvSpPr>
        <p:spPr>
          <a:xfrm>
            <a:off x="6111563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/>
              <p:nvPr/>
            </p:nvSpPr>
            <p:spPr>
              <a:xfrm rot="16200000">
                <a:off x="5749949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749949" y="998766"/>
                <a:ext cx="1398032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ight Arrow 107">
            <a:extLst>
              <a:ext uri="{FF2B5EF4-FFF2-40B4-BE49-F238E27FC236}">
                <a16:creationId xmlns:a16="http://schemas.microsoft.com/office/drawing/2014/main" id="{78DE55A9-CB1B-83ED-D23E-4457705630F0}"/>
              </a:ext>
            </a:extLst>
          </p:cNvPr>
          <p:cNvSpPr/>
          <p:nvPr/>
        </p:nvSpPr>
        <p:spPr>
          <a:xfrm>
            <a:off x="6647994" y="961239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/>
              <p:nvPr/>
            </p:nvSpPr>
            <p:spPr>
              <a:xfrm rot="16200000">
                <a:off x="6263432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263432" y="998766"/>
                <a:ext cx="1398032" cy="2616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4B54CA3-AD35-2DCC-C519-D4F70CF63FA1}"/>
              </a:ext>
            </a:extLst>
          </p:cNvPr>
          <p:cNvSpPr/>
          <p:nvPr/>
        </p:nvSpPr>
        <p:spPr>
          <a:xfrm>
            <a:off x="-2323354" y="3515522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/>
              <p:nvPr/>
            </p:nvSpPr>
            <p:spPr>
              <a:xfrm rot="16200000">
                <a:off x="6561507" y="998766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561507" y="998766"/>
                <a:ext cx="1398032" cy="2616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Right Arrow 120">
            <a:extLst>
              <a:ext uri="{FF2B5EF4-FFF2-40B4-BE49-F238E27FC236}">
                <a16:creationId xmlns:a16="http://schemas.microsoft.com/office/drawing/2014/main" id="{760F7FB0-A4AD-BD0D-5DA1-F957C5B4E525}"/>
              </a:ext>
            </a:extLst>
          </p:cNvPr>
          <p:cNvSpPr/>
          <p:nvPr/>
        </p:nvSpPr>
        <p:spPr>
          <a:xfrm>
            <a:off x="7476132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/>
              <p:nvPr/>
            </p:nvSpPr>
            <p:spPr>
              <a:xfrm rot="16200000">
                <a:off x="7151940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151940" y="998766"/>
                <a:ext cx="1398032" cy="2616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ight Arrow 122">
            <a:extLst>
              <a:ext uri="{FF2B5EF4-FFF2-40B4-BE49-F238E27FC236}">
                <a16:creationId xmlns:a16="http://schemas.microsoft.com/office/drawing/2014/main" id="{0FE0B6EC-4F04-98BE-3993-8A9C7EED44F6}"/>
              </a:ext>
            </a:extLst>
          </p:cNvPr>
          <p:cNvSpPr/>
          <p:nvPr/>
        </p:nvSpPr>
        <p:spPr>
          <a:xfrm>
            <a:off x="7983771" y="961239"/>
            <a:ext cx="144016" cy="33666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/>
              <p:nvPr/>
            </p:nvSpPr>
            <p:spPr>
              <a:xfrm rot="16200000">
                <a:off x="7585998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585998" y="998766"/>
                <a:ext cx="1398032" cy="2616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3" name="Elbow Connector 202">
            <a:extLst>
              <a:ext uri="{FF2B5EF4-FFF2-40B4-BE49-F238E27FC236}">
                <a16:creationId xmlns:a16="http://schemas.microsoft.com/office/drawing/2014/main" id="{BBA1FF77-3D0A-67BF-233C-F1A838B610A1}"/>
              </a:ext>
            </a:extLst>
          </p:cNvPr>
          <p:cNvCxnSpPr>
            <a:cxnSpLocks/>
            <a:stCxn id="49" idx="1"/>
            <a:endCxn id="63" idx="1"/>
          </p:cNvCxnSpPr>
          <p:nvPr/>
        </p:nvCxnSpPr>
        <p:spPr>
          <a:xfrm rot="16200000" flipH="1">
            <a:off x="1877784" y="1374243"/>
            <a:ext cx="478483" cy="138717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140D7882-E5F2-54EF-5FB2-D73C1A032913}"/>
              </a:ext>
            </a:extLst>
          </p:cNvPr>
          <p:cNvCxnSpPr>
            <a:cxnSpLocks/>
            <a:stCxn id="62" idx="1"/>
            <a:endCxn id="63" idx="0"/>
          </p:cNvCxnSpPr>
          <p:nvPr/>
        </p:nvCxnSpPr>
        <p:spPr>
          <a:xfrm>
            <a:off x="2930000" y="1828587"/>
            <a:ext cx="5708" cy="3602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Elbow Connector 222">
            <a:extLst>
              <a:ext uri="{FF2B5EF4-FFF2-40B4-BE49-F238E27FC236}">
                <a16:creationId xmlns:a16="http://schemas.microsoft.com/office/drawing/2014/main" id="{AAA42D74-E94A-0BA7-87EF-DE4CB453B6C2}"/>
              </a:ext>
            </a:extLst>
          </p:cNvPr>
          <p:cNvCxnSpPr>
            <a:cxnSpLocks/>
            <a:stCxn id="63" idx="3"/>
            <a:endCxn id="72" idx="1"/>
          </p:cNvCxnSpPr>
          <p:nvPr/>
        </p:nvCxnSpPr>
        <p:spPr>
          <a:xfrm flipV="1">
            <a:off x="3060805" y="1828587"/>
            <a:ext cx="142980" cy="4784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2A22B38-4004-5774-C9A9-8FB4E57C70A6}"/>
              </a:ext>
            </a:extLst>
          </p:cNvPr>
          <p:cNvCxnSpPr>
            <a:cxnSpLocks/>
            <a:stCxn id="81" idx="1"/>
            <a:endCxn id="82" idx="0"/>
          </p:cNvCxnSpPr>
          <p:nvPr/>
        </p:nvCxnSpPr>
        <p:spPr>
          <a:xfrm>
            <a:off x="4260880" y="1828587"/>
            <a:ext cx="5708" cy="682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229">
            <a:extLst>
              <a:ext uri="{FF2B5EF4-FFF2-40B4-BE49-F238E27FC236}">
                <a16:creationId xmlns:a16="http://schemas.microsoft.com/office/drawing/2014/main" id="{4821267D-9926-CE91-7619-9F52893CDA17}"/>
              </a:ext>
            </a:extLst>
          </p:cNvPr>
          <p:cNvCxnSpPr>
            <a:cxnSpLocks/>
            <a:stCxn id="82" idx="3"/>
            <a:endCxn id="87" idx="1"/>
          </p:cNvCxnSpPr>
          <p:nvPr/>
        </p:nvCxnSpPr>
        <p:spPr>
          <a:xfrm flipV="1">
            <a:off x="4391685" y="1828588"/>
            <a:ext cx="148913" cy="8003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>
            <a:extLst>
              <a:ext uri="{FF2B5EF4-FFF2-40B4-BE49-F238E27FC236}">
                <a16:creationId xmlns:a16="http://schemas.microsoft.com/office/drawing/2014/main" id="{4B49AFC2-96B7-1111-668B-E645E5AC249E}"/>
              </a:ext>
            </a:extLst>
          </p:cNvPr>
          <p:cNvCxnSpPr>
            <a:stCxn id="33" idx="3"/>
            <a:endCxn id="97" idx="1"/>
          </p:cNvCxnSpPr>
          <p:nvPr/>
        </p:nvCxnSpPr>
        <p:spPr>
          <a:xfrm rot="5400000" flipH="1" flipV="1">
            <a:off x="1964773" y="-3070158"/>
            <a:ext cx="937548" cy="60638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1688032B-DC2E-C509-43F3-E89ABC4457CB}"/>
              </a:ext>
            </a:extLst>
          </p:cNvPr>
          <p:cNvCxnSpPr>
            <a:stCxn id="96" idx="3"/>
            <a:endCxn id="97" idx="2"/>
          </p:cNvCxnSpPr>
          <p:nvPr/>
        </p:nvCxnSpPr>
        <p:spPr>
          <a:xfrm flipH="1" flipV="1">
            <a:off x="5590585" y="-388721"/>
            <a:ext cx="3711" cy="819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Elbow Connector 237">
            <a:extLst>
              <a:ext uri="{FF2B5EF4-FFF2-40B4-BE49-F238E27FC236}">
                <a16:creationId xmlns:a16="http://schemas.microsoft.com/office/drawing/2014/main" id="{DA50BFF6-3969-6859-F84D-954E2CFF00F0}"/>
              </a:ext>
            </a:extLst>
          </p:cNvPr>
          <p:cNvCxnSpPr>
            <a:stCxn id="97" idx="3"/>
            <a:endCxn id="102" idx="3"/>
          </p:cNvCxnSpPr>
          <p:nvPr/>
        </p:nvCxnSpPr>
        <p:spPr>
          <a:xfrm>
            <a:off x="5715682" y="-506993"/>
            <a:ext cx="161507" cy="9375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Elbow Connector 247">
            <a:extLst>
              <a:ext uri="{FF2B5EF4-FFF2-40B4-BE49-F238E27FC236}">
                <a16:creationId xmlns:a16="http://schemas.microsoft.com/office/drawing/2014/main" id="{8C443F82-19A5-F65E-6439-C3E90F87FA5D}"/>
              </a:ext>
            </a:extLst>
          </p:cNvPr>
          <p:cNvCxnSpPr>
            <a:cxnSpLocks/>
            <a:stCxn id="89" idx="3"/>
            <a:endCxn id="112" idx="1"/>
          </p:cNvCxnSpPr>
          <p:nvPr/>
        </p:nvCxnSpPr>
        <p:spPr>
          <a:xfrm rot="5400000" flipH="1" flipV="1">
            <a:off x="-2707944" y="3710295"/>
            <a:ext cx="461091" cy="308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Elbow Connector 249">
            <a:extLst>
              <a:ext uri="{FF2B5EF4-FFF2-40B4-BE49-F238E27FC236}">
                <a16:creationId xmlns:a16="http://schemas.microsoft.com/office/drawing/2014/main" id="{94C5FC99-47EC-598A-A665-FF74291E6FF8}"/>
              </a:ext>
            </a:extLst>
          </p:cNvPr>
          <p:cNvCxnSpPr>
            <a:cxnSpLocks/>
            <a:stCxn id="112" idx="3"/>
            <a:endCxn id="98" idx="3"/>
          </p:cNvCxnSpPr>
          <p:nvPr/>
        </p:nvCxnSpPr>
        <p:spPr>
          <a:xfrm>
            <a:off x="-2073160" y="3633794"/>
            <a:ext cx="308700" cy="4549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FA03155A-2308-667E-F415-19FEA8349965}"/>
              </a:ext>
            </a:extLst>
          </p:cNvPr>
          <p:cNvSpPr/>
          <p:nvPr/>
        </p:nvSpPr>
        <p:spPr>
          <a:xfrm>
            <a:off x="7156090" y="8094176"/>
            <a:ext cx="150971" cy="1427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09AFB65-0B34-93C7-2FFD-534F1FD2DB59}"/>
              </a:ext>
            </a:extLst>
          </p:cNvPr>
          <p:cNvSpPr txBox="1"/>
          <p:nvPr/>
        </p:nvSpPr>
        <p:spPr>
          <a:xfrm>
            <a:off x="7413350" y="7971331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F3753-6E3C-6E64-E76E-8B3D6836C13B}"/>
              </a:ext>
            </a:extLst>
          </p:cNvPr>
          <p:cNvSpPr/>
          <p:nvPr/>
        </p:nvSpPr>
        <p:spPr>
          <a:xfrm>
            <a:off x="8831026" y="-16453"/>
            <a:ext cx="2984782" cy="1961700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E1E7AC36-7290-D67B-3178-F62BE317CAE3}"/>
              </a:ext>
            </a:extLst>
          </p:cNvPr>
          <p:cNvSpPr/>
          <p:nvPr/>
        </p:nvSpPr>
        <p:spPr>
          <a:xfrm>
            <a:off x="7536174" y="-230395"/>
            <a:ext cx="115939" cy="2710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370313-5974-24F4-9AEA-E90900D8EBD1}"/>
              </a:ext>
            </a:extLst>
          </p:cNvPr>
          <p:cNvSpPr/>
          <p:nvPr/>
        </p:nvSpPr>
        <p:spPr>
          <a:xfrm>
            <a:off x="7338849" y="6703984"/>
            <a:ext cx="48122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9409405-814F-5883-660D-00EC6BBDF9D4}"/>
                  </a:ext>
                </a:extLst>
              </p:cNvPr>
              <p:cNvSpPr txBox="1"/>
              <p:nvPr/>
            </p:nvSpPr>
            <p:spPr>
              <a:xfrm rot="16200000">
                <a:off x="-3330460" y="466309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9409405-814F-5883-660D-00EC6BBD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330460" y="4663096"/>
                <a:ext cx="1398032" cy="2616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ight Arrow 89">
            <a:extLst>
              <a:ext uri="{FF2B5EF4-FFF2-40B4-BE49-F238E27FC236}">
                <a16:creationId xmlns:a16="http://schemas.microsoft.com/office/drawing/2014/main" id="{17DAD53F-9D06-9E77-B75B-52758B1DFFFA}"/>
              </a:ext>
            </a:extLst>
          </p:cNvPr>
          <p:cNvSpPr/>
          <p:nvPr/>
        </p:nvSpPr>
        <p:spPr>
          <a:xfrm>
            <a:off x="-2424135" y="4619413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A80EB7E-E8ED-A320-F92B-D99A0BDDFA3C}"/>
                  </a:ext>
                </a:extLst>
              </p:cNvPr>
              <p:cNvSpPr txBox="1"/>
              <p:nvPr/>
            </p:nvSpPr>
            <p:spPr>
              <a:xfrm rot="16200000">
                <a:off x="-2739151" y="465694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15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A80EB7E-E8ED-A320-F92B-D99A0BDDF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739151" y="4656940"/>
                <a:ext cx="1398032" cy="2616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D57F8A2-A162-96B6-B8C9-9E5651B91D86}"/>
                  </a:ext>
                </a:extLst>
              </p:cNvPr>
              <p:cNvSpPr txBox="1"/>
              <p:nvPr/>
            </p:nvSpPr>
            <p:spPr>
              <a:xfrm>
                <a:off x="7242322" y="7486367"/>
                <a:ext cx="16610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2D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D57F8A2-A162-96B6-B8C9-9E5651B91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322" y="7486367"/>
                <a:ext cx="1661039" cy="461665"/>
              </a:xfrm>
              <a:prstGeom prst="rect">
                <a:avLst/>
              </a:prstGeom>
              <a:blipFill>
                <a:blip r:embed="rId29"/>
                <a:stretch>
                  <a:fillRect r="-6061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3B23879-51D2-8F45-FD5A-64B85CD58745}"/>
                  </a:ext>
                </a:extLst>
              </p:cNvPr>
              <p:cNvSpPr txBox="1"/>
              <p:nvPr/>
            </p:nvSpPr>
            <p:spPr>
              <a:xfrm rot="16200000">
                <a:off x="-2463476" y="4656940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3B23879-51D2-8F45-FD5A-64B85CD58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463476" y="4656940"/>
                <a:ext cx="1398032" cy="2616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ight Arrow 98">
            <a:extLst>
              <a:ext uri="{FF2B5EF4-FFF2-40B4-BE49-F238E27FC236}">
                <a16:creationId xmlns:a16="http://schemas.microsoft.com/office/drawing/2014/main" id="{EE642B5D-0E43-1754-6009-A07499463D75}"/>
              </a:ext>
            </a:extLst>
          </p:cNvPr>
          <p:cNvSpPr/>
          <p:nvPr/>
        </p:nvSpPr>
        <p:spPr>
          <a:xfrm>
            <a:off x="7166922" y="7197532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ight Arrow 99">
            <a:extLst>
              <a:ext uri="{FF2B5EF4-FFF2-40B4-BE49-F238E27FC236}">
                <a16:creationId xmlns:a16="http://schemas.microsoft.com/office/drawing/2014/main" id="{26957B17-187F-949A-EF3A-12870083D664}"/>
              </a:ext>
            </a:extLst>
          </p:cNvPr>
          <p:cNvSpPr/>
          <p:nvPr/>
        </p:nvSpPr>
        <p:spPr>
          <a:xfrm>
            <a:off x="-1317245" y="4685523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Arrow 100">
            <a:extLst>
              <a:ext uri="{FF2B5EF4-FFF2-40B4-BE49-F238E27FC236}">
                <a16:creationId xmlns:a16="http://schemas.microsoft.com/office/drawing/2014/main" id="{07A40881-4BD3-1AC2-CF3B-344555A0CE5E}"/>
              </a:ext>
            </a:extLst>
          </p:cNvPr>
          <p:cNvSpPr/>
          <p:nvPr/>
        </p:nvSpPr>
        <p:spPr>
          <a:xfrm>
            <a:off x="7159567" y="6677946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0F5D8EA-3859-8170-2B13-39F250AD903E}"/>
                  </a:ext>
                </a:extLst>
              </p:cNvPr>
              <p:cNvSpPr txBox="1"/>
              <p:nvPr/>
            </p:nvSpPr>
            <p:spPr>
              <a:xfrm rot="16200000">
                <a:off x="-1684799" y="4664454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0F5D8EA-3859-8170-2B13-39F250AD9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684799" y="4664454"/>
                <a:ext cx="1398032" cy="2616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15DDEAC-FE35-B5F5-20FB-2CB8FAA486C5}"/>
                  </a:ext>
                </a:extLst>
              </p:cNvPr>
              <p:cNvSpPr txBox="1"/>
              <p:nvPr/>
            </p:nvSpPr>
            <p:spPr>
              <a:xfrm>
                <a:off x="9959239" y="6670621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15DDEAC-FE35-B5F5-20FB-2CB8FAA48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239" y="6670621"/>
                <a:ext cx="1139051" cy="261610"/>
              </a:xfrm>
              <a:prstGeom prst="rect">
                <a:avLst/>
              </a:prstGeom>
              <a:blipFill>
                <a:blip r:embed="rId32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04">
            <a:extLst>
              <a:ext uri="{FF2B5EF4-FFF2-40B4-BE49-F238E27FC236}">
                <a16:creationId xmlns:a16="http://schemas.microsoft.com/office/drawing/2014/main" id="{C8EC3A72-20D6-3BB7-8015-7473E6148CC1}"/>
              </a:ext>
            </a:extLst>
          </p:cNvPr>
          <p:cNvSpPr txBox="1"/>
          <p:nvPr/>
        </p:nvSpPr>
        <p:spPr>
          <a:xfrm>
            <a:off x="10037283" y="7101228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C71A7BD-2F1D-02E4-834F-24E0D8E1A72D}"/>
              </a:ext>
            </a:extLst>
          </p:cNvPr>
          <p:cNvSpPr txBox="1"/>
          <p:nvPr/>
        </p:nvSpPr>
        <p:spPr>
          <a:xfrm>
            <a:off x="10288153" y="7505592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78D191-8476-F184-8480-96F7CE2B01B9}"/>
              </a:ext>
            </a:extLst>
          </p:cNvPr>
          <p:cNvSpPr txBox="1"/>
          <p:nvPr/>
        </p:nvSpPr>
        <p:spPr>
          <a:xfrm>
            <a:off x="10115327" y="8295285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4B06E61-A0DE-888F-E43E-DB61BE1EA46F}"/>
              </a:ext>
            </a:extLst>
          </p:cNvPr>
          <p:cNvSpPr txBox="1"/>
          <p:nvPr/>
        </p:nvSpPr>
        <p:spPr>
          <a:xfrm>
            <a:off x="10294467" y="8819962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0D5B132A-6951-FA12-D4FD-7B6FBB5E9613}"/>
                  </a:ext>
                </a:extLst>
              </p:cNvPr>
              <p:cNvSpPr txBox="1"/>
              <p:nvPr/>
            </p:nvSpPr>
            <p:spPr>
              <a:xfrm>
                <a:off x="9959238" y="7915618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0D5B132A-6951-FA12-D4FD-7B6FBB5E9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238" y="7915618"/>
                <a:ext cx="1139051" cy="261610"/>
              </a:xfrm>
              <a:prstGeom prst="rect">
                <a:avLst/>
              </a:prstGeom>
              <a:blipFill>
                <a:blip r:embed="rId33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D6B8401-B010-2964-D110-EF0CED87C13A}"/>
                  </a:ext>
                </a:extLst>
              </p:cNvPr>
              <p:cNvSpPr txBox="1"/>
              <p:nvPr/>
            </p:nvSpPr>
            <p:spPr>
              <a:xfrm>
                <a:off x="9963176" y="9185363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D6B8401-B010-2964-D110-EF0CED87C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176" y="9185363"/>
                <a:ext cx="1139051" cy="261610"/>
              </a:xfrm>
              <a:prstGeom prst="rect">
                <a:avLst/>
              </a:prstGeom>
              <a:blipFill>
                <a:blip r:embed="rId34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4A56B8DB-155F-F09C-819B-ADA5191C6BF9}"/>
              </a:ext>
            </a:extLst>
          </p:cNvPr>
          <p:cNvSpPr txBox="1"/>
          <p:nvPr/>
        </p:nvSpPr>
        <p:spPr>
          <a:xfrm>
            <a:off x="10052944" y="9535846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D0E3CA5-EF66-DFF7-B39C-416D1B336C6C}"/>
              </a:ext>
            </a:extLst>
          </p:cNvPr>
          <p:cNvSpPr txBox="1"/>
          <p:nvPr/>
        </p:nvSpPr>
        <p:spPr>
          <a:xfrm>
            <a:off x="10366197" y="9866377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62ACA319-696E-DA19-D2C9-56D08DE3CB60}"/>
              </a:ext>
            </a:extLst>
          </p:cNvPr>
          <p:cNvSpPr/>
          <p:nvPr/>
        </p:nvSpPr>
        <p:spPr>
          <a:xfrm>
            <a:off x="-776818" y="4707618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5526F18-67F1-6AAA-0FD2-9393F03E84C7}"/>
                  </a:ext>
                </a:extLst>
              </p:cNvPr>
              <p:cNvSpPr txBox="1"/>
              <p:nvPr/>
            </p:nvSpPr>
            <p:spPr>
              <a:xfrm>
                <a:off x="4745957" y="8888086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5526F18-67F1-6AAA-0FD2-9393F03E8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957" y="8888086"/>
                <a:ext cx="1139051" cy="261610"/>
              </a:xfrm>
              <a:prstGeom prst="rect">
                <a:avLst/>
              </a:prstGeom>
              <a:blipFill>
                <a:blip r:embed="rId35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ight Arrow 132">
            <a:extLst>
              <a:ext uri="{FF2B5EF4-FFF2-40B4-BE49-F238E27FC236}">
                <a16:creationId xmlns:a16="http://schemas.microsoft.com/office/drawing/2014/main" id="{30CF2A6C-1414-3EBA-F160-8E6E33C42752}"/>
              </a:ext>
            </a:extLst>
          </p:cNvPr>
          <p:cNvSpPr/>
          <p:nvPr/>
        </p:nvSpPr>
        <p:spPr>
          <a:xfrm>
            <a:off x="6039690" y="8844542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ight Arrow 133">
            <a:extLst>
              <a:ext uri="{FF2B5EF4-FFF2-40B4-BE49-F238E27FC236}">
                <a16:creationId xmlns:a16="http://schemas.microsoft.com/office/drawing/2014/main" id="{BD521762-1994-8BB3-005C-2A7E800F74EC}"/>
              </a:ext>
            </a:extLst>
          </p:cNvPr>
          <p:cNvSpPr/>
          <p:nvPr/>
        </p:nvSpPr>
        <p:spPr>
          <a:xfrm>
            <a:off x="6292509" y="8825174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ight Arrow 134">
            <a:extLst>
              <a:ext uri="{FF2B5EF4-FFF2-40B4-BE49-F238E27FC236}">
                <a16:creationId xmlns:a16="http://schemas.microsoft.com/office/drawing/2014/main" id="{C8C3EE64-EC68-84E6-4648-C4F1406849CD}"/>
              </a:ext>
            </a:extLst>
          </p:cNvPr>
          <p:cNvSpPr/>
          <p:nvPr/>
        </p:nvSpPr>
        <p:spPr>
          <a:xfrm>
            <a:off x="6602813" y="8909228"/>
            <a:ext cx="107175" cy="250541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ight Arrow 135">
            <a:extLst>
              <a:ext uri="{FF2B5EF4-FFF2-40B4-BE49-F238E27FC236}">
                <a16:creationId xmlns:a16="http://schemas.microsoft.com/office/drawing/2014/main" id="{90017558-B808-16FF-9752-5234B76221BF}"/>
              </a:ext>
            </a:extLst>
          </p:cNvPr>
          <p:cNvSpPr/>
          <p:nvPr/>
        </p:nvSpPr>
        <p:spPr>
          <a:xfrm>
            <a:off x="6800986" y="8899116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ight Arrow 136">
            <a:extLst>
              <a:ext uri="{FF2B5EF4-FFF2-40B4-BE49-F238E27FC236}">
                <a16:creationId xmlns:a16="http://schemas.microsoft.com/office/drawing/2014/main" id="{8A196979-8B7F-AB69-55CD-FE49C0F17008}"/>
              </a:ext>
            </a:extLst>
          </p:cNvPr>
          <p:cNvSpPr/>
          <p:nvPr/>
        </p:nvSpPr>
        <p:spPr>
          <a:xfrm>
            <a:off x="7053805" y="8879748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533033E-5354-2E46-D287-91D928C64FFE}"/>
                  </a:ext>
                </a:extLst>
              </p:cNvPr>
              <p:cNvSpPr txBox="1"/>
              <p:nvPr/>
            </p:nvSpPr>
            <p:spPr>
              <a:xfrm>
                <a:off x="7302028" y="8920606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533033E-5354-2E46-D287-91D928C64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028" y="8920606"/>
                <a:ext cx="1139051" cy="261610"/>
              </a:xfrm>
              <a:prstGeom prst="rect">
                <a:avLst/>
              </a:prstGeom>
              <a:blipFill>
                <a:blip r:embed="rId36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Right Arrow 138">
            <a:extLst>
              <a:ext uri="{FF2B5EF4-FFF2-40B4-BE49-F238E27FC236}">
                <a16:creationId xmlns:a16="http://schemas.microsoft.com/office/drawing/2014/main" id="{BC189ACF-5EA5-16C0-F7D2-AB8F7185A503}"/>
              </a:ext>
            </a:extLst>
          </p:cNvPr>
          <p:cNvSpPr/>
          <p:nvPr/>
        </p:nvSpPr>
        <p:spPr>
          <a:xfrm>
            <a:off x="8595761" y="8877062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ight Arrow 139">
            <a:extLst>
              <a:ext uri="{FF2B5EF4-FFF2-40B4-BE49-F238E27FC236}">
                <a16:creationId xmlns:a16="http://schemas.microsoft.com/office/drawing/2014/main" id="{55484C82-305F-88B6-A679-9F71F4F17248}"/>
              </a:ext>
            </a:extLst>
          </p:cNvPr>
          <p:cNvSpPr/>
          <p:nvPr/>
        </p:nvSpPr>
        <p:spPr>
          <a:xfrm>
            <a:off x="8848580" y="8857694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AB31DB-5535-C3ED-943D-A4BFBBD46130}"/>
              </a:ext>
            </a:extLst>
          </p:cNvPr>
          <p:cNvSpPr/>
          <p:nvPr/>
        </p:nvSpPr>
        <p:spPr>
          <a:xfrm>
            <a:off x="9667615" y="6450731"/>
            <a:ext cx="1710910" cy="39120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F1E2B05-A235-EBCE-9181-BB64D2174C7E}"/>
              </a:ext>
            </a:extLst>
          </p:cNvPr>
          <p:cNvSpPr/>
          <p:nvPr/>
        </p:nvSpPr>
        <p:spPr>
          <a:xfrm>
            <a:off x="-410964" y="4707618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3A672658-860C-22A4-DF66-50D0B1ED1C25}"/>
                  </a:ext>
                </a:extLst>
              </p:cNvPr>
              <p:cNvSpPr txBox="1"/>
              <p:nvPr/>
            </p:nvSpPr>
            <p:spPr>
              <a:xfrm rot="16200000">
                <a:off x="-693732" y="473656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3A672658-860C-22A4-DF66-50D0B1ED1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93732" y="4736562"/>
                <a:ext cx="1398032" cy="2616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8E12C1AB-2C1F-E6D7-FB8F-2E4C82636342}"/>
              </a:ext>
            </a:extLst>
          </p:cNvPr>
          <p:cNvSpPr/>
          <p:nvPr/>
        </p:nvSpPr>
        <p:spPr>
          <a:xfrm>
            <a:off x="246298" y="4723049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9F8298D0-A448-B23D-50AC-72481ACAC8AD}"/>
                  </a:ext>
                </a:extLst>
              </p:cNvPr>
              <p:cNvSpPr txBox="1"/>
              <p:nvPr/>
            </p:nvSpPr>
            <p:spPr>
              <a:xfrm rot="16200000">
                <a:off x="-1264" y="473656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9F8298D0-A448-B23D-50AC-72481ACAC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264" y="4736562"/>
                <a:ext cx="1398032" cy="2616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Rectangle 145">
            <a:extLst>
              <a:ext uri="{FF2B5EF4-FFF2-40B4-BE49-F238E27FC236}">
                <a16:creationId xmlns:a16="http://schemas.microsoft.com/office/drawing/2014/main" id="{CEB97400-0184-46CF-C6CD-AE6EEFA06869}"/>
              </a:ext>
            </a:extLst>
          </p:cNvPr>
          <p:cNvSpPr/>
          <p:nvPr/>
        </p:nvSpPr>
        <p:spPr>
          <a:xfrm>
            <a:off x="937881" y="4730507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FAC153F-1074-B83F-9DEE-C7650171D35F}"/>
                  </a:ext>
                </a:extLst>
              </p:cNvPr>
              <p:cNvSpPr txBox="1"/>
              <p:nvPr/>
            </p:nvSpPr>
            <p:spPr>
              <a:xfrm rot="16200000">
                <a:off x="690319" y="474402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FAC153F-1074-B83F-9DEE-C7650171D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90319" y="4744020"/>
                <a:ext cx="1398032" cy="2616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Rectangle 147">
            <a:extLst>
              <a:ext uri="{FF2B5EF4-FFF2-40B4-BE49-F238E27FC236}">
                <a16:creationId xmlns:a16="http://schemas.microsoft.com/office/drawing/2014/main" id="{9B926101-E255-BBFD-23F5-94E396774295}"/>
              </a:ext>
            </a:extLst>
          </p:cNvPr>
          <p:cNvSpPr/>
          <p:nvPr/>
        </p:nvSpPr>
        <p:spPr>
          <a:xfrm>
            <a:off x="1618936" y="4723049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EE0BBAF-E5B3-9856-C05B-FD91E92379FC}"/>
                  </a:ext>
                </a:extLst>
              </p:cNvPr>
              <p:cNvSpPr txBox="1"/>
              <p:nvPr/>
            </p:nvSpPr>
            <p:spPr>
              <a:xfrm rot="16200000">
                <a:off x="1371374" y="473656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EE0BBAF-E5B3-9856-C05B-FD91E9237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371374" y="4736562"/>
                <a:ext cx="1398032" cy="2616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E61EB44A-6FB2-9AD5-F2C7-80A58F8C7CF4}"/>
              </a:ext>
            </a:extLst>
          </p:cNvPr>
          <p:cNvSpPr/>
          <p:nvPr/>
        </p:nvSpPr>
        <p:spPr>
          <a:xfrm>
            <a:off x="2374566" y="4735987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F85EDBB-031E-41F3-B2C0-E968CBE1A0C0}"/>
              </a:ext>
            </a:extLst>
          </p:cNvPr>
          <p:cNvSpPr/>
          <p:nvPr/>
        </p:nvSpPr>
        <p:spPr>
          <a:xfrm>
            <a:off x="2740420" y="4735987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E4D80EC-8071-519E-33E0-0FFEB8F6F643}"/>
                  </a:ext>
                </a:extLst>
              </p:cNvPr>
              <p:cNvSpPr txBox="1"/>
              <p:nvPr/>
            </p:nvSpPr>
            <p:spPr>
              <a:xfrm rot="16200000">
                <a:off x="2457652" y="476493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E4D80EC-8071-519E-33E0-0FFEB8F6F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457652" y="4764931"/>
                <a:ext cx="1398032" cy="2616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295A6924-7B82-38FE-F044-E06E6D07613D}"/>
              </a:ext>
            </a:extLst>
          </p:cNvPr>
          <p:cNvSpPr/>
          <p:nvPr/>
        </p:nvSpPr>
        <p:spPr>
          <a:xfrm>
            <a:off x="3362636" y="4745981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BA1E8C0-0836-E8A8-481C-DA6A2BBD013E}"/>
                  </a:ext>
                </a:extLst>
              </p:cNvPr>
              <p:cNvSpPr txBox="1"/>
              <p:nvPr/>
            </p:nvSpPr>
            <p:spPr>
              <a:xfrm rot="16200000">
                <a:off x="3079868" y="477492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BA1E8C0-0836-E8A8-481C-DA6A2BBD0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79868" y="4774925"/>
                <a:ext cx="1398032" cy="2616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Rectangle 154">
            <a:extLst>
              <a:ext uri="{FF2B5EF4-FFF2-40B4-BE49-F238E27FC236}">
                <a16:creationId xmlns:a16="http://schemas.microsoft.com/office/drawing/2014/main" id="{2312433D-1B43-D53C-F4FC-762DCE8BE7DD}"/>
              </a:ext>
            </a:extLst>
          </p:cNvPr>
          <p:cNvSpPr/>
          <p:nvPr/>
        </p:nvSpPr>
        <p:spPr>
          <a:xfrm>
            <a:off x="4029648" y="4769947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3D41300-5C61-40AC-E677-1BDC851CA35B}"/>
                  </a:ext>
                </a:extLst>
              </p:cNvPr>
              <p:cNvSpPr txBox="1"/>
              <p:nvPr/>
            </p:nvSpPr>
            <p:spPr>
              <a:xfrm rot="16200000">
                <a:off x="3746880" y="479889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3D41300-5C61-40AC-E677-1BDC851CA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46880" y="4798891"/>
                <a:ext cx="1398032" cy="2616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>
            <a:extLst>
              <a:ext uri="{FF2B5EF4-FFF2-40B4-BE49-F238E27FC236}">
                <a16:creationId xmlns:a16="http://schemas.microsoft.com/office/drawing/2014/main" id="{4007A87D-C29C-0AD4-ABEA-52A313824095}"/>
              </a:ext>
            </a:extLst>
          </p:cNvPr>
          <p:cNvSpPr/>
          <p:nvPr/>
        </p:nvSpPr>
        <p:spPr>
          <a:xfrm>
            <a:off x="4639059" y="6450731"/>
            <a:ext cx="213796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3A3A3B7-36F7-ECED-83BE-6B63DED2941D}"/>
              </a:ext>
            </a:extLst>
          </p:cNvPr>
          <p:cNvSpPr/>
          <p:nvPr/>
        </p:nvSpPr>
        <p:spPr>
          <a:xfrm>
            <a:off x="4674120" y="4785753"/>
            <a:ext cx="213796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0C18621-8D71-69C5-B1DC-4464BD4D9E43}"/>
                  </a:ext>
                </a:extLst>
              </p:cNvPr>
              <p:cNvSpPr txBox="1"/>
              <p:nvPr/>
            </p:nvSpPr>
            <p:spPr>
              <a:xfrm rot="16200000">
                <a:off x="4434513" y="481218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0C18621-8D71-69C5-B1DC-4464BD4D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434513" y="4812188"/>
                <a:ext cx="1398032" cy="2616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Rectangle 159">
            <a:extLst>
              <a:ext uri="{FF2B5EF4-FFF2-40B4-BE49-F238E27FC236}">
                <a16:creationId xmlns:a16="http://schemas.microsoft.com/office/drawing/2014/main" id="{5F471AF0-6F17-ECD7-82C7-A30C3C27931A}"/>
              </a:ext>
            </a:extLst>
          </p:cNvPr>
          <p:cNvSpPr/>
          <p:nvPr/>
        </p:nvSpPr>
        <p:spPr>
          <a:xfrm>
            <a:off x="5402135" y="4822789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CC438F9A-70F6-491C-38A9-12F29258B6E9}"/>
                  </a:ext>
                </a:extLst>
              </p:cNvPr>
              <p:cNvSpPr txBox="1"/>
              <p:nvPr/>
            </p:nvSpPr>
            <p:spPr>
              <a:xfrm rot="16200000">
                <a:off x="5119367" y="485173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CC438F9A-70F6-491C-38A9-12F29258B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119367" y="4851733"/>
                <a:ext cx="1398032" cy="2616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Rectangle 161">
            <a:extLst>
              <a:ext uri="{FF2B5EF4-FFF2-40B4-BE49-F238E27FC236}">
                <a16:creationId xmlns:a16="http://schemas.microsoft.com/office/drawing/2014/main" id="{B063C707-E602-585A-B844-B7C9A16A651A}"/>
              </a:ext>
            </a:extLst>
          </p:cNvPr>
          <p:cNvSpPr/>
          <p:nvPr/>
        </p:nvSpPr>
        <p:spPr>
          <a:xfrm>
            <a:off x="6007066" y="4887615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0842FB5-CBB6-1CDE-F5AD-7AD816A8D440}"/>
                  </a:ext>
                </a:extLst>
              </p:cNvPr>
              <p:cNvSpPr txBox="1"/>
              <p:nvPr/>
            </p:nvSpPr>
            <p:spPr>
              <a:xfrm rot="16200000">
                <a:off x="5724298" y="49165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0842FB5-CBB6-1CDE-F5AD-7AD816A8D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724298" y="4916559"/>
                <a:ext cx="1398032" cy="2616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Rectangle 163">
            <a:extLst>
              <a:ext uri="{FF2B5EF4-FFF2-40B4-BE49-F238E27FC236}">
                <a16:creationId xmlns:a16="http://schemas.microsoft.com/office/drawing/2014/main" id="{1CA2D062-41E4-0860-39D2-BBC9C63E40CF}"/>
              </a:ext>
            </a:extLst>
          </p:cNvPr>
          <p:cNvSpPr/>
          <p:nvPr/>
        </p:nvSpPr>
        <p:spPr>
          <a:xfrm>
            <a:off x="6688847" y="4859779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3C809D3-1CD1-255F-164E-A21810AF85C4}"/>
                  </a:ext>
                </a:extLst>
              </p:cNvPr>
              <p:cNvSpPr txBox="1"/>
              <p:nvPr/>
            </p:nvSpPr>
            <p:spPr>
              <a:xfrm rot="16200000">
                <a:off x="6406079" y="488872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3C809D3-1CD1-255F-164E-A21810AF8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406079" y="4888723"/>
                <a:ext cx="1398032" cy="2616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Rectangle 165">
            <a:extLst>
              <a:ext uri="{FF2B5EF4-FFF2-40B4-BE49-F238E27FC236}">
                <a16:creationId xmlns:a16="http://schemas.microsoft.com/office/drawing/2014/main" id="{7D534292-3642-C235-FA1D-0B220162F319}"/>
              </a:ext>
            </a:extLst>
          </p:cNvPr>
          <p:cNvSpPr/>
          <p:nvPr/>
        </p:nvSpPr>
        <p:spPr>
          <a:xfrm>
            <a:off x="7337530" y="4825297"/>
            <a:ext cx="213796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6B2B5BCA-A119-7D8D-E4F7-B09AAE8B3EF4}"/>
                  </a:ext>
                </a:extLst>
              </p:cNvPr>
              <p:cNvSpPr txBox="1"/>
              <p:nvPr/>
            </p:nvSpPr>
            <p:spPr>
              <a:xfrm rot="16200000">
                <a:off x="7097923" y="485173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6B2B5BCA-A119-7D8D-E4F7-B09AAE8B3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097923" y="4851732"/>
                <a:ext cx="1398032" cy="2616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Rectangle 167">
            <a:extLst>
              <a:ext uri="{FF2B5EF4-FFF2-40B4-BE49-F238E27FC236}">
                <a16:creationId xmlns:a16="http://schemas.microsoft.com/office/drawing/2014/main" id="{8B74475F-69FC-C8B4-6710-E67F6F763730}"/>
              </a:ext>
            </a:extLst>
          </p:cNvPr>
          <p:cNvSpPr/>
          <p:nvPr/>
        </p:nvSpPr>
        <p:spPr>
          <a:xfrm>
            <a:off x="8072536" y="4832369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A438A434-11E4-0BA6-9A9D-A84A1EBFF492}"/>
                  </a:ext>
                </a:extLst>
              </p:cNvPr>
              <p:cNvSpPr txBox="1"/>
              <p:nvPr/>
            </p:nvSpPr>
            <p:spPr>
              <a:xfrm rot="16200000">
                <a:off x="7789768" y="486131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A438A434-11E4-0BA6-9A9D-A84A1EBFF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789768" y="4861313"/>
                <a:ext cx="1398032" cy="2616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Rectangle 169">
            <a:extLst>
              <a:ext uri="{FF2B5EF4-FFF2-40B4-BE49-F238E27FC236}">
                <a16:creationId xmlns:a16="http://schemas.microsoft.com/office/drawing/2014/main" id="{1099166E-DAB2-EE04-472A-85DFF694C3CC}"/>
              </a:ext>
            </a:extLst>
          </p:cNvPr>
          <p:cNvSpPr/>
          <p:nvPr/>
        </p:nvSpPr>
        <p:spPr>
          <a:xfrm>
            <a:off x="5402135" y="7031803"/>
            <a:ext cx="213796" cy="2616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F6F9E6C-836B-2E81-2780-94DA573FFE45}"/>
              </a:ext>
            </a:extLst>
          </p:cNvPr>
          <p:cNvSpPr/>
          <p:nvPr/>
        </p:nvSpPr>
        <p:spPr>
          <a:xfrm>
            <a:off x="8741682" y="4793901"/>
            <a:ext cx="213796" cy="2616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CC1F962-89A3-683A-7E21-8CB1045AF3A2}"/>
                  </a:ext>
                </a:extLst>
              </p:cNvPr>
              <p:cNvSpPr txBox="1"/>
              <p:nvPr/>
            </p:nvSpPr>
            <p:spPr>
              <a:xfrm rot="16200000">
                <a:off x="8565066" y="483399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CC1F962-89A3-683A-7E21-8CB1045AF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565066" y="4833996"/>
                <a:ext cx="1398032" cy="2616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Rectangle 172">
            <a:extLst>
              <a:ext uri="{FF2B5EF4-FFF2-40B4-BE49-F238E27FC236}">
                <a16:creationId xmlns:a16="http://schemas.microsoft.com/office/drawing/2014/main" id="{3F28E1A0-2BF8-EDA7-A3DF-3DFE5525230D}"/>
              </a:ext>
            </a:extLst>
          </p:cNvPr>
          <p:cNvSpPr/>
          <p:nvPr/>
        </p:nvSpPr>
        <p:spPr>
          <a:xfrm>
            <a:off x="9469166" y="4770484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97F6950-D32D-AE82-D440-3F31AC716D32}"/>
                  </a:ext>
                </a:extLst>
              </p:cNvPr>
              <p:cNvSpPr txBox="1"/>
              <p:nvPr/>
            </p:nvSpPr>
            <p:spPr>
              <a:xfrm rot="16200000">
                <a:off x="9222429" y="484591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97F6950-D32D-AE82-D440-3F31AC716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222429" y="4845913"/>
                <a:ext cx="1398032" cy="2616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Rectangle 174">
            <a:extLst>
              <a:ext uri="{FF2B5EF4-FFF2-40B4-BE49-F238E27FC236}">
                <a16:creationId xmlns:a16="http://schemas.microsoft.com/office/drawing/2014/main" id="{50B2DF36-B451-0A1C-9F50-E8711D0A7137}"/>
              </a:ext>
            </a:extLst>
          </p:cNvPr>
          <p:cNvSpPr/>
          <p:nvPr/>
        </p:nvSpPr>
        <p:spPr>
          <a:xfrm>
            <a:off x="10129191" y="4813522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9551AB7-8019-BB90-C6B9-45F23D27A3D5}"/>
                  </a:ext>
                </a:extLst>
              </p:cNvPr>
              <p:cNvSpPr txBox="1"/>
              <p:nvPr/>
            </p:nvSpPr>
            <p:spPr>
              <a:xfrm rot="16200000">
                <a:off x="9882454" y="488895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9551AB7-8019-BB90-C6B9-45F23D27A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882454" y="4888951"/>
                <a:ext cx="1398032" cy="2616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Rectangle 176">
            <a:extLst>
              <a:ext uri="{FF2B5EF4-FFF2-40B4-BE49-F238E27FC236}">
                <a16:creationId xmlns:a16="http://schemas.microsoft.com/office/drawing/2014/main" id="{00F2C450-A192-6D64-3D15-CA5974F6C911}"/>
              </a:ext>
            </a:extLst>
          </p:cNvPr>
          <p:cNvSpPr/>
          <p:nvPr/>
        </p:nvSpPr>
        <p:spPr>
          <a:xfrm>
            <a:off x="10834663" y="4819493"/>
            <a:ext cx="213796" cy="2616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BB295640-BA32-586D-EE32-FF87B83DC954}"/>
                  </a:ext>
                </a:extLst>
              </p:cNvPr>
              <p:cNvSpPr txBox="1"/>
              <p:nvPr/>
            </p:nvSpPr>
            <p:spPr>
              <a:xfrm rot="16200000">
                <a:off x="10658047" y="490129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BB295640-BA32-586D-EE32-FF87B83DC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658047" y="4901290"/>
                <a:ext cx="1398032" cy="26161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Rectangle 178">
            <a:extLst>
              <a:ext uri="{FF2B5EF4-FFF2-40B4-BE49-F238E27FC236}">
                <a16:creationId xmlns:a16="http://schemas.microsoft.com/office/drawing/2014/main" id="{79C75B99-073D-543E-D871-7E49535BB144}"/>
              </a:ext>
            </a:extLst>
          </p:cNvPr>
          <p:cNvSpPr/>
          <p:nvPr/>
        </p:nvSpPr>
        <p:spPr>
          <a:xfrm>
            <a:off x="11602012" y="4790667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8F9E0875-DB7E-C992-171A-E6F16EF0A278}"/>
                  </a:ext>
                </a:extLst>
              </p:cNvPr>
              <p:cNvSpPr txBox="1"/>
              <p:nvPr/>
            </p:nvSpPr>
            <p:spPr>
              <a:xfrm rot="16200000">
                <a:off x="11427133" y="486679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8F9E0875-DB7E-C992-171A-E6F16EF0A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427133" y="4866793"/>
                <a:ext cx="1398032" cy="2616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601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5F1D38-6949-2BCA-A1E7-E9964D8F300E}"/>
              </a:ext>
            </a:extLst>
          </p:cNvPr>
          <p:cNvSpPr/>
          <p:nvPr/>
        </p:nvSpPr>
        <p:spPr>
          <a:xfrm>
            <a:off x="1932254" y="1476927"/>
            <a:ext cx="921471" cy="279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167BE-8EBD-14A1-4869-631EC726CB7B}"/>
              </a:ext>
            </a:extLst>
          </p:cNvPr>
          <p:cNvSpPr txBox="1"/>
          <p:nvPr/>
        </p:nvSpPr>
        <p:spPr>
          <a:xfrm>
            <a:off x="2384953" y="759288"/>
            <a:ext cx="64793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C0481B-FDD9-B169-7288-3F10FDD95673}"/>
              </a:ext>
            </a:extLst>
          </p:cNvPr>
          <p:cNvSpPr txBox="1"/>
          <p:nvPr/>
        </p:nvSpPr>
        <p:spPr>
          <a:xfrm>
            <a:off x="509703" y="1477672"/>
            <a:ext cx="92147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CC5529-1EB4-90E5-5723-0A93F5D93665}"/>
              </a:ext>
            </a:extLst>
          </p:cNvPr>
          <p:cNvSpPr txBox="1"/>
          <p:nvPr/>
        </p:nvSpPr>
        <p:spPr>
          <a:xfrm>
            <a:off x="4054656" y="1489196"/>
            <a:ext cx="92147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36AA8E-37AF-7D17-F6E1-78A4A9C04F9A}"/>
              </a:ext>
            </a:extLst>
          </p:cNvPr>
          <p:cNvSpPr txBox="1"/>
          <p:nvPr/>
        </p:nvSpPr>
        <p:spPr>
          <a:xfrm>
            <a:off x="1847799" y="1460461"/>
            <a:ext cx="110512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2ADA5E-BF84-2494-2028-1436A45D8F7A}"/>
              </a:ext>
            </a:extLst>
          </p:cNvPr>
          <p:cNvSpPr txBox="1"/>
          <p:nvPr/>
        </p:nvSpPr>
        <p:spPr>
          <a:xfrm>
            <a:off x="7366417" y="1373780"/>
            <a:ext cx="692818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</a:p>
        </p:txBody>
      </p:sp>
      <p:cxnSp>
        <p:nvCxnSpPr>
          <p:cNvPr id="13" name="Connector: Elbow 107">
            <a:extLst>
              <a:ext uri="{FF2B5EF4-FFF2-40B4-BE49-F238E27FC236}">
                <a16:creationId xmlns:a16="http://schemas.microsoft.com/office/drawing/2014/main" id="{22EFD022-DE91-40E0-F0AD-E33FCED7DE94}"/>
              </a:ext>
            </a:extLst>
          </p:cNvPr>
          <p:cNvCxnSpPr>
            <a:cxnSpLocks/>
            <a:stCxn id="9" idx="2"/>
            <a:endCxn id="70" idx="0"/>
          </p:cNvCxnSpPr>
          <p:nvPr/>
        </p:nvCxnSpPr>
        <p:spPr>
          <a:xfrm rot="16200000" flipH="1">
            <a:off x="3934708" y="2346878"/>
            <a:ext cx="116136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1FF16A-0723-FA4C-748F-4766A666646A}"/>
              </a:ext>
            </a:extLst>
          </p:cNvPr>
          <p:cNvCxnSpPr>
            <a:cxnSpLocks/>
            <a:stCxn id="30" idx="3"/>
            <a:endCxn id="56" idx="1"/>
          </p:cNvCxnSpPr>
          <p:nvPr/>
        </p:nvCxnSpPr>
        <p:spPr>
          <a:xfrm flipV="1">
            <a:off x="2185830" y="3070376"/>
            <a:ext cx="513962" cy="3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D23E2C6C-1EF3-3956-3EB1-404E3558B901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18988" y="387739"/>
            <a:ext cx="441385" cy="17384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C880F414-3FE2-A941-D84F-DB12D8DD3B58}"/>
              </a:ext>
            </a:extLst>
          </p:cNvPr>
          <p:cNvCxnSpPr>
            <a:cxnSpLocks/>
            <a:stCxn id="8" idx="2"/>
            <a:endCxn id="30" idx="0"/>
          </p:cNvCxnSpPr>
          <p:nvPr/>
        </p:nvCxnSpPr>
        <p:spPr>
          <a:xfrm rot="16200000" flipH="1">
            <a:off x="758135" y="1966975"/>
            <a:ext cx="1179264" cy="7546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A356BC89-532C-B9CE-DA95-0424CB181F55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16200000" flipH="1">
            <a:off x="3385702" y="359505"/>
            <a:ext cx="452909" cy="18064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3B100F0-3AA1-238D-4BD4-F2310F605F50}"/>
              </a:ext>
            </a:extLst>
          </p:cNvPr>
          <p:cNvSpPr/>
          <p:nvPr/>
        </p:nvSpPr>
        <p:spPr>
          <a:xfrm>
            <a:off x="5907999" y="2708920"/>
            <a:ext cx="2216280" cy="31843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D19600-121D-F7B6-51BF-EA04375E14E9}"/>
              </a:ext>
            </a:extLst>
          </p:cNvPr>
          <p:cNvSpPr txBox="1"/>
          <p:nvPr/>
        </p:nvSpPr>
        <p:spPr>
          <a:xfrm>
            <a:off x="6089223" y="3049071"/>
            <a:ext cx="1920283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AttuNet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4643FF-1415-EB0B-3A3C-E2A17D6A66E1}"/>
              </a:ext>
            </a:extLst>
          </p:cNvPr>
          <p:cNvSpPr txBox="1"/>
          <p:nvPr/>
        </p:nvSpPr>
        <p:spPr>
          <a:xfrm>
            <a:off x="6091709" y="4027138"/>
            <a:ext cx="1920283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7B6C6C-28C4-A89B-D8BB-AD81C95EE8AF}"/>
              </a:ext>
            </a:extLst>
          </p:cNvPr>
          <p:cNvSpPr txBox="1"/>
          <p:nvPr/>
        </p:nvSpPr>
        <p:spPr>
          <a:xfrm>
            <a:off x="6091709" y="4509220"/>
            <a:ext cx="1920283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DeepLab-resnet50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003D4C-3B16-B466-4CA1-6B351404554A}"/>
              </a:ext>
            </a:extLst>
          </p:cNvPr>
          <p:cNvSpPr txBox="1"/>
          <p:nvPr/>
        </p:nvSpPr>
        <p:spPr>
          <a:xfrm>
            <a:off x="6089223" y="4991302"/>
            <a:ext cx="192277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FCN-resnet50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095953-ECFF-87CC-DA32-E938E1247C03}"/>
              </a:ext>
            </a:extLst>
          </p:cNvPr>
          <p:cNvSpPr txBox="1"/>
          <p:nvPr/>
        </p:nvSpPr>
        <p:spPr>
          <a:xfrm>
            <a:off x="6089223" y="5473384"/>
            <a:ext cx="192277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Lraspp_mobilenet_v3_large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9156B6-3D70-19AF-8C57-D7ACFF481010}"/>
              </a:ext>
            </a:extLst>
          </p:cNvPr>
          <p:cNvSpPr txBox="1"/>
          <p:nvPr/>
        </p:nvSpPr>
        <p:spPr>
          <a:xfrm>
            <a:off x="6089223" y="3560892"/>
            <a:ext cx="1920283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AttuNet-min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C0102A-8501-1A34-3981-E603C3E69EE5}"/>
              </a:ext>
            </a:extLst>
          </p:cNvPr>
          <p:cNvSpPr txBox="1"/>
          <p:nvPr/>
        </p:nvSpPr>
        <p:spPr>
          <a:xfrm>
            <a:off x="6379829" y="2708919"/>
            <a:ext cx="1492716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7A6F78-DE7C-451A-2207-89D521363EA1}"/>
              </a:ext>
            </a:extLst>
          </p:cNvPr>
          <p:cNvSpPr/>
          <p:nvPr/>
        </p:nvSpPr>
        <p:spPr>
          <a:xfrm>
            <a:off x="1264359" y="2933935"/>
            <a:ext cx="921471" cy="2790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7F555B-1370-7F75-BAF1-D8AD90A53CA3}"/>
              </a:ext>
            </a:extLst>
          </p:cNvPr>
          <p:cNvSpPr txBox="1"/>
          <p:nvPr/>
        </p:nvSpPr>
        <p:spPr>
          <a:xfrm>
            <a:off x="1291330" y="2932897"/>
            <a:ext cx="86753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25B23BA3-583C-FE5B-8B9A-4B6B55A589EB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431174" y="1616172"/>
            <a:ext cx="501080" cy="27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8BD7DDE4-8853-941D-17D8-3E235A2EFDC5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 rot="5400000">
            <a:off x="1470059" y="2011004"/>
            <a:ext cx="1177968" cy="66789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735333E-3437-3769-0671-5E9293EF7F4F}"/>
              </a:ext>
            </a:extLst>
          </p:cNvPr>
          <p:cNvGrpSpPr/>
          <p:nvPr/>
        </p:nvGrpSpPr>
        <p:grpSpPr>
          <a:xfrm>
            <a:off x="1575056" y="2159637"/>
            <a:ext cx="300082" cy="369332"/>
            <a:chOff x="272402" y="2552381"/>
            <a:chExt cx="300082" cy="36933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94B7633-075A-77E9-7C2F-4118B26FCC93}"/>
                </a:ext>
              </a:extLst>
            </p:cNvPr>
            <p:cNvSpPr/>
            <p:nvPr/>
          </p:nvSpPr>
          <p:spPr>
            <a:xfrm>
              <a:off x="298102" y="2627090"/>
              <a:ext cx="240145" cy="24014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F39799-7E47-4F03-892B-03411F835AB0}"/>
                </a:ext>
              </a:extLst>
            </p:cNvPr>
            <p:cNvSpPr txBox="1"/>
            <p:nvPr/>
          </p:nvSpPr>
          <p:spPr>
            <a:xfrm>
              <a:off x="272402" y="255238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252F53AF-41DC-EED1-C834-A14FDAA15BEF}"/>
              </a:ext>
            </a:extLst>
          </p:cNvPr>
          <p:cNvSpPr/>
          <p:nvPr/>
        </p:nvSpPr>
        <p:spPr>
          <a:xfrm>
            <a:off x="2699792" y="2930855"/>
            <a:ext cx="921471" cy="2790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622D2B-5102-9746-9662-BEC684F3E829}"/>
              </a:ext>
            </a:extLst>
          </p:cNvPr>
          <p:cNvSpPr txBox="1"/>
          <p:nvPr/>
        </p:nvSpPr>
        <p:spPr>
          <a:xfrm>
            <a:off x="2839214" y="2952786"/>
            <a:ext cx="642627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7B51C7-1FFA-B57F-835F-FF7C9B6FED22}"/>
              </a:ext>
            </a:extLst>
          </p:cNvPr>
          <p:cNvSpPr/>
          <p:nvPr/>
        </p:nvSpPr>
        <p:spPr>
          <a:xfrm>
            <a:off x="4031352" y="2932234"/>
            <a:ext cx="921471" cy="2790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00E117-20BB-EDB9-8157-A78E15FA3B50}"/>
              </a:ext>
            </a:extLst>
          </p:cNvPr>
          <p:cNvSpPr txBox="1"/>
          <p:nvPr/>
        </p:nvSpPr>
        <p:spPr>
          <a:xfrm>
            <a:off x="4137046" y="2927563"/>
            <a:ext cx="75669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733CC9A-771E-2832-8A43-48CA9FD0F8C9}"/>
              </a:ext>
            </a:extLst>
          </p:cNvPr>
          <p:cNvCxnSpPr>
            <a:cxnSpLocks/>
            <a:stCxn id="56" idx="3"/>
            <a:endCxn id="69" idx="1"/>
          </p:cNvCxnSpPr>
          <p:nvPr/>
        </p:nvCxnSpPr>
        <p:spPr>
          <a:xfrm>
            <a:off x="3621263" y="3070376"/>
            <a:ext cx="410089" cy="1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771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56330</TotalTime>
  <Words>5323</Words>
  <Application>Microsoft Macintosh PowerPoint</Application>
  <DocSecurity>0</DocSecurity>
  <PresentationFormat>On-screen Show (4:3)</PresentationFormat>
  <Paragraphs>893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tj zhang</cp:lastModifiedBy>
  <cp:revision>41</cp:revision>
  <dcterms:created xsi:type="dcterms:W3CDTF">2020-09-04T07:12:08Z</dcterms:created>
  <dcterms:modified xsi:type="dcterms:W3CDTF">2023-03-08T23:04:20Z</dcterms:modified>
  <cp:category/>
  <dc:identifier/>
  <cp:contentStatus/>
  <dc:language/>
  <cp:version/>
</cp:coreProperties>
</file>