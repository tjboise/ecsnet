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89" r:id="rId2"/>
    <p:sldId id="290" r:id="rId3"/>
    <p:sldId id="292" r:id="rId4"/>
    <p:sldId id="293" r:id="rId5"/>
    <p:sldId id="295" r:id="rId6"/>
    <p:sldId id="294" r:id="rId7"/>
    <p:sldId id="291" r:id="rId8"/>
    <p:sldId id="258" r:id="rId9"/>
    <p:sldId id="271" r:id="rId10"/>
    <p:sldId id="272" r:id="rId11"/>
    <p:sldId id="283" r:id="rId12"/>
    <p:sldId id="273" r:id="rId13"/>
    <p:sldId id="274" r:id="rId14"/>
    <p:sldId id="282" r:id="rId15"/>
    <p:sldId id="270" r:id="rId16"/>
    <p:sldId id="259" r:id="rId17"/>
    <p:sldId id="275" r:id="rId18"/>
    <p:sldId id="278" r:id="rId19"/>
    <p:sldId id="284" r:id="rId20"/>
    <p:sldId id="276" r:id="rId21"/>
    <p:sldId id="279" r:id="rId22"/>
    <p:sldId id="280" r:id="rId23"/>
    <p:sldId id="281" r:id="rId24"/>
    <p:sldId id="277" r:id="rId25"/>
    <p:sldId id="285" r:id="rId26"/>
    <p:sldId id="286" r:id="rId27"/>
    <p:sldId id="288" r:id="rId28"/>
    <p:sldId id="298" r:id="rId29"/>
    <p:sldId id="299" r:id="rId30"/>
    <p:sldId id="301" r:id="rId31"/>
    <p:sldId id="302" r:id="rId32"/>
    <p:sldId id="303" r:id="rId33"/>
    <p:sldId id="308" r:id="rId34"/>
    <p:sldId id="300" r:id="rId35"/>
    <p:sldId id="287" r:id="rId36"/>
    <p:sldId id="296" r:id="rId37"/>
    <p:sldId id="304" r:id="rId38"/>
    <p:sldId id="305" r:id="rId39"/>
    <p:sldId id="307" r:id="rId40"/>
    <p:sldId id="306" r:id="rId41"/>
    <p:sldId id="309" r:id="rId42"/>
    <p:sldId id="297" r:id="rId43"/>
    <p:sldId id="310" r:id="rId44"/>
  </p:sldIdLst>
  <p:sldSz cx="9144000" cy="6858000" type="screen4x3"/>
  <p:notesSz cx="6858000" cy="9144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5" autoAdjust="0"/>
    <p:restoredTop sz="96341"/>
  </p:normalViewPr>
  <p:slideViewPr>
    <p:cSldViewPr>
      <p:cViewPr varScale="1">
        <p:scale>
          <a:sx n="117" d="100"/>
          <a:sy n="117" d="100"/>
        </p:scale>
        <p:origin x="18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60488-DF45-2047-9BBD-B0FDFF3DF5F4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66775-F35A-334D-8D35-206F9C705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39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66775-F35A-334D-8D35-206F9C705D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9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66775-F35A-334D-8D35-206F9C705D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722313" y="4406899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22313" y="2906712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648199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535112"/>
            <a:ext cx="404018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4645024" y="1535112"/>
            <a:ext cx="4041774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4645024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457200" y="273049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3575049" y="273049"/>
            <a:ext cx="5111749" cy="5853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099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66737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367337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垂直排列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7"/>
            <a:ext cx="2057400" cy="5851524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7"/>
            <a:ext cx="6019799" cy="5851524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0820CF-B880-4189-942D-D702A7CBA730}" type="datetimeFigureOut">
              <a:rPr lang="en-US"/>
              <a:t>3/21/25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49"/>
            <a:ext cx="289559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9.png"/><Relationship Id="rId7" Type="http://schemas.openxmlformats.org/officeDocument/2006/relationships/image" Target="../media/image611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1.png"/><Relationship Id="rId5" Type="http://schemas.openxmlformats.org/officeDocument/2006/relationships/image" Target="../media/image41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0.png"/><Relationship Id="rId7" Type="http://schemas.openxmlformats.org/officeDocument/2006/relationships/image" Target="../media/image24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11" Type="http://schemas.openxmlformats.org/officeDocument/2006/relationships/image" Target="../media/image38.png"/><Relationship Id="rId5" Type="http://schemas.openxmlformats.org/officeDocument/2006/relationships/image" Target="../media/image32.jpeg"/><Relationship Id="rId10" Type="http://schemas.openxmlformats.org/officeDocument/2006/relationships/image" Target="../media/image37.png"/><Relationship Id="rId4" Type="http://schemas.openxmlformats.org/officeDocument/2006/relationships/image" Target="../media/image31.jpeg"/><Relationship Id="rId9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jpeg"/><Relationship Id="rId21" Type="http://schemas.openxmlformats.org/officeDocument/2006/relationships/image" Target="../media/image58.png"/><Relationship Id="rId7" Type="http://schemas.openxmlformats.org/officeDocument/2006/relationships/image" Target="../media/image44.jpe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jpe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11" Type="http://schemas.openxmlformats.org/officeDocument/2006/relationships/image" Target="../media/image48.jpeg"/><Relationship Id="rId24" Type="http://schemas.openxmlformats.org/officeDocument/2006/relationships/image" Target="../media/image61.png"/><Relationship Id="rId5" Type="http://schemas.openxmlformats.org/officeDocument/2006/relationships/image" Target="../media/image42.jpe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jpeg"/><Relationship Id="rId19" Type="http://schemas.openxmlformats.org/officeDocument/2006/relationships/image" Target="../media/image56.png"/><Relationship Id="rId4" Type="http://schemas.openxmlformats.org/officeDocument/2006/relationships/image" Target="../media/image41.jpeg"/><Relationship Id="rId9" Type="http://schemas.openxmlformats.org/officeDocument/2006/relationships/image" Target="../media/image46.jpe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11" Type="http://schemas.openxmlformats.org/officeDocument/2006/relationships/image" Target="../media/image66.png"/><Relationship Id="rId5" Type="http://schemas.openxmlformats.org/officeDocument/2006/relationships/image" Target="../media/image32.jpeg"/><Relationship Id="rId10" Type="http://schemas.openxmlformats.org/officeDocument/2006/relationships/image" Target="../media/image65.png"/><Relationship Id="rId4" Type="http://schemas.openxmlformats.org/officeDocument/2006/relationships/image" Target="../media/image31.jpeg"/><Relationship Id="rId9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13" Type="http://schemas.openxmlformats.org/officeDocument/2006/relationships/image" Target="../media/image490.png"/><Relationship Id="rId18" Type="http://schemas.openxmlformats.org/officeDocument/2006/relationships/image" Target="../media/image540.png"/><Relationship Id="rId3" Type="http://schemas.openxmlformats.org/officeDocument/2006/relationships/image" Target="../media/image39.png"/><Relationship Id="rId21" Type="http://schemas.openxmlformats.org/officeDocument/2006/relationships/image" Target="../media/image570.png"/><Relationship Id="rId7" Type="http://schemas.openxmlformats.org/officeDocument/2006/relationships/image" Target="../media/image43.png"/><Relationship Id="rId12" Type="http://schemas.openxmlformats.org/officeDocument/2006/relationships/image" Target="../media/image480.png"/><Relationship Id="rId17" Type="http://schemas.openxmlformats.org/officeDocument/2006/relationships/image" Target="../media/image530.png"/><Relationship Id="rId25" Type="http://schemas.openxmlformats.org/officeDocument/2006/relationships/image" Target="../media/image610.png"/><Relationship Id="rId2" Type="http://schemas.openxmlformats.org/officeDocument/2006/relationships/image" Target="../media/image380.png"/><Relationship Id="rId16" Type="http://schemas.openxmlformats.org/officeDocument/2006/relationships/image" Target="../media/image520.png"/><Relationship Id="rId20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0.png"/><Relationship Id="rId24" Type="http://schemas.openxmlformats.org/officeDocument/2006/relationships/image" Target="../media/image600.png"/><Relationship Id="rId5" Type="http://schemas.openxmlformats.org/officeDocument/2006/relationships/image" Target="../media/image41.png"/><Relationship Id="rId15" Type="http://schemas.openxmlformats.org/officeDocument/2006/relationships/image" Target="../media/image510.png"/><Relationship Id="rId23" Type="http://schemas.openxmlformats.org/officeDocument/2006/relationships/image" Target="../media/image590.png"/><Relationship Id="rId10" Type="http://schemas.openxmlformats.org/officeDocument/2006/relationships/image" Target="../media/image460.png"/><Relationship Id="rId19" Type="http://schemas.openxmlformats.org/officeDocument/2006/relationships/image" Target="../media/image550.png"/><Relationship Id="rId4" Type="http://schemas.openxmlformats.org/officeDocument/2006/relationships/image" Target="../media/image40.png"/><Relationship Id="rId9" Type="http://schemas.openxmlformats.org/officeDocument/2006/relationships/image" Target="../media/image450.png"/><Relationship Id="rId14" Type="http://schemas.openxmlformats.org/officeDocument/2006/relationships/image" Target="../media/image500.png"/><Relationship Id="rId22" Type="http://schemas.openxmlformats.org/officeDocument/2006/relationships/image" Target="../media/image5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" Type="http://schemas.openxmlformats.org/officeDocument/2006/relationships/image" Target="../media/image630.png"/><Relationship Id="rId21" Type="http://schemas.openxmlformats.org/officeDocument/2006/relationships/image" Target="../media/image81.png"/><Relationship Id="rId7" Type="http://schemas.openxmlformats.org/officeDocument/2006/relationships/image" Target="../media/image670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2" Type="http://schemas.openxmlformats.org/officeDocument/2006/relationships/image" Target="../media/image620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0.png"/><Relationship Id="rId11" Type="http://schemas.openxmlformats.org/officeDocument/2006/relationships/image" Target="../media/image71.png"/><Relationship Id="rId24" Type="http://schemas.openxmlformats.org/officeDocument/2006/relationships/image" Target="../media/image84.png"/><Relationship Id="rId5" Type="http://schemas.openxmlformats.org/officeDocument/2006/relationships/image" Target="../media/image650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0.png"/><Relationship Id="rId9" Type="http://schemas.openxmlformats.org/officeDocument/2006/relationships/image" Target="../media/image690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630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620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26" Type="http://schemas.openxmlformats.org/officeDocument/2006/relationships/image" Target="../media/image135.png"/><Relationship Id="rId3" Type="http://schemas.openxmlformats.org/officeDocument/2006/relationships/image" Target="../media/image112.png"/><Relationship Id="rId21" Type="http://schemas.openxmlformats.org/officeDocument/2006/relationships/image" Target="../media/image130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5" Type="http://schemas.openxmlformats.org/officeDocument/2006/relationships/image" Target="../media/image134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24" Type="http://schemas.openxmlformats.org/officeDocument/2006/relationships/image" Target="../media/image133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23" Type="http://schemas.openxmlformats.org/officeDocument/2006/relationships/image" Target="../media/image132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Relationship Id="rId22" Type="http://schemas.openxmlformats.org/officeDocument/2006/relationships/image" Target="../media/image131.png"/><Relationship Id="rId27" Type="http://schemas.openxmlformats.org/officeDocument/2006/relationships/image" Target="../media/image1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26" Type="http://schemas.openxmlformats.org/officeDocument/2006/relationships/image" Target="../media/image173.png"/><Relationship Id="rId39" Type="http://schemas.openxmlformats.org/officeDocument/2006/relationships/image" Target="../media/image187.png"/><Relationship Id="rId21" Type="http://schemas.openxmlformats.org/officeDocument/2006/relationships/image" Target="../media/image167.png"/><Relationship Id="rId34" Type="http://schemas.openxmlformats.org/officeDocument/2006/relationships/image" Target="../media/image182.png"/><Relationship Id="rId42" Type="http://schemas.openxmlformats.org/officeDocument/2006/relationships/image" Target="../media/image191.png"/><Relationship Id="rId47" Type="http://schemas.openxmlformats.org/officeDocument/2006/relationships/image" Target="../media/image196.png"/><Relationship Id="rId50" Type="http://schemas.openxmlformats.org/officeDocument/2006/relationships/image" Target="../media/image19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6" Type="http://schemas.openxmlformats.org/officeDocument/2006/relationships/image" Target="../media/image162.png"/><Relationship Id="rId29" Type="http://schemas.openxmlformats.org/officeDocument/2006/relationships/image" Target="../media/image176.png"/><Relationship Id="rId11" Type="http://schemas.openxmlformats.org/officeDocument/2006/relationships/image" Target="../media/image157.png"/><Relationship Id="rId24" Type="http://schemas.openxmlformats.org/officeDocument/2006/relationships/image" Target="../media/image171.png"/><Relationship Id="rId32" Type="http://schemas.openxmlformats.org/officeDocument/2006/relationships/image" Target="../media/image179.png"/><Relationship Id="rId37" Type="http://schemas.openxmlformats.org/officeDocument/2006/relationships/image" Target="../media/image185.png"/><Relationship Id="rId40" Type="http://schemas.openxmlformats.org/officeDocument/2006/relationships/image" Target="../media/image188.png"/><Relationship Id="rId45" Type="http://schemas.openxmlformats.org/officeDocument/2006/relationships/image" Target="../media/image194.png"/><Relationship Id="rId53" Type="http://schemas.openxmlformats.org/officeDocument/2006/relationships/image" Target="../media/image203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31" Type="http://schemas.openxmlformats.org/officeDocument/2006/relationships/image" Target="../media/image178.png"/><Relationship Id="rId44" Type="http://schemas.openxmlformats.org/officeDocument/2006/relationships/image" Target="../media/image193.png"/><Relationship Id="rId52" Type="http://schemas.openxmlformats.org/officeDocument/2006/relationships/image" Target="../media/image202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Relationship Id="rId22" Type="http://schemas.openxmlformats.org/officeDocument/2006/relationships/image" Target="../media/image168.png"/><Relationship Id="rId27" Type="http://schemas.openxmlformats.org/officeDocument/2006/relationships/image" Target="../media/image174.png"/><Relationship Id="rId30" Type="http://schemas.openxmlformats.org/officeDocument/2006/relationships/image" Target="../media/image177.png"/><Relationship Id="rId35" Type="http://schemas.openxmlformats.org/officeDocument/2006/relationships/image" Target="../media/image183.png"/><Relationship Id="rId43" Type="http://schemas.openxmlformats.org/officeDocument/2006/relationships/image" Target="../media/image192.png"/><Relationship Id="rId48" Type="http://schemas.openxmlformats.org/officeDocument/2006/relationships/image" Target="../media/image197.png"/><Relationship Id="rId8" Type="http://schemas.openxmlformats.org/officeDocument/2006/relationships/image" Target="../media/image154.png"/><Relationship Id="rId51" Type="http://schemas.openxmlformats.org/officeDocument/2006/relationships/image" Target="../media/image201.png"/><Relationship Id="rId3" Type="http://schemas.openxmlformats.org/officeDocument/2006/relationships/image" Target="../media/image149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5" Type="http://schemas.openxmlformats.org/officeDocument/2006/relationships/image" Target="../media/image172.png"/><Relationship Id="rId33" Type="http://schemas.openxmlformats.org/officeDocument/2006/relationships/image" Target="../media/image181.png"/><Relationship Id="rId38" Type="http://schemas.openxmlformats.org/officeDocument/2006/relationships/image" Target="../media/image186.png"/><Relationship Id="rId46" Type="http://schemas.openxmlformats.org/officeDocument/2006/relationships/image" Target="../media/image195.png"/><Relationship Id="rId20" Type="http://schemas.openxmlformats.org/officeDocument/2006/relationships/image" Target="../media/image166.png"/><Relationship Id="rId41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15" Type="http://schemas.openxmlformats.org/officeDocument/2006/relationships/image" Target="../media/image161.png"/><Relationship Id="rId23" Type="http://schemas.openxmlformats.org/officeDocument/2006/relationships/image" Target="../media/image169.png"/><Relationship Id="rId28" Type="http://schemas.openxmlformats.org/officeDocument/2006/relationships/image" Target="../media/image175.png"/><Relationship Id="rId36" Type="http://schemas.openxmlformats.org/officeDocument/2006/relationships/image" Target="../media/image184.png"/><Relationship Id="rId49" Type="http://schemas.openxmlformats.org/officeDocument/2006/relationships/image" Target="../media/image19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png"/><Relationship Id="rId18" Type="http://schemas.openxmlformats.org/officeDocument/2006/relationships/image" Target="../media/image222.png"/><Relationship Id="rId26" Type="http://schemas.openxmlformats.org/officeDocument/2006/relationships/image" Target="../media/image231.png"/><Relationship Id="rId3" Type="http://schemas.openxmlformats.org/officeDocument/2006/relationships/image" Target="../media/image205.png"/><Relationship Id="rId21" Type="http://schemas.openxmlformats.org/officeDocument/2006/relationships/image" Target="../media/image225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221.png"/><Relationship Id="rId25" Type="http://schemas.openxmlformats.org/officeDocument/2006/relationships/image" Target="../media/image229.png"/><Relationship Id="rId2" Type="http://schemas.openxmlformats.org/officeDocument/2006/relationships/image" Target="../media/image204.png"/><Relationship Id="rId16" Type="http://schemas.openxmlformats.org/officeDocument/2006/relationships/image" Target="../media/image219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png"/><Relationship Id="rId11" Type="http://schemas.openxmlformats.org/officeDocument/2006/relationships/image" Target="../media/image214.png"/><Relationship Id="rId24" Type="http://schemas.openxmlformats.org/officeDocument/2006/relationships/image" Target="../media/image228.png"/><Relationship Id="rId5" Type="http://schemas.openxmlformats.org/officeDocument/2006/relationships/image" Target="../media/image207.png"/><Relationship Id="rId15" Type="http://schemas.openxmlformats.org/officeDocument/2006/relationships/image" Target="../media/image218.png"/><Relationship Id="rId23" Type="http://schemas.openxmlformats.org/officeDocument/2006/relationships/image" Target="../media/image227.png"/><Relationship Id="rId10" Type="http://schemas.openxmlformats.org/officeDocument/2006/relationships/image" Target="../media/image213.png"/><Relationship Id="rId19" Type="http://schemas.openxmlformats.org/officeDocument/2006/relationships/image" Target="../media/image223.png"/><Relationship Id="rId4" Type="http://schemas.openxmlformats.org/officeDocument/2006/relationships/image" Target="../media/image206.png"/><Relationship Id="rId9" Type="http://schemas.openxmlformats.org/officeDocument/2006/relationships/image" Target="../media/image212.png"/><Relationship Id="rId14" Type="http://schemas.openxmlformats.org/officeDocument/2006/relationships/image" Target="../media/image217.png"/><Relationship Id="rId22" Type="http://schemas.openxmlformats.org/officeDocument/2006/relationships/image" Target="../media/image2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37.png"/><Relationship Id="rId18" Type="http://schemas.openxmlformats.org/officeDocument/2006/relationships/image" Target="../media/image243.png"/><Relationship Id="rId26" Type="http://schemas.openxmlformats.org/officeDocument/2006/relationships/image" Target="../media/image212.png"/><Relationship Id="rId3" Type="http://schemas.openxmlformats.org/officeDocument/2006/relationships/image" Target="../media/image233.png"/><Relationship Id="rId21" Type="http://schemas.openxmlformats.org/officeDocument/2006/relationships/image" Target="../media/image246.png"/><Relationship Id="rId7" Type="http://schemas.openxmlformats.org/officeDocument/2006/relationships/image" Target="../media/image216.png"/><Relationship Id="rId12" Type="http://schemas.openxmlformats.org/officeDocument/2006/relationships/image" Target="../media/image214.png"/><Relationship Id="rId17" Type="http://schemas.openxmlformats.org/officeDocument/2006/relationships/image" Target="../media/image242.png"/><Relationship Id="rId25" Type="http://schemas.openxmlformats.org/officeDocument/2006/relationships/image" Target="../media/image250.png"/><Relationship Id="rId2" Type="http://schemas.openxmlformats.org/officeDocument/2006/relationships/image" Target="../media/image232.png"/><Relationship Id="rId16" Type="http://schemas.openxmlformats.org/officeDocument/2006/relationships/image" Target="../media/image241.png"/><Relationship Id="rId20" Type="http://schemas.openxmlformats.org/officeDocument/2006/relationships/image" Target="../media/image245.png"/><Relationship Id="rId29" Type="http://schemas.openxmlformats.org/officeDocument/2006/relationships/image" Target="../media/image6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11" Type="http://schemas.openxmlformats.org/officeDocument/2006/relationships/image" Target="../media/image236.png"/><Relationship Id="rId24" Type="http://schemas.openxmlformats.org/officeDocument/2006/relationships/image" Target="../media/image249.png"/><Relationship Id="rId5" Type="http://schemas.openxmlformats.org/officeDocument/2006/relationships/image" Target="../media/image235.png"/><Relationship Id="rId15" Type="http://schemas.openxmlformats.org/officeDocument/2006/relationships/image" Target="../media/image239.png"/><Relationship Id="rId23" Type="http://schemas.openxmlformats.org/officeDocument/2006/relationships/image" Target="../media/image248.png"/><Relationship Id="rId28" Type="http://schemas.openxmlformats.org/officeDocument/2006/relationships/image" Target="../media/image251.png"/><Relationship Id="rId10" Type="http://schemas.openxmlformats.org/officeDocument/2006/relationships/image" Target="../media/image218.png"/><Relationship Id="rId19" Type="http://schemas.openxmlformats.org/officeDocument/2006/relationships/image" Target="../media/image244.png"/><Relationship Id="rId4" Type="http://schemas.openxmlformats.org/officeDocument/2006/relationships/image" Target="../media/image234.png"/><Relationship Id="rId9" Type="http://schemas.openxmlformats.org/officeDocument/2006/relationships/image" Target="../media/image219.png"/><Relationship Id="rId14" Type="http://schemas.openxmlformats.org/officeDocument/2006/relationships/image" Target="../media/image238.png"/><Relationship Id="rId22" Type="http://schemas.openxmlformats.org/officeDocument/2006/relationships/image" Target="../media/image247.png"/><Relationship Id="rId27" Type="http://schemas.openxmlformats.org/officeDocument/2006/relationships/image" Target="../media/image227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2.png"/><Relationship Id="rId18" Type="http://schemas.openxmlformats.org/officeDocument/2006/relationships/image" Target="../media/image267.png"/><Relationship Id="rId26" Type="http://schemas.openxmlformats.org/officeDocument/2006/relationships/image" Target="../media/image275.png"/><Relationship Id="rId3" Type="http://schemas.openxmlformats.org/officeDocument/2006/relationships/image" Target="../media/image254.png"/><Relationship Id="rId21" Type="http://schemas.openxmlformats.org/officeDocument/2006/relationships/image" Target="../media/image270.png"/><Relationship Id="rId34" Type="http://schemas.openxmlformats.org/officeDocument/2006/relationships/image" Target="../media/image283.png"/><Relationship Id="rId7" Type="http://schemas.openxmlformats.org/officeDocument/2006/relationships/image" Target="../media/image258.png"/><Relationship Id="rId12" Type="http://schemas.openxmlformats.org/officeDocument/2006/relationships/image" Target="../media/image261.png"/><Relationship Id="rId17" Type="http://schemas.openxmlformats.org/officeDocument/2006/relationships/image" Target="../media/image266.png"/><Relationship Id="rId25" Type="http://schemas.openxmlformats.org/officeDocument/2006/relationships/image" Target="../media/image274.png"/><Relationship Id="rId33" Type="http://schemas.openxmlformats.org/officeDocument/2006/relationships/image" Target="../media/image282.png"/><Relationship Id="rId2" Type="http://schemas.openxmlformats.org/officeDocument/2006/relationships/image" Target="../media/image253.png"/><Relationship Id="rId16" Type="http://schemas.openxmlformats.org/officeDocument/2006/relationships/image" Target="../media/image265.png"/><Relationship Id="rId20" Type="http://schemas.openxmlformats.org/officeDocument/2006/relationships/image" Target="../media/image269.png"/><Relationship Id="rId29" Type="http://schemas.openxmlformats.org/officeDocument/2006/relationships/image" Target="../media/image2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7.png"/><Relationship Id="rId11" Type="http://schemas.openxmlformats.org/officeDocument/2006/relationships/image" Target="../media/image260.png"/><Relationship Id="rId24" Type="http://schemas.openxmlformats.org/officeDocument/2006/relationships/image" Target="../media/image273.png"/><Relationship Id="rId32" Type="http://schemas.openxmlformats.org/officeDocument/2006/relationships/image" Target="../media/image281.png"/><Relationship Id="rId5" Type="http://schemas.openxmlformats.org/officeDocument/2006/relationships/image" Target="../media/image256.png"/><Relationship Id="rId15" Type="http://schemas.openxmlformats.org/officeDocument/2006/relationships/image" Target="../media/image264.png"/><Relationship Id="rId23" Type="http://schemas.openxmlformats.org/officeDocument/2006/relationships/image" Target="../media/image272.png"/><Relationship Id="rId28" Type="http://schemas.openxmlformats.org/officeDocument/2006/relationships/image" Target="../media/image277.png"/><Relationship Id="rId10" Type="http://schemas.openxmlformats.org/officeDocument/2006/relationships/image" Target="../media/image214.png"/><Relationship Id="rId19" Type="http://schemas.openxmlformats.org/officeDocument/2006/relationships/image" Target="../media/image268.png"/><Relationship Id="rId31" Type="http://schemas.openxmlformats.org/officeDocument/2006/relationships/image" Target="../media/image280.png"/><Relationship Id="rId4" Type="http://schemas.openxmlformats.org/officeDocument/2006/relationships/image" Target="../media/image255.png"/><Relationship Id="rId9" Type="http://schemas.openxmlformats.org/officeDocument/2006/relationships/image" Target="../media/image252.png"/><Relationship Id="rId14" Type="http://schemas.openxmlformats.org/officeDocument/2006/relationships/image" Target="../media/image263.png"/><Relationship Id="rId22" Type="http://schemas.openxmlformats.org/officeDocument/2006/relationships/image" Target="../media/image271.png"/><Relationship Id="rId27" Type="http://schemas.openxmlformats.org/officeDocument/2006/relationships/image" Target="../media/image276.png"/><Relationship Id="rId30" Type="http://schemas.openxmlformats.org/officeDocument/2006/relationships/image" Target="../media/image279.png"/><Relationship Id="rId8" Type="http://schemas.openxmlformats.org/officeDocument/2006/relationships/image" Target="../media/image67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214.png"/><Relationship Id="rId18" Type="http://schemas.openxmlformats.org/officeDocument/2006/relationships/image" Target="../media/image295.png"/><Relationship Id="rId26" Type="http://schemas.openxmlformats.org/officeDocument/2006/relationships/image" Target="../media/image303.png"/><Relationship Id="rId3" Type="http://schemas.openxmlformats.org/officeDocument/2006/relationships/image" Target="../media/image285.png"/><Relationship Id="rId21" Type="http://schemas.openxmlformats.org/officeDocument/2006/relationships/image" Target="../media/image298.png"/><Relationship Id="rId7" Type="http://schemas.openxmlformats.org/officeDocument/2006/relationships/image" Target="../media/image288.png"/><Relationship Id="rId12" Type="http://schemas.openxmlformats.org/officeDocument/2006/relationships/image" Target="../media/image291.png"/><Relationship Id="rId17" Type="http://schemas.openxmlformats.org/officeDocument/2006/relationships/image" Target="../media/image294.png"/><Relationship Id="rId25" Type="http://schemas.openxmlformats.org/officeDocument/2006/relationships/image" Target="../media/image302.png"/><Relationship Id="rId2" Type="http://schemas.openxmlformats.org/officeDocument/2006/relationships/image" Target="../media/image284.png"/><Relationship Id="rId16" Type="http://schemas.openxmlformats.org/officeDocument/2006/relationships/image" Target="../media/image212.png"/><Relationship Id="rId20" Type="http://schemas.openxmlformats.org/officeDocument/2006/relationships/image" Target="../media/image297.png"/><Relationship Id="rId29" Type="http://schemas.openxmlformats.org/officeDocument/2006/relationships/image" Target="../media/image3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7.png"/><Relationship Id="rId11" Type="http://schemas.openxmlformats.org/officeDocument/2006/relationships/image" Target="../media/image290.png"/><Relationship Id="rId24" Type="http://schemas.openxmlformats.org/officeDocument/2006/relationships/image" Target="../media/image301.png"/><Relationship Id="rId5" Type="http://schemas.openxmlformats.org/officeDocument/2006/relationships/image" Target="../media/image286.png"/><Relationship Id="rId15" Type="http://schemas.openxmlformats.org/officeDocument/2006/relationships/image" Target="../media/image293.png"/><Relationship Id="rId23" Type="http://schemas.openxmlformats.org/officeDocument/2006/relationships/image" Target="../media/image300.png"/><Relationship Id="rId28" Type="http://schemas.openxmlformats.org/officeDocument/2006/relationships/image" Target="../media/image305.png"/><Relationship Id="rId10" Type="http://schemas.openxmlformats.org/officeDocument/2006/relationships/image" Target="../media/image289.png"/><Relationship Id="rId19" Type="http://schemas.openxmlformats.org/officeDocument/2006/relationships/image" Target="../media/image296.png"/><Relationship Id="rId4" Type="http://schemas.openxmlformats.org/officeDocument/2006/relationships/image" Target="../media/image209.png"/><Relationship Id="rId9" Type="http://schemas.openxmlformats.org/officeDocument/2006/relationships/image" Target="../media/image252.png"/><Relationship Id="rId14" Type="http://schemas.openxmlformats.org/officeDocument/2006/relationships/image" Target="../media/image292.png"/><Relationship Id="rId22" Type="http://schemas.openxmlformats.org/officeDocument/2006/relationships/image" Target="../media/image299.png"/><Relationship Id="rId27" Type="http://schemas.openxmlformats.org/officeDocument/2006/relationships/image" Target="../media/image304.png"/><Relationship Id="rId30" Type="http://schemas.openxmlformats.org/officeDocument/2006/relationships/image" Target="../media/image30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314.png"/><Relationship Id="rId18" Type="http://schemas.openxmlformats.org/officeDocument/2006/relationships/image" Target="../media/image317.png"/><Relationship Id="rId3" Type="http://schemas.openxmlformats.org/officeDocument/2006/relationships/image" Target="../media/image309.png"/><Relationship Id="rId21" Type="http://schemas.openxmlformats.org/officeDocument/2006/relationships/image" Target="../media/image320.png"/><Relationship Id="rId7" Type="http://schemas.openxmlformats.org/officeDocument/2006/relationships/image" Target="../media/image312.png"/><Relationship Id="rId12" Type="http://schemas.openxmlformats.org/officeDocument/2006/relationships/image" Target="../media/image280.png"/><Relationship Id="rId17" Type="http://schemas.openxmlformats.org/officeDocument/2006/relationships/image" Target="../media/image316.png"/><Relationship Id="rId25" Type="http://schemas.openxmlformats.org/officeDocument/2006/relationships/image" Target="../media/image323.png"/><Relationship Id="rId2" Type="http://schemas.openxmlformats.org/officeDocument/2006/relationships/image" Target="../media/image308.png"/><Relationship Id="rId16" Type="http://schemas.openxmlformats.org/officeDocument/2006/relationships/image" Target="../media/image276.png"/><Relationship Id="rId20" Type="http://schemas.openxmlformats.org/officeDocument/2006/relationships/image" Target="../media/image3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png"/><Relationship Id="rId11" Type="http://schemas.openxmlformats.org/officeDocument/2006/relationships/image" Target="../media/image313.png"/><Relationship Id="rId24" Type="http://schemas.openxmlformats.org/officeDocument/2006/relationships/image" Target="../media/image259.png"/><Relationship Id="rId5" Type="http://schemas.openxmlformats.org/officeDocument/2006/relationships/image" Target="../media/image310.png"/><Relationship Id="rId15" Type="http://schemas.openxmlformats.org/officeDocument/2006/relationships/image" Target="../media/image275.png"/><Relationship Id="rId23" Type="http://schemas.openxmlformats.org/officeDocument/2006/relationships/image" Target="../media/image322.png"/><Relationship Id="rId10" Type="http://schemas.openxmlformats.org/officeDocument/2006/relationships/image" Target="../media/image263.png"/><Relationship Id="rId19" Type="http://schemas.openxmlformats.org/officeDocument/2006/relationships/image" Target="../media/image318.png"/><Relationship Id="rId4" Type="http://schemas.openxmlformats.org/officeDocument/2006/relationships/image" Target="../media/image255.png"/><Relationship Id="rId9" Type="http://schemas.openxmlformats.org/officeDocument/2006/relationships/image" Target="../media/image252.png"/><Relationship Id="rId14" Type="http://schemas.openxmlformats.org/officeDocument/2006/relationships/image" Target="../media/image315.png"/><Relationship Id="rId22" Type="http://schemas.openxmlformats.org/officeDocument/2006/relationships/image" Target="../media/image3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314.png"/><Relationship Id="rId18" Type="http://schemas.openxmlformats.org/officeDocument/2006/relationships/image" Target="../media/image317.png"/><Relationship Id="rId26" Type="http://schemas.openxmlformats.org/officeDocument/2006/relationships/image" Target="../media/image326.png"/><Relationship Id="rId3" Type="http://schemas.openxmlformats.org/officeDocument/2006/relationships/image" Target="../media/image309.png"/><Relationship Id="rId21" Type="http://schemas.openxmlformats.org/officeDocument/2006/relationships/image" Target="../media/image320.png"/><Relationship Id="rId7" Type="http://schemas.openxmlformats.org/officeDocument/2006/relationships/image" Target="../media/image312.png"/><Relationship Id="rId12" Type="http://schemas.openxmlformats.org/officeDocument/2006/relationships/image" Target="../media/image280.png"/><Relationship Id="rId17" Type="http://schemas.openxmlformats.org/officeDocument/2006/relationships/image" Target="../media/image316.png"/><Relationship Id="rId25" Type="http://schemas.openxmlformats.org/officeDocument/2006/relationships/image" Target="../media/image325.png"/><Relationship Id="rId2" Type="http://schemas.openxmlformats.org/officeDocument/2006/relationships/image" Target="../media/image308.png"/><Relationship Id="rId16" Type="http://schemas.openxmlformats.org/officeDocument/2006/relationships/image" Target="../media/image276.png"/><Relationship Id="rId20" Type="http://schemas.openxmlformats.org/officeDocument/2006/relationships/image" Target="../media/image3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png"/><Relationship Id="rId11" Type="http://schemas.openxmlformats.org/officeDocument/2006/relationships/image" Target="../media/image313.png"/><Relationship Id="rId24" Type="http://schemas.openxmlformats.org/officeDocument/2006/relationships/image" Target="../media/image324.png"/><Relationship Id="rId5" Type="http://schemas.openxmlformats.org/officeDocument/2006/relationships/image" Target="../media/image310.png"/><Relationship Id="rId15" Type="http://schemas.openxmlformats.org/officeDocument/2006/relationships/image" Target="../media/image275.png"/><Relationship Id="rId23" Type="http://schemas.openxmlformats.org/officeDocument/2006/relationships/image" Target="../media/image322.png"/><Relationship Id="rId10" Type="http://schemas.openxmlformats.org/officeDocument/2006/relationships/image" Target="../media/image263.png"/><Relationship Id="rId19" Type="http://schemas.openxmlformats.org/officeDocument/2006/relationships/image" Target="../media/image318.png"/><Relationship Id="rId4" Type="http://schemas.openxmlformats.org/officeDocument/2006/relationships/image" Target="../media/image255.png"/><Relationship Id="rId9" Type="http://schemas.openxmlformats.org/officeDocument/2006/relationships/image" Target="../media/image252.png"/><Relationship Id="rId14" Type="http://schemas.openxmlformats.org/officeDocument/2006/relationships/image" Target="../media/image315.png"/><Relationship Id="rId22" Type="http://schemas.openxmlformats.org/officeDocument/2006/relationships/image" Target="../media/image3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jpeg"/><Relationship Id="rId21" Type="http://schemas.openxmlformats.org/officeDocument/2006/relationships/image" Target="../media/image58.png"/><Relationship Id="rId7" Type="http://schemas.openxmlformats.org/officeDocument/2006/relationships/image" Target="../media/image44.jpe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jpe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11" Type="http://schemas.openxmlformats.org/officeDocument/2006/relationships/image" Target="../media/image48.jpeg"/><Relationship Id="rId24" Type="http://schemas.openxmlformats.org/officeDocument/2006/relationships/image" Target="../media/image61.png"/><Relationship Id="rId5" Type="http://schemas.openxmlformats.org/officeDocument/2006/relationships/image" Target="../media/image42.jpe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jpeg"/><Relationship Id="rId19" Type="http://schemas.openxmlformats.org/officeDocument/2006/relationships/image" Target="../media/image56.png"/><Relationship Id="rId4" Type="http://schemas.openxmlformats.org/officeDocument/2006/relationships/image" Target="../media/image41.jpeg"/><Relationship Id="rId9" Type="http://schemas.openxmlformats.org/officeDocument/2006/relationships/image" Target="../media/image46.jpe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26" Type="http://schemas.openxmlformats.org/officeDocument/2006/relationships/image" Target="../media/image349.png"/><Relationship Id="rId39" Type="http://schemas.openxmlformats.org/officeDocument/2006/relationships/image" Target="../media/image362.png"/><Relationship Id="rId21" Type="http://schemas.openxmlformats.org/officeDocument/2006/relationships/image" Target="../media/image344.png"/><Relationship Id="rId34" Type="http://schemas.openxmlformats.org/officeDocument/2006/relationships/image" Target="../media/image357.png"/><Relationship Id="rId42" Type="http://schemas.openxmlformats.org/officeDocument/2006/relationships/image" Target="../media/image365.png"/><Relationship Id="rId7" Type="http://schemas.openxmlformats.org/officeDocument/2006/relationships/image" Target="../media/image332.png"/><Relationship Id="rId2" Type="http://schemas.openxmlformats.org/officeDocument/2006/relationships/image" Target="../media/image327.jpg"/><Relationship Id="rId16" Type="http://schemas.openxmlformats.org/officeDocument/2006/relationships/image" Target="../media/image339.png"/><Relationship Id="rId29" Type="http://schemas.openxmlformats.org/officeDocument/2006/relationships/image" Target="../media/image35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png"/><Relationship Id="rId11" Type="http://schemas.openxmlformats.org/officeDocument/2006/relationships/image" Target="../media/image67.jpg"/><Relationship Id="rId24" Type="http://schemas.openxmlformats.org/officeDocument/2006/relationships/image" Target="../media/image347.png"/><Relationship Id="rId32" Type="http://schemas.openxmlformats.org/officeDocument/2006/relationships/image" Target="../media/image355.png"/><Relationship Id="rId37" Type="http://schemas.openxmlformats.org/officeDocument/2006/relationships/image" Target="../media/image360.png"/><Relationship Id="rId40" Type="http://schemas.openxmlformats.org/officeDocument/2006/relationships/image" Target="../media/image363.png"/><Relationship Id="rId45" Type="http://schemas.openxmlformats.org/officeDocument/2006/relationships/image" Target="../media/image368.png"/><Relationship Id="rId5" Type="http://schemas.openxmlformats.org/officeDocument/2006/relationships/image" Target="../media/image330.png"/><Relationship Id="rId15" Type="http://schemas.openxmlformats.org/officeDocument/2006/relationships/image" Target="../media/image338.png"/><Relationship Id="rId23" Type="http://schemas.openxmlformats.org/officeDocument/2006/relationships/image" Target="../media/image346.png"/><Relationship Id="rId28" Type="http://schemas.openxmlformats.org/officeDocument/2006/relationships/image" Target="../media/image351.png"/><Relationship Id="rId36" Type="http://schemas.openxmlformats.org/officeDocument/2006/relationships/image" Target="../media/image359.png"/><Relationship Id="rId10" Type="http://schemas.openxmlformats.org/officeDocument/2006/relationships/image" Target="../media/image335.png"/><Relationship Id="rId19" Type="http://schemas.openxmlformats.org/officeDocument/2006/relationships/image" Target="../media/image342.png"/><Relationship Id="rId31" Type="http://schemas.openxmlformats.org/officeDocument/2006/relationships/image" Target="../media/image354.png"/><Relationship Id="rId44" Type="http://schemas.openxmlformats.org/officeDocument/2006/relationships/image" Target="../media/image367.png"/><Relationship Id="rId4" Type="http://schemas.openxmlformats.org/officeDocument/2006/relationships/image" Target="../media/image329.png"/><Relationship Id="rId9" Type="http://schemas.openxmlformats.org/officeDocument/2006/relationships/image" Target="../media/image334.png"/><Relationship Id="rId14" Type="http://schemas.openxmlformats.org/officeDocument/2006/relationships/image" Target="../media/image337.png"/><Relationship Id="rId22" Type="http://schemas.openxmlformats.org/officeDocument/2006/relationships/image" Target="../media/image345.png"/><Relationship Id="rId27" Type="http://schemas.openxmlformats.org/officeDocument/2006/relationships/image" Target="../media/image350.png"/><Relationship Id="rId30" Type="http://schemas.openxmlformats.org/officeDocument/2006/relationships/image" Target="../media/image353.png"/><Relationship Id="rId35" Type="http://schemas.openxmlformats.org/officeDocument/2006/relationships/image" Target="../media/image358.png"/><Relationship Id="rId43" Type="http://schemas.openxmlformats.org/officeDocument/2006/relationships/image" Target="../media/image366.png"/><Relationship Id="rId8" Type="http://schemas.openxmlformats.org/officeDocument/2006/relationships/image" Target="../media/image333.png"/><Relationship Id="rId3" Type="http://schemas.openxmlformats.org/officeDocument/2006/relationships/image" Target="../media/image328.png"/><Relationship Id="rId12" Type="http://schemas.openxmlformats.org/officeDocument/2006/relationships/image" Target="../media/image252.png"/><Relationship Id="rId17" Type="http://schemas.openxmlformats.org/officeDocument/2006/relationships/image" Target="../media/image340.png"/><Relationship Id="rId25" Type="http://schemas.openxmlformats.org/officeDocument/2006/relationships/image" Target="../media/image348.png"/><Relationship Id="rId33" Type="http://schemas.openxmlformats.org/officeDocument/2006/relationships/image" Target="../media/image356.png"/><Relationship Id="rId38" Type="http://schemas.openxmlformats.org/officeDocument/2006/relationships/image" Target="../media/image361.jpg"/><Relationship Id="rId46" Type="http://schemas.openxmlformats.org/officeDocument/2006/relationships/image" Target="../media/image369.png"/><Relationship Id="rId20" Type="http://schemas.openxmlformats.org/officeDocument/2006/relationships/image" Target="../media/image343.jpg"/><Relationship Id="rId41" Type="http://schemas.openxmlformats.org/officeDocument/2006/relationships/image" Target="../media/image364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26" Type="http://schemas.openxmlformats.org/officeDocument/2006/relationships/image" Target="../media/image349.png"/><Relationship Id="rId39" Type="http://schemas.openxmlformats.org/officeDocument/2006/relationships/image" Target="../media/image362.png"/><Relationship Id="rId21" Type="http://schemas.openxmlformats.org/officeDocument/2006/relationships/image" Target="../media/image344.png"/><Relationship Id="rId34" Type="http://schemas.openxmlformats.org/officeDocument/2006/relationships/image" Target="../media/image357.png"/><Relationship Id="rId42" Type="http://schemas.openxmlformats.org/officeDocument/2006/relationships/image" Target="../media/image365.png"/><Relationship Id="rId47" Type="http://schemas.openxmlformats.org/officeDocument/2006/relationships/image" Target="../media/image370.jpg"/><Relationship Id="rId50" Type="http://schemas.openxmlformats.org/officeDocument/2006/relationships/image" Target="../media/image373.png"/><Relationship Id="rId55" Type="http://schemas.openxmlformats.org/officeDocument/2006/relationships/image" Target="../media/image378.png"/><Relationship Id="rId7" Type="http://schemas.openxmlformats.org/officeDocument/2006/relationships/image" Target="../media/image332.png"/><Relationship Id="rId2" Type="http://schemas.openxmlformats.org/officeDocument/2006/relationships/image" Target="../media/image327.jpg"/><Relationship Id="rId16" Type="http://schemas.openxmlformats.org/officeDocument/2006/relationships/image" Target="../media/image339.png"/><Relationship Id="rId29" Type="http://schemas.openxmlformats.org/officeDocument/2006/relationships/image" Target="../media/image352.jpg"/><Relationship Id="rId11" Type="http://schemas.openxmlformats.org/officeDocument/2006/relationships/image" Target="../media/image67.jpg"/><Relationship Id="rId24" Type="http://schemas.openxmlformats.org/officeDocument/2006/relationships/image" Target="../media/image347.png"/><Relationship Id="rId32" Type="http://schemas.openxmlformats.org/officeDocument/2006/relationships/image" Target="../media/image355.png"/><Relationship Id="rId37" Type="http://schemas.openxmlformats.org/officeDocument/2006/relationships/image" Target="../media/image360.png"/><Relationship Id="rId40" Type="http://schemas.openxmlformats.org/officeDocument/2006/relationships/image" Target="../media/image363.png"/><Relationship Id="rId45" Type="http://schemas.openxmlformats.org/officeDocument/2006/relationships/image" Target="../media/image368.png"/><Relationship Id="rId53" Type="http://schemas.openxmlformats.org/officeDocument/2006/relationships/image" Target="../media/image376.png"/><Relationship Id="rId5" Type="http://schemas.openxmlformats.org/officeDocument/2006/relationships/image" Target="../media/image330.png"/><Relationship Id="rId10" Type="http://schemas.openxmlformats.org/officeDocument/2006/relationships/image" Target="../media/image335.png"/><Relationship Id="rId19" Type="http://schemas.openxmlformats.org/officeDocument/2006/relationships/image" Target="../media/image342.png"/><Relationship Id="rId31" Type="http://schemas.openxmlformats.org/officeDocument/2006/relationships/image" Target="../media/image354.png"/><Relationship Id="rId44" Type="http://schemas.openxmlformats.org/officeDocument/2006/relationships/image" Target="../media/image367.png"/><Relationship Id="rId52" Type="http://schemas.openxmlformats.org/officeDocument/2006/relationships/image" Target="../media/image375.png"/><Relationship Id="rId4" Type="http://schemas.openxmlformats.org/officeDocument/2006/relationships/image" Target="../media/image329.png"/><Relationship Id="rId9" Type="http://schemas.openxmlformats.org/officeDocument/2006/relationships/image" Target="../media/image334.png"/><Relationship Id="rId14" Type="http://schemas.openxmlformats.org/officeDocument/2006/relationships/image" Target="../media/image337.png"/><Relationship Id="rId22" Type="http://schemas.openxmlformats.org/officeDocument/2006/relationships/image" Target="../media/image345.png"/><Relationship Id="rId27" Type="http://schemas.openxmlformats.org/officeDocument/2006/relationships/image" Target="../media/image350.png"/><Relationship Id="rId30" Type="http://schemas.openxmlformats.org/officeDocument/2006/relationships/image" Target="../media/image353.png"/><Relationship Id="rId35" Type="http://schemas.openxmlformats.org/officeDocument/2006/relationships/image" Target="../media/image358.png"/><Relationship Id="rId43" Type="http://schemas.openxmlformats.org/officeDocument/2006/relationships/image" Target="../media/image366.png"/><Relationship Id="rId48" Type="http://schemas.openxmlformats.org/officeDocument/2006/relationships/image" Target="../media/image371.png"/><Relationship Id="rId8" Type="http://schemas.openxmlformats.org/officeDocument/2006/relationships/image" Target="../media/image333.png"/><Relationship Id="rId51" Type="http://schemas.openxmlformats.org/officeDocument/2006/relationships/image" Target="../media/image374.png"/><Relationship Id="rId3" Type="http://schemas.openxmlformats.org/officeDocument/2006/relationships/image" Target="../media/image328.png"/><Relationship Id="rId12" Type="http://schemas.openxmlformats.org/officeDocument/2006/relationships/image" Target="../media/image252.png"/><Relationship Id="rId17" Type="http://schemas.openxmlformats.org/officeDocument/2006/relationships/image" Target="../media/image340.png"/><Relationship Id="rId25" Type="http://schemas.openxmlformats.org/officeDocument/2006/relationships/image" Target="../media/image348.png"/><Relationship Id="rId33" Type="http://schemas.openxmlformats.org/officeDocument/2006/relationships/image" Target="../media/image356.png"/><Relationship Id="rId38" Type="http://schemas.openxmlformats.org/officeDocument/2006/relationships/image" Target="../media/image361.jpg"/><Relationship Id="rId46" Type="http://schemas.openxmlformats.org/officeDocument/2006/relationships/image" Target="../media/image369.png"/><Relationship Id="rId20" Type="http://schemas.openxmlformats.org/officeDocument/2006/relationships/image" Target="../media/image343.jpg"/><Relationship Id="rId41" Type="http://schemas.openxmlformats.org/officeDocument/2006/relationships/image" Target="../media/image364.png"/><Relationship Id="rId54" Type="http://schemas.openxmlformats.org/officeDocument/2006/relationships/image" Target="../media/image3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png"/><Relationship Id="rId15" Type="http://schemas.openxmlformats.org/officeDocument/2006/relationships/image" Target="../media/image338.png"/><Relationship Id="rId23" Type="http://schemas.openxmlformats.org/officeDocument/2006/relationships/image" Target="../media/image346.png"/><Relationship Id="rId28" Type="http://schemas.openxmlformats.org/officeDocument/2006/relationships/image" Target="../media/image351.png"/><Relationship Id="rId36" Type="http://schemas.openxmlformats.org/officeDocument/2006/relationships/image" Target="../media/image359.png"/><Relationship Id="rId49" Type="http://schemas.openxmlformats.org/officeDocument/2006/relationships/image" Target="../media/image372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7.png"/><Relationship Id="rId18" Type="http://schemas.openxmlformats.org/officeDocument/2006/relationships/image" Target="../media/image343.jpg"/><Relationship Id="rId26" Type="http://schemas.openxmlformats.org/officeDocument/2006/relationships/image" Target="../media/image352.jpg"/><Relationship Id="rId39" Type="http://schemas.openxmlformats.org/officeDocument/2006/relationships/image" Target="../media/image367.png"/><Relationship Id="rId21" Type="http://schemas.openxmlformats.org/officeDocument/2006/relationships/image" Target="../media/image346.png"/><Relationship Id="rId34" Type="http://schemas.openxmlformats.org/officeDocument/2006/relationships/image" Target="../media/image361.jpg"/><Relationship Id="rId42" Type="http://schemas.openxmlformats.org/officeDocument/2006/relationships/image" Target="../media/image370.jpg"/><Relationship Id="rId47" Type="http://schemas.openxmlformats.org/officeDocument/2006/relationships/image" Target="../media/image375.png"/><Relationship Id="rId7" Type="http://schemas.openxmlformats.org/officeDocument/2006/relationships/image" Target="../media/image333.png"/><Relationship Id="rId2" Type="http://schemas.openxmlformats.org/officeDocument/2006/relationships/image" Target="../media/image327.jpg"/><Relationship Id="rId16" Type="http://schemas.openxmlformats.org/officeDocument/2006/relationships/image" Target="../media/image341.png"/><Relationship Id="rId29" Type="http://schemas.openxmlformats.org/officeDocument/2006/relationships/image" Target="../media/image355.png"/><Relationship Id="rId11" Type="http://schemas.openxmlformats.org/officeDocument/2006/relationships/image" Target="../media/image252.png"/><Relationship Id="rId24" Type="http://schemas.openxmlformats.org/officeDocument/2006/relationships/image" Target="../media/image350.png"/><Relationship Id="rId32" Type="http://schemas.openxmlformats.org/officeDocument/2006/relationships/image" Target="../media/image359.png"/><Relationship Id="rId37" Type="http://schemas.openxmlformats.org/officeDocument/2006/relationships/image" Target="../media/image364.png"/><Relationship Id="rId40" Type="http://schemas.openxmlformats.org/officeDocument/2006/relationships/image" Target="../media/image368.png"/><Relationship Id="rId45" Type="http://schemas.openxmlformats.org/officeDocument/2006/relationships/image" Target="../media/image373.png"/><Relationship Id="rId5" Type="http://schemas.openxmlformats.org/officeDocument/2006/relationships/image" Target="../media/image331.png"/><Relationship Id="rId15" Type="http://schemas.openxmlformats.org/officeDocument/2006/relationships/image" Target="../media/image340.png"/><Relationship Id="rId23" Type="http://schemas.openxmlformats.org/officeDocument/2006/relationships/image" Target="../media/image349.png"/><Relationship Id="rId28" Type="http://schemas.openxmlformats.org/officeDocument/2006/relationships/image" Target="../media/image354.png"/><Relationship Id="rId36" Type="http://schemas.openxmlformats.org/officeDocument/2006/relationships/image" Target="../media/image363.png"/><Relationship Id="rId49" Type="http://schemas.openxmlformats.org/officeDocument/2006/relationships/image" Target="../media/image378.png"/><Relationship Id="rId10" Type="http://schemas.openxmlformats.org/officeDocument/2006/relationships/image" Target="../media/image67.jpg"/><Relationship Id="rId19" Type="http://schemas.openxmlformats.org/officeDocument/2006/relationships/image" Target="../media/image344.png"/><Relationship Id="rId31" Type="http://schemas.openxmlformats.org/officeDocument/2006/relationships/image" Target="../media/image357.png"/><Relationship Id="rId44" Type="http://schemas.openxmlformats.org/officeDocument/2006/relationships/image" Target="../media/image372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Relationship Id="rId14" Type="http://schemas.openxmlformats.org/officeDocument/2006/relationships/image" Target="../media/image339.png"/><Relationship Id="rId22" Type="http://schemas.openxmlformats.org/officeDocument/2006/relationships/image" Target="../media/image348.png"/><Relationship Id="rId27" Type="http://schemas.openxmlformats.org/officeDocument/2006/relationships/image" Target="../media/image353.png"/><Relationship Id="rId30" Type="http://schemas.openxmlformats.org/officeDocument/2006/relationships/image" Target="../media/image356.png"/><Relationship Id="rId35" Type="http://schemas.openxmlformats.org/officeDocument/2006/relationships/image" Target="../media/image362.png"/><Relationship Id="rId43" Type="http://schemas.openxmlformats.org/officeDocument/2006/relationships/image" Target="../media/image371.png"/><Relationship Id="rId48" Type="http://schemas.openxmlformats.org/officeDocument/2006/relationships/image" Target="../media/image377.png"/><Relationship Id="rId8" Type="http://schemas.openxmlformats.org/officeDocument/2006/relationships/image" Target="../media/image334.png"/><Relationship Id="rId3" Type="http://schemas.openxmlformats.org/officeDocument/2006/relationships/image" Target="../media/image328.png"/><Relationship Id="rId12" Type="http://schemas.openxmlformats.org/officeDocument/2006/relationships/image" Target="../media/image336.png"/><Relationship Id="rId17" Type="http://schemas.openxmlformats.org/officeDocument/2006/relationships/image" Target="../media/image342.png"/><Relationship Id="rId25" Type="http://schemas.openxmlformats.org/officeDocument/2006/relationships/image" Target="../media/image351.png"/><Relationship Id="rId33" Type="http://schemas.openxmlformats.org/officeDocument/2006/relationships/image" Target="../media/image360.png"/><Relationship Id="rId38" Type="http://schemas.openxmlformats.org/officeDocument/2006/relationships/image" Target="../media/image366.png"/><Relationship Id="rId46" Type="http://schemas.openxmlformats.org/officeDocument/2006/relationships/image" Target="../media/image374.png"/><Relationship Id="rId20" Type="http://schemas.openxmlformats.org/officeDocument/2006/relationships/image" Target="../media/image345.png"/><Relationship Id="rId41" Type="http://schemas.openxmlformats.org/officeDocument/2006/relationships/image" Target="../media/image3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7.png"/><Relationship Id="rId18" Type="http://schemas.openxmlformats.org/officeDocument/2006/relationships/image" Target="../media/image343.jpg"/><Relationship Id="rId26" Type="http://schemas.openxmlformats.org/officeDocument/2006/relationships/image" Target="../media/image352.jpg"/><Relationship Id="rId39" Type="http://schemas.openxmlformats.org/officeDocument/2006/relationships/image" Target="../media/image367.png"/><Relationship Id="rId21" Type="http://schemas.openxmlformats.org/officeDocument/2006/relationships/image" Target="../media/image346.png"/><Relationship Id="rId34" Type="http://schemas.openxmlformats.org/officeDocument/2006/relationships/image" Target="../media/image361.jpg"/><Relationship Id="rId42" Type="http://schemas.openxmlformats.org/officeDocument/2006/relationships/image" Target="../media/image370.jpg"/><Relationship Id="rId47" Type="http://schemas.openxmlformats.org/officeDocument/2006/relationships/image" Target="../media/image375.png"/><Relationship Id="rId7" Type="http://schemas.openxmlformats.org/officeDocument/2006/relationships/image" Target="../media/image333.png"/><Relationship Id="rId2" Type="http://schemas.openxmlformats.org/officeDocument/2006/relationships/image" Target="../media/image327.jpg"/><Relationship Id="rId16" Type="http://schemas.openxmlformats.org/officeDocument/2006/relationships/image" Target="../media/image341.png"/><Relationship Id="rId29" Type="http://schemas.openxmlformats.org/officeDocument/2006/relationships/image" Target="../media/image355.png"/><Relationship Id="rId11" Type="http://schemas.openxmlformats.org/officeDocument/2006/relationships/image" Target="../media/image252.png"/><Relationship Id="rId24" Type="http://schemas.openxmlformats.org/officeDocument/2006/relationships/image" Target="../media/image350.png"/><Relationship Id="rId32" Type="http://schemas.openxmlformats.org/officeDocument/2006/relationships/image" Target="../media/image359.png"/><Relationship Id="rId37" Type="http://schemas.openxmlformats.org/officeDocument/2006/relationships/image" Target="../media/image364.png"/><Relationship Id="rId40" Type="http://schemas.openxmlformats.org/officeDocument/2006/relationships/image" Target="../media/image368.png"/><Relationship Id="rId45" Type="http://schemas.openxmlformats.org/officeDocument/2006/relationships/image" Target="../media/image373.png"/><Relationship Id="rId5" Type="http://schemas.openxmlformats.org/officeDocument/2006/relationships/image" Target="../media/image331.png"/><Relationship Id="rId15" Type="http://schemas.openxmlformats.org/officeDocument/2006/relationships/image" Target="../media/image340.png"/><Relationship Id="rId23" Type="http://schemas.openxmlformats.org/officeDocument/2006/relationships/image" Target="../media/image349.png"/><Relationship Id="rId28" Type="http://schemas.openxmlformats.org/officeDocument/2006/relationships/image" Target="../media/image354.png"/><Relationship Id="rId36" Type="http://schemas.openxmlformats.org/officeDocument/2006/relationships/image" Target="../media/image363.png"/><Relationship Id="rId49" Type="http://schemas.openxmlformats.org/officeDocument/2006/relationships/image" Target="../media/image378.png"/><Relationship Id="rId10" Type="http://schemas.openxmlformats.org/officeDocument/2006/relationships/image" Target="../media/image67.jpg"/><Relationship Id="rId19" Type="http://schemas.openxmlformats.org/officeDocument/2006/relationships/image" Target="../media/image344.png"/><Relationship Id="rId31" Type="http://schemas.openxmlformats.org/officeDocument/2006/relationships/image" Target="../media/image357.png"/><Relationship Id="rId44" Type="http://schemas.openxmlformats.org/officeDocument/2006/relationships/image" Target="../media/image372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Relationship Id="rId14" Type="http://schemas.openxmlformats.org/officeDocument/2006/relationships/image" Target="../media/image339.png"/><Relationship Id="rId22" Type="http://schemas.openxmlformats.org/officeDocument/2006/relationships/image" Target="../media/image348.png"/><Relationship Id="rId27" Type="http://schemas.openxmlformats.org/officeDocument/2006/relationships/image" Target="../media/image353.png"/><Relationship Id="rId30" Type="http://schemas.openxmlformats.org/officeDocument/2006/relationships/image" Target="../media/image356.png"/><Relationship Id="rId35" Type="http://schemas.openxmlformats.org/officeDocument/2006/relationships/image" Target="../media/image362.png"/><Relationship Id="rId43" Type="http://schemas.openxmlformats.org/officeDocument/2006/relationships/image" Target="../media/image371.png"/><Relationship Id="rId48" Type="http://schemas.openxmlformats.org/officeDocument/2006/relationships/image" Target="../media/image377.png"/><Relationship Id="rId8" Type="http://schemas.openxmlformats.org/officeDocument/2006/relationships/image" Target="../media/image334.png"/><Relationship Id="rId3" Type="http://schemas.openxmlformats.org/officeDocument/2006/relationships/image" Target="../media/image328.png"/><Relationship Id="rId12" Type="http://schemas.openxmlformats.org/officeDocument/2006/relationships/image" Target="../media/image336.png"/><Relationship Id="rId17" Type="http://schemas.openxmlformats.org/officeDocument/2006/relationships/image" Target="../media/image342.png"/><Relationship Id="rId25" Type="http://schemas.openxmlformats.org/officeDocument/2006/relationships/image" Target="../media/image351.png"/><Relationship Id="rId33" Type="http://schemas.openxmlformats.org/officeDocument/2006/relationships/image" Target="../media/image360.png"/><Relationship Id="rId38" Type="http://schemas.openxmlformats.org/officeDocument/2006/relationships/image" Target="../media/image366.png"/><Relationship Id="rId46" Type="http://schemas.openxmlformats.org/officeDocument/2006/relationships/image" Target="../media/image374.png"/><Relationship Id="rId20" Type="http://schemas.openxmlformats.org/officeDocument/2006/relationships/image" Target="../media/image345.png"/><Relationship Id="rId41" Type="http://schemas.openxmlformats.org/officeDocument/2006/relationships/image" Target="../media/image3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7.png"/><Relationship Id="rId18" Type="http://schemas.openxmlformats.org/officeDocument/2006/relationships/image" Target="../media/image343.jpg"/><Relationship Id="rId26" Type="http://schemas.openxmlformats.org/officeDocument/2006/relationships/image" Target="../media/image352.jpg"/><Relationship Id="rId39" Type="http://schemas.openxmlformats.org/officeDocument/2006/relationships/image" Target="../media/image367.png"/><Relationship Id="rId21" Type="http://schemas.openxmlformats.org/officeDocument/2006/relationships/image" Target="../media/image346.png"/><Relationship Id="rId34" Type="http://schemas.openxmlformats.org/officeDocument/2006/relationships/image" Target="../media/image361.jpg"/><Relationship Id="rId42" Type="http://schemas.openxmlformats.org/officeDocument/2006/relationships/image" Target="../media/image370.jpg"/><Relationship Id="rId47" Type="http://schemas.openxmlformats.org/officeDocument/2006/relationships/image" Target="../media/image375.png"/><Relationship Id="rId7" Type="http://schemas.openxmlformats.org/officeDocument/2006/relationships/image" Target="../media/image333.png"/><Relationship Id="rId2" Type="http://schemas.openxmlformats.org/officeDocument/2006/relationships/image" Target="../media/image327.jpg"/><Relationship Id="rId16" Type="http://schemas.openxmlformats.org/officeDocument/2006/relationships/image" Target="../media/image341.png"/><Relationship Id="rId29" Type="http://schemas.openxmlformats.org/officeDocument/2006/relationships/image" Target="../media/image355.png"/><Relationship Id="rId11" Type="http://schemas.openxmlformats.org/officeDocument/2006/relationships/image" Target="../media/image252.png"/><Relationship Id="rId24" Type="http://schemas.openxmlformats.org/officeDocument/2006/relationships/image" Target="../media/image350.png"/><Relationship Id="rId32" Type="http://schemas.openxmlformats.org/officeDocument/2006/relationships/image" Target="../media/image359.png"/><Relationship Id="rId37" Type="http://schemas.openxmlformats.org/officeDocument/2006/relationships/image" Target="../media/image364.png"/><Relationship Id="rId40" Type="http://schemas.openxmlformats.org/officeDocument/2006/relationships/image" Target="../media/image368.png"/><Relationship Id="rId45" Type="http://schemas.openxmlformats.org/officeDocument/2006/relationships/image" Target="../media/image373.png"/><Relationship Id="rId5" Type="http://schemas.openxmlformats.org/officeDocument/2006/relationships/image" Target="../media/image331.png"/><Relationship Id="rId15" Type="http://schemas.openxmlformats.org/officeDocument/2006/relationships/image" Target="../media/image340.png"/><Relationship Id="rId23" Type="http://schemas.openxmlformats.org/officeDocument/2006/relationships/image" Target="../media/image349.png"/><Relationship Id="rId28" Type="http://schemas.openxmlformats.org/officeDocument/2006/relationships/image" Target="../media/image354.png"/><Relationship Id="rId36" Type="http://schemas.openxmlformats.org/officeDocument/2006/relationships/image" Target="../media/image363.png"/><Relationship Id="rId49" Type="http://schemas.openxmlformats.org/officeDocument/2006/relationships/image" Target="../media/image378.png"/><Relationship Id="rId10" Type="http://schemas.openxmlformats.org/officeDocument/2006/relationships/image" Target="../media/image67.jpg"/><Relationship Id="rId19" Type="http://schemas.openxmlformats.org/officeDocument/2006/relationships/image" Target="../media/image344.png"/><Relationship Id="rId31" Type="http://schemas.openxmlformats.org/officeDocument/2006/relationships/image" Target="../media/image357.png"/><Relationship Id="rId44" Type="http://schemas.openxmlformats.org/officeDocument/2006/relationships/image" Target="../media/image372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Relationship Id="rId14" Type="http://schemas.openxmlformats.org/officeDocument/2006/relationships/image" Target="../media/image339.png"/><Relationship Id="rId22" Type="http://schemas.openxmlformats.org/officeDocument/2006/relationships/image" Target="../media/image348.png"/><Relationship Id="rId27" Type="http://schemas.openxmlformats.org/officeDocument/2006/relationships/image" Target="../media/image353.png"/><Relationship Id="rId30" Type="http://schemas.openxmlformats.org/officeDocument/2006/relationships/image" Target="../media/image356.png"/><Relationship Id="rId35" Type="http://schemas.openxmlformats.org/officeDocument/2006/relationships/image" Target="../media/image362.png"/><Relationship Id="rId43" Type="http://schemas.openxmlformats.org/officeDocument/2006/relationships/image" Target="../media/image371.png"/><Relationship Id="rId48" Type="http://schemas.openxmlformats.org/officeDocument/2006/relationships/image" Target="../media/image377.png"/><Relationship Id="rId8" Type="http://schemas.openxmlformats.org/officeDocument/2006/relationships/image" Target="../media/image334.png"/><Relationship Id="rId3" Type="http://schemas.openxmlformats.org/officeDocument/2006/relationships/image" Target="../media/image328.png"/><Relationship Id="rId12" Type="http://schemas.openxmlformats.org/officeDocument/2006/relationships/image" Target="../media/image336.png"/><Relationship Id="rId17" Type="http://schemas.openxmlformats.org/officeDocument/2006/relationships/image" Target="../media/image342.png"/><Relationship Id="rId25" Type="http://schemas.openxmlformats.org/officeDocument/2006/relationships/image" Target="../media/image351.png"/><Relationship Id="rId33" Type="http://schemas.openxmlformats.org/officeDocument/2006/relationships/image" Target="../media/image360.png"/><Relationship Id="rId38" Type="http://schemas.openxmlformats.org/officeDocument/2006/relationships/image" Target="../media/image366.png"/><Relationship Id="rId46" Type="http://schemas.openxmlformats.org/officeDocument/2006/relationships/image" Target="../media/image374.png"/><Relationship Id="rId20" Type="http://schemas.openxmlformats.org/officeDocument/2006/relationships/image" Target="../media/image345.png"/><Relationship Id="rId41" Type="http://schemas.openxmlformats.org/officeDocument/2006/relationships/image" Target="../media/image3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7.png"/><Relationship Id="rId18" Type="http://schemas.openxmlformats.org/officeDocument/2006/relationships/image" Target="../media/image343.jpg"/><Relationship Id="rId26" Type="http://schemas.openxmlformats.org/officeDocument/2006/relationships/image" Target="../media/image352.jpg"/><Relationship Id="rId39" Type="http://schemas.openxmlformats.org/officeDocument/2006/relationships/image" Target="../media/image367.png"/><Relationship Id="rId21" Type="http://schemas.openxmlformats.org/officeDocument/2006/relationships/image" Target="../media/image346.png"/><Relationship Id="rId34" Type="http://schemas.openxmlformats.org/officeDocument/2006/relationships/image" Target="../media/image361.jpg"/><Relationship Id="rId42" Type="http://schemas.openxmlformats.org/officeDocument/2006/relationships/image" Target="../media/image370.jpg"/><Relationship Id="rId47" Type="http://schemas.openxmlformats.org/officeDocument/2006/relationships/image" Target="../media/image375.png"/><Relationship Id="rId50" Type="http://schemas.openxmlformats.org/officeDocument/2006/relationships/image" Target="../media/image329.png"/><Relationship Id="rId55" Type="http://schemas.openxmlformats.org/officeDocument/2006/relationships/image" Target="../media/image376.png"/><Relationship Id="rId7" Type="http://schemas.openxmlformats.org/officeDocument/2006/relationships/image" Target="../media/image333.png"/><Relationship Id="rId2" Type="http://schemas.openxmlformats.org/officeDocument/2006/relationships/image" Target="../media/image327.jpg"/><Relationship Id="rId16" Type="http://schemas.openxmlformats.org/officeDocument/2006/relationships/image" Target="../media/image341.png"/><Relationship Id="rId29" Type="http://schemas.openxmlformats.org/officeDocument/2006/relationships/image" Target="../media/image355.png"/><Relationship Id="rId11" Type="http://schemas.openxmlformats.org/officeDocument/2006/relationships/image" Target="../media/image252.png"/><Relationship Id="rId24" Type="http://schemas.openxmlformats.org/officeDocument/2006/relationships/image" Target="../media/image350.png"/><Relationship Id="rId32" Type="http://schemas.openxmlformats.org/officeDocument/2006/relationships/image" Target="../media/image359.png"/><Relationship Id="rId37" Type="http://schemas.openxmlformats.org/officeDocument/2006/relationships/image" Target="../media/image364.png"/><Relationship Id="rId40" Type="http://schemas.openxmlformats.org/officeDocument/2006/relationships/image" Target="../media/image368.png"/><Relationship Id="rId45" Type="http://schemas.openxmlformats.org/officeDocument/2006/relationships/image" Target="../media/image373.png"/><Relationship Id="rId53" Type="http://schemas.openxmlformats.org/officeDocument/2006/relationships/image" Target="../media/image358.png"/><Relationship Id="rId5" Type="http://schemas.openxmlformats.org/officeDocument/2006/relationships/image" Target="../media/image331.png"/><Relationship Id="rId10" Type="http://schemas.openxmlformats.org/officeDocument/2006/relationships/image" Target="../media/image67.jpg"/><Relationship Id="rId19" Type="http://schemas.openxmlformats.org/officeDocument/2006/relationships/image" Target="../media/image344.png"/><Relationship Id="rId31" Type="http://schemas.openxmlformats.org/officeDocument/2006/relationships/image" Target="../media/image357.png"/><Relationship Id="rId44" Type="http://schemas.openxmlformats.org/officeDocument/2006/relationships/image" Target="../media/image372.png"/><Relationship Id="rId52" Type="http://schemas.openxmlformats.org/officeDocument/2006/relationships/image" Target="../media/image347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Relationship Id="rId14" Type="http://schemas.openxmlformats.org/officeDocument/2006/relationships/image" Target="../media/image339.png"/><Relationship Id="rId22" Type="http://schemas.openxmlformats.org/officeDocument/2006/relationships/image" Target="../media/image348.png"/><Relationship Id="rId27" Type="http://schemas.openxmlformats.org/officeDocument/2006/relationships/image" Target="../media/image353.png"/><Relationship Id="rId30" Type="http://schemas.openxmlformats.org/officeDocument/2006/relationships/image" Target="../media/image356.png"/><Relationship Id="rId35" Type="http://schemas.openxmlformats.org/officeDocument/2006/relationships/image" Target="../media/image362.png"/><Relationship Id="rId43" Type="http://schemas.openxmlformats.org/officeDocument/2006/relationships/image" Target="../media/image371.png"/><Relationship Id="rId48" Type="http://schemas.openxmlformats.org/officeDocument/2006/relationships/image" Target="../media/image377.png"/><Relationship Id="rId8" Type="http://schemas.openxmlformats.org/officeDocument/2006/relationships/image" Target="../media/image334.png"/><Relationship Id="rId51" Type="http://schemas.openxmlformats.org/officeDocument/2006/relationships/image" Target="../media/image338.png"/><Relationship Id="rId3" Type="http://schemas.openxmlformats.org/officeDocument/2006/relationships/image" Target="../media/image328.png"/><Relationship Id="rId12" Type="http://schemas.openxmlformats.org/officeDocument/2006/relationships/image" Target="../media/image336.png"/><Relationship Id="rId17" Type="http://schemas.openxmlformats.org/officeDocument/2006/relationships/image" Target="../media/image342.png"/><Relationship Id="rId25" Type="http://schemas.openxmlformats.org/officeDocument/2006/relationships/image" Target="../media/image351.png"/><Relationship Id="rId33" Type="http://schemas.openxmlformats.org/officeDocument/2006/relationships/image" Target="../media/image360.png"/><Relationship Id="rId38" Type="http://schemas.openxmlformats.org/officeDocument/2006/relationships/image" Target="../media/image366.png"/><Relationship Id="rId46" Type="http://schemas.openxmlformats.org/officeDocument/2006/relationships/image" Target="../media/image374.png"/><Relationship Id="rId20" Type="http://schemas.openxmlformats.org/officeDocument/2006/relationships/image" Target="../media/image345.png"/><Relationship Id="rId41" Type="http://schemas.openxmlformats.org/officeDocument/2006/relationships/image" Target="../media/image369.png"/><Relationship Id="rId54" Type="http://schemas.openxmlformats.org/officeDocument/2006/relationships/image" Target="../media/image3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Relationship Id="rId15" Type="http://schemas.openxmlformats.org/officeDocument/2006/relationships/image" Target="../media/image340.png"/><Relationship Id="rId23" Type="http://schemas.openxmlformats.org/officeDocument/2006/relationships/image" Target="../media/image349.png"/><Relationship Id="rId28" Type="http://schemas.openxmlformats.org/officeDocument/2006/relationships/image" Target="../media/image354.png"/><Relationship Id="rId36" Type="http://schemas.openxmlformats.org/officeDocument/2006/relationships/image" Target="../media/image363.png"/><Relationship Id="rId49" Type="http://schemas.openxmlformats.org/officeDocument/2006/relationships/image" Target="../media/image37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13" Type="http://schemas.openxmlformats.org/officeDocument/2006/relationships/image" Target="../media/image382.png"/><Relationship Id="rId18" Type="http://schemas.openxmlformats.org/officeDocument/2006/relationships/image" Target="../media/image387.png"/><Relationship Id="rId3" Type="http://schemas.openxmlformats.org/officeDocument/2006/relationships/image" Target="../media/image371.png"/><Relationship Id="rId7" Type="http://schemas.openxmlformats.org/officeDocument/2006/relationships/image" Target="../media/image375.png"/><Relationship Id="rId12" Type="http://schemas.openxmlformats.org/officeDocument/2006/relationships/image" Target="../media/image381.png"/><Relationship Id="rId17" Type="http://schemas.openxmlformats.org/officeDocument/2006/relationships/image" Target="../media/image386.png"/><Relationship Id="rId2" Type="http://schemas.openxmlformats.org/officeDocument/2006/relationships/image" Target="../media/image370.jpg"/><Relationship Id="rId16" Type="http://schemas.openxmlformats.org/officeDocument/2006/relationships/image" Target="../media/image3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4.png"/><Relationship Id="rId11" Type="http://schemas.openxmlformats.org/officeDocument/2006/relationships/image" Target="../media/image379.jpg"/><Relationship Id="rId5" Type="http://schemas.openxmlformats.org/officeDocument/2006/relationships/image" Target="../media/image373.png"/><Relationship Id="rId15" Type="http://schemas.openxmlformats.org/officeDocument/2006/relationships/image" Target="../media/image384.png"/><Relationship Id="rId10" Type="http://schemas.openxmlformats.org/officeDocument/2006/relationships/image" Target="../media/image378.png"/><Relationship Id="rId19" Type="http://schemas.openxmlformats.org/officeDocument/2006/relationships/image" Target="../media/image388.png"/><Relationship Id="rId4" Type="http://schemas.openxmlformats.org/officeDocument/2006/relationships/image" Target="../media/image372.png"/><Relationship Id="rId9" Type="http://schemas.openxmlformats.org/officeDocument/2006/relationships/image" Target="../media/image377.png"/><Relationship Id="rId14" Type="http://schemas.openxmlformats.org/officeDocument/2006/relationships/image" Target="../media/image383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26" Type="http://schemas.openxmlformats.org/officeDocument/2006/relationships/image" Target="../media/image349.png"/><Relationship Id="rId39" Type="http://schemas.openxmlformats.org/officeDocument/2006/relationships/image" Target="../media/image362.png"/><Relationship Id="rId21" Type="http://schemas.openxmlformats.org/officeDocument/2006/relationships/image" Target="../media/image344.png"/><Relationship Id="rId34" Type="http://schemas.openxmlformats.org/officeDocument/2006/relationships/image" Target="../media/image357.png"/><Relationship Id="rId42" Type="http://schemas.openxmlformats.org/officeDocument/2006/relationships/image" Target="../media/image365.png"/><Relationship Id="rId47" Type="http://schemas.openxmlformats.org/officeDocument/2006/relationships/image" Target="../media/image370.jpg"/><Relationship Id="rId50" Type="http://schemas.openxmlformats.org/officeDocument/2006/relationships/image" Target="../media/image373.png"/><Relationship Id="rId55" Type="http://schemas.openxmlformats.org/officeDocument/2006/relationships/image" Target="../media/image378.png"/><Relationship Id="rId7" Type="http://schemas.openxmlformats.org/officeDocument/2006/relationships/image" Target="../media/image332.png"/><Relationship Id="rId2" Type="http://schemas.openxmlformats.org/officeDocument/2006/relationships/image" Target="../media/image327.jpg"/><Relationship Id="rId16" Type="http://schemas.openxmlformats.org/officeDocument/2006/relationships/image" Target="../media/image339.png"/><Relationship Id="rId29" Type="http://schemas.openxmlformats.org/officeDocument/2006/relationships/image" Target="../media/image352.jpg"/><Relationship Id="rId11" Type="http://schemas.openxmlformats.org/officeDocument/2006/relationships/image" Target="../media/image67.jpg"/><Relationship Id="rId24" Type="http://schemas.openxmlformats.org/officeDocument/2006/relationships/image" Target="../media/image347.png"/><Relationship Id="rId32" Type="http://schemas.openxmlformats.org/officeDocument/2006/relationships/image" Target="../media/image355.png"/><Relationship Id="rId37" Type="http://schemas.openxmlformats.org/officeDocument/2006/relationships/image" Target="../media/image360.png"/><Relationship Id="rId40" Type="http://schemas.openxmlformats.org/officeDocument/2006/relationships/image" Target="../media/image363.png"/><Relationship Id="rId45" Type="http://schemas.openxmlformats.org/officeDocument/2006/relationships/image" Target="../media/image368.png"/><Relationship Id="rId53" Type="http://schemas.openxmlformats.org/officeDocument/2006/relationships/image" Target="../media/image376.png"/><Relationship Id="rId5" Type="http://schemas.openxmlformats.org/officeDocument/2006/relationships/image" Target="../media/image330.png"/><Relationship Id="rId10" Type="http://schemas.openxmlformats.org/officeDocument/2006/relationships/image" Target="../media/image335.png"/><Relationship Id="rId19" Type="http://schemas.openxmlformats.org/officeDocument/2006/relationships/image" Target="../media/image342.png"/><Relationship Id="rId31" Type="http://schemas.openxmlformats.org/officeDocument/2006/relationships/image" Target="../media/image354.png"/><Relationship Id="rId44" Type="http://schemas.openxmlformats.org/officeDocument/2006/relationships/image" Target="../media/image367.png"/><Relationship Id="rId52" Type="http://schemas.openxmlformats.org/officeDocument/2006/relationships/image" Target="../media/image375.png"/><Relationship Id="rId4" Type="http://schemas.openxmlformats.org/officeDocument/2006/relationships/image" Target="../media/image329.png"/><Relationship Id="rId9" Type="http://schemas.openxmlformats.org/officeDocument/2006/relationships/image" Target="../media/image334.png"/><Relationship Id="rId14" Type="http://schemas.openxmlformats.org/officeDocument/2006/relationships/image" Target="../media/image337.png"/><Relationship Id="rId22" Type="http://schemas.openxmlformats.org/officeDocument/2006/relationships/image" Target="../media/image345.png"/><Relationship Id="rId27" Type="http://schemas.openxmlformats.org/officeDocument/2006/relationships/image" Target="../media/image350.png"/><Relationship Id="rId30" Type="http://schemas.openxmlformats.org/officeDocument/2006/relationships/image" Target="../media/image353.png"/><Relationship Id="rId35" Type="http://schemas.openxmlformats.org/officeDocument/2006/relationships/image" Target="../media/image358.png"/><Relationship Id="rId43" Type="http://schemas.openxmlformats.org/officeDocument/2006/relationships/image" Target="../media/image366.png"/><Relationship Id="rId48" Type="http://schemas.openxmlformats.org/officeDocument/2006/relationships/image" Target="../media/image371.png"/><Relationship Id="rId8" Type="http://schemas.openxmlformats.org/officeDocument/2006/relationships/image" Target="../media/image333.png"/><Relationship Id="rId51" Type="http://schemas.openxmlformats.org/officeDocument/2006/relationships/image" Target="../media/image374.png"/><Relationship Id="rId3" Type="http://schemas.openxmlformats.org/officeDocument/2006/relationships/image" Target="../media/image328.png"/><Relationship Id="rId12" Type="http://schemas.openxmlformats.org/officeDocument/2006/relationships/image" Target="../media/image252.png"/><Relationship Id="rId17" Type="http://schemas.openxmlformats.org/officeDocument/2006/relationships/image" Target="../media/image340.png"/><Relationship Id="rId25" Type="http://schemas.openxmlformats.org/officeDocument/2006/relationships/image" Target="../media/image348.png"/><Relationship Id="rId33" Type="http://schemas.openxmlformats.org/officeDocument/2006/relationships/image" Target="../media/image356.png"/><Relationship Id="rId38" Type="http://schemas.openxmlformats.org/officeDocument/2006/relationships/image" Target="../media/image361.jpg"/><Relationship Id="rId46" Type="http://schemas.openxmlformats.org/officeDocument/2006/relationships/image" Target="../media/image369.png"/><Relationship Id="rId20" Type="http://schemas.openxmlformats.org/officeDocument/2006/relationships/image" Target="../media/image343.jpg"/><Relationship Id="rId41" Type="http://schemas.openxmlformats.org/officeDocument/2006/relationships/image" Target="../media/image364.png"/><Relationship Id="rId54" Type="http://schemas.openxmlformats.org/officeDocument/2006/relationships/image" Target="../media/image3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png"/><Relationship Id="rId15" Type="http://schemas.openxmlformats.org/officeDocument/2006/relationships/image" Target="../media/image338.png"/><Relationship Id="rId23" Type="http://schemas.openxmlformats.org/officeDocument/2006/relationships/image" Target="../media/image346.png"/><Relationship Id="rId28" Type="http://schemas.openxmlformats.org/officeDocument/2006/relationships/image" Target="../media/image351.png"/><Relationship Id="rId36" Type="http://schemas.openxmlformats.org/officeDocument/2006/relationships/image" Target="../media/image359.png"/><Relationship Id="rId49" Type="http://schemas.openxmlformats.org/officeDocument/2006/relationships/image" Target="../media/image3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A5DFD8-7E01-B547-F18E-FE97DA09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7646750" cy="51845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8EC66E-71D5-E6E4-DF16-3E6615276488}"/>
              </a:ext>
            </a:extLst>
          </p:cNvPr>
          <p:cNvSpPr/>
          <p:nvPr/>
        </p:nvSpPr>
        <p:spPr>
          <a:xfrm>
            <a:off x="5364088" y="2738661"/>
            <a:ext cx="288032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20C47C-F8E2-6720-5C77-FF307D04E9C3}"/>
              </a:ext>
            </a:extLst>
          </p:cNvPr>
          <p:cNvSpPr/>
          <p:nvPr/>
        </p:nvSpPr>
        <p:spPr>
          <a:xfrm>
            <a:off x="2915816" y="1384809"/>
            <a:ext cx="288032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D790A5-2EB3-832D-40FD-F2C961C9C5B5}"/>
              </a:ext>
            </a:extLst>
          </p:cNvPr>
          <p:cNvCxnSpPr>
            <a:cxnSpLocks/>
          </p:cNvCxnSpPr>
          <p:nvPr/>
        </p:nvCxnSpPr>
        <p:spPr>
          <a:xfrm flipV="1">
            <a:off x="3131840" y="4365104"/>
            <a:ext cx="0" cy="57606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8328F6-68EC-86C8-2982-9CCDAD2B1400}"/>
              </a:ext>
            </a:extLst>
          </p:cNvPr>
          <p:cNvCxnSpPr>
            <a:cxnSpLocks/>
          </p:cNvCxnSpPr>
          <p:nvPr/>
        </p:nvCxnSpPr>
        <p:spPr>
          <a:xfrm flipV="1">
            <a:off x="3131840" y="3789040"/>
            <a:ext cx="0" cy="576064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908011"/>
            <a:ext cx="3783965" cy="252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2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27F5B2-FDDC-1FAD-54E8-8FCFE1DA5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880205"/>
            <a:ext cx="3620093" cy="2398952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07F640BA-6166-36E1-4FC4-E6205D4477DD}"/>
              </a:ext>
            </a:extLst>
          </p:cNvPr>
          <p:cNvSpPr/>
          <p:nvPr/>
        </p:nvSpPr>
        <p:spPr>
          <a:xfrm>
            <a:off x="785027" y="4095202"/>
            <a:ext cx="2691442" cy="1845194"/>
          </a:xfrm>
          <a:custGeom>
            <a:avLst/>
            <a:gdLst>
              <a:gd name="connsiteX0" fmla="*/ 0 w 2691442"/>
              <a:gd name="connsiteY0" fmla="*/ 1819315 h 1845194"/>
              <a:gd name="connsiteX1" fmla="*/ 241540 w 2691442"/>
              <a:gd name="connsiteY1" fmla="*/ 1267224 h 1845194"/>
              <a:gd name="connsiteX2" fmla="*/ 396816 w 2691442"/>
              <a:gd name="connsiteY2" fmla="*/ 887662 h 1845194"/>
              <a:gd name="connsiteX3" fmla="*/ 621102 w 2691442"/>
              <a:gd name="connsiteY3" fmla="*/ 551232 h 1845194"/>
              <a:gd name="connsiteX4" fmla="*/ 767751 w 2691442"/>
              <a:gd name="connsiteY4" fmla="*/ 335571 h 1845194"/>
              <a:gd name="connsiteX5" fmla="*/ 1043797 w 2691442"/>
              <a:gd name="connsiteY5" fmla="*/ 154417 h 1845194"/>
              <a:gd name="connsiteX6" fmla="*/ 1276710 w 2691442"/>
              <a:gd name="connsiteY6" fmla="*/ 42273 h 1845194"/>
              <a:gd name="connsiteX7" fmla="*/ 1337095 w 2691442"/>
              <a:gd name="connsiteY7" fmla="*/ 7768 h 1845194"/>
              <a:gd name="connsiteX8" fmla="*/ 1639019 w 2691442"/>
              <a:gd name="connsiteY8" fmla="*/ 180296 h 1845194"/>
              <a:gd name="connsiteX9" fmla="*/ 1906438 w 2691442"/>
              <a:gd name="connsiteY9" fmla="*/ 413209 h 1845194"/>
              <a:gd name="connsiteX10" fmla="*/ 2147978 w 2691442"/>
              <a:gd name="connsiteY10" fmla="*/ 594364 h 1845194"/>
              <a:gd name="connsiteX11" fmla="*/ 2329133 w 2691442"/>
              <a:gd name="connsiteY11" fmla="*/ 982553 h 1845194"/>
              <a:gd name="connsiteX12" fmla="*/ 2527540 w 2691442"/>
              <a:gd name="connsiteY12" fmla="*/ 1275851 h 1845194"/>
              <a:gd name="connsiteX13" fmla="*/ 2622431 w 2691442"/>
              <a:gd name="connsiteY13" fmla="*/ 1603654 h 1845194"/>
              <a:gd name="connsiteX14" fmla="*/ 2691442 w 2691442"/>
              <a:gd name="connsiteY14" fmla="*/ 1845194 h 1845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442" h="1845194">
                <a:moveTo>
                  <a:pt x="0" y="1819315"/>
                </a:moveTo>
                <a:cubicBezTo>
                  <a:pt x="87702" y="1620907"/>
                  <a:pt x="175404" y="1422499"/>
                  <a:pt x="241540" y="1267224"/>
                </a:cubicBezTo>
                <a:cubicBezTo>
                  <a:pt x="307676" y="1111949"/>
                  <a:pt x="333556" y="1006994"/>
                  <a:pt x="396816" y="887662"/>
                </a:cubicBezTo>
                <a:cubicBezTo>
                  <a:pt x="460076" y="768330"/>
                  <a:pt x="559280" y="643247"/>
                  <a:pt x="621102" y="551232"/>
                </a:cubicBezTo>
                <a:cubicBezTo>
                  <a:pt x="682925" y="459217"/>
                  <a:pt x="697302" y="401707"/>
                  <a:pt x="767751" y="335571"/>
                </a:cubicBezTo>
                <a:cubicBezTo>
                  <a:pt x="838200" y="269435"/>
                  <a:pt x="958971" y="203300"/>
                  <a:pt x="1043797" y="154417"/>
                </a:cubicBezTo>
                <a:cubicBezTo>
                  <a:pt x="1128623" y="105534"/>
                  <a:pt x="1227827" y="66714"/>
                  <a:pt x="1276710" y="42273"/>
                </a:cubicBezTo>
                <a:cubicBezTo>
                  <a:pt x="1325593" y="17831"/>
                  <a:pt x="1276710" y="-15236"/>
                  <a:pt x="1337095" y="7768"/>
                </a:cubicBezTo>
                <a:cubicBezTo>
                  <a:pt x="1397480" y="30772"/>
                  <a:pt x="1544129" y="112723"/>
                  <a:pt x="1639019" y="180296"/>
                </a:cubicBezTo>
                <a:cubicBezTo>
                  <a:pt x="1733909" y="247869"/>
                  <a:pt x="1821612" y="344198"/>
                  <a:pt x="1906438" y="413209"/>
                </a:cubicBezTo>
                <a:cubicBezTo>
                  <a:pt x="1991264" y="482220"/>
                  <a:pt x="2077529" y="499473"/>
                  <a:pt x="2147978" y="594364"/>
                </a:cubicBezTo>
                <a:cubicBezTo>
                  <a:pt x="2218427" y="689255"/>
                  <a:pt x="2265873" y="868972"/>
                  <a:pt x="2329133" y="982553"/>
                </a:cubicBezTo>
                <a:cubicBezTo>
                  <a:pt x="2392393" y="1096134"/>
                  <a:pt x="2478657" y="1172334"/>
                  <a:pt x="2527540" y="1275851"/>
                </a:cubicBezTo>
                <a:cubicBezTo>
                  <a:pt x="2576423" y="1379368"/>
                  <a:pt x="2595114" y="1508763"/>
                  <a:pt x="2622431" y="1603654"/>
                </a:cubicBezTo>
                <a:cubicBezTo>
                  <a:pt x="2649748" y="1698544"/>
                  <a:pt x="2675627" y="1781933"/>
                  <a:pt x="2691442" y="18451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AB9CB-878B-C4AD-51B4-8B8460BFD12A}"/>
              </a:ext>
            </a:extLst>
          </p:cNvPr>
          <p:cNvCxnSpPr/>
          <p:nvPr/>
        </p:nvCxnSpPr>
        <p:spPr>
          <a:xfrm flipV="1">
            <a:off x="1259632" y="4725144"/>
            <a:ext cx="331578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BC336-E214-CD6D-E6F0-6C12EA78989D}"/>
              </a:ext>
            </a:extLst>
          </p:cNvPr>
          <p:cNvCxnSpPr>
            <a:cxnSpLocks/>
          </p:cNvCxnSpPr>
          <p:nvPr/>
        </p:nvCxnSpPr>
        <p:spPr>
          <a:xfrm>
            <a:off x="2622002" y="4690285"/>
            <a:ext cx="351656" cy="423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88B00F-ABA0-F666-3F7B-F0B96E4D91F3}"/>
              </a:ext>
            </a:extLst>
          </p:cNvPr>
          <p:cNvSpPr txBox="1"/>
          <p:nvPr/>
        </p:nvSpPr>
        <p:spPr>
          <a:xfrm rot="18097027">
            <a:off x="777164" y="4988609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shear 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722FF-FE96-4BD0-AF05-15F7FD868B85}"/>
              </a:ext>
            </a:extLst>
          </p:cNvPr>
          <p:cNvSpPr txBox="1"/>
          <p:nvPr/>
        </p:nvSpPr>
        <p:spPr>
          <a:xfrm rot="3082878">
            <a:off x="1997213" y="5018384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shear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9AE18-F88B-6D08-2ADD-F95725EC5CF0}"/>
              </a:ext>
            </a:extLst>
          </p:cNvPr>
          <p:cNvSpPr txBox="1"/>
          <p:nvPr/>
        </p:nvSpPr>
        <p:spPr>
          <a:xfrm>
            <a:off x="785027" y="36183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47892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27F5B2-FDDC-1FAD-54E8-8FCFE1DA5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880205"/>
            <a:ext cx="3620093" cy="2398952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07F640BA-6166-36E1-4FC4-E6205D4477DD}"/>
              </a:ext>
            </a:extLst>
          </p:cNvPr>
          <p:cNvSpPr/>
          <p:nvPr/>
        </p:nvSpPr>
        <p:spPr>
          <a:xfrm>
            <a:off x="785027" y="4095202"/>
            <a:ext cx="2691442" cy="1845194"/>
          </a:xfrm>
          <a:custGeom>
            <a:avLst/>
            <a:gdLst>
              <a:gd name="connsiteX0" fmla="*/ 0 w 2691442"/>
              <a:gd name="connsiteY0" fmla="*/ 1819315 h 1845194"/>
              <a:gd name="connsiteX1" fmla="*/ 241540 w 2691442"/>
              <a:gd name="connsiteY1" fmla="*/ 1267224 h 1845194"/>
              <a:gd name="connsiteX2" fmla="*/ 396816 w 2691442"/>
              <a:gd name="connsiteY2" fmla="*/ 887662 h 1845194"/>
              <a:gd name="connsiteX3" fmla="*/ 621102 w 2691442"/>
              <a:gd name="connsiteY3" fmla="*/ 551232 h 1845194"/>
              <a:gd name="connsiteX4" fmla="*/ 767751 w 2691442"/>
              <a:gd name="connsiteY4" fmla="*/ 335571 h 1845194"/>
              <a:gd name="connsiteX5" fmla="*/ 1043797 w 2691442"/>
              <a:gd name="connsiteY5" fmla="*/ 154417 h 1845194"/>
              <a:gd name="connsiteX6" fmla="*/ 1276710 w 2691442"/>
              <a:gd name="connsiteY6" fmla="*/ 42273 h 1845194"/>
              <a:gd name="connsiteX7" fmla="*/ 1337095 w 2691442"/>
              <a:gd name="connsiteY7" fmla="*/ 7768 h 1845194"/>
              <a:gd name="connsiteX8" fmla="*/ 1639019 w 2691442"/>
              <a:gd name="connsiteY8" fmla="*/ 180296 h 1845194"/>
              <a:gd name="connsiteX9" fmla="*/ 1906438 w 2691442"/>
              <a:gd name="connsiteY9" fmla="*/ 413209 h 1845194"/>
              <a:gd name="connsiteX10" fmla="*/ 2147978 w 2691442"/>
              <a:gd name="connsiteY10" fmla="*/ 594364 h 1845194"/>
              <a:gd name="connsiteX11" fmla="*/ 2329133 w 2691442"/>
              <a:gd name="connsiteY11" fmla="*/ 982553 h 1845194"/>
              <a:gd name="connsiteX12" fmla="*/ 2527540 w 2691442"/>
              <a:gd name="connsiteY12" fmla="*/ 1275851 h 1845194"/>
              <a:gd name="connsiteX13" fmla="*/ 2622431 w 2691442"/>
              <a:gd name="connsiteY13" fmla="*/ 1603654 h 1845194"/>
              <a:gd name="connsiteX14" fmla="*/ 2691442 w 2691442"/>
              <a:gd name="connsiteY14" fmla="*/ 1845194 h 1845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442" h="1845194">
                <a:moveTo>
                  <a:pt x="0" y="1819315"/>
                </a:moveTo>
                <a:cubicBezTo>
                  <a:pt x="87702" y="1620907"/>
                  <a:pt x="175404" y="1422499"/>
                  <a:pt x="241540" y="1267224"/>
                </a:cubicBezTo>
                <a:cubicBezTo>
                  <a:pt x="307676" y="1111949"/>
                  <a:pt x="333556" y="1006994"/>
                  <a:pt x="396816" y="887662"/>
                </a:cubicBezTo>
                <a:cubicBezTo>
                  <a:pt x="460076" y="768330"/>
                  <a:pt x="559280" y="643247"/>
                  <a:pt x="621102" y="551232"/>
                </a:cubicBezTo>
                <a:cubicBezTo>
                  <a:pt x="682925" y="459217"/>
                  <a:pt x="697302" y="401707"/>
                  <a:pt x="767751" y="335571"/>
                </a:cubicBezTo>
                <a:cubicBezTo>
                  <a:pt x="838200" y="269435"/>
                  <a:pt x="958971" y="203300"/>
                  <a:pt x="1043797" y="154417"/>
                </a:cubicBezTo>
                <a:cubicBezTo>
                  <a:pt x="1128623" y="105534"/>
                  <a:pt x="1227827" y="66714"/>
                  <a:pt x="1276710" y="42273"/>
                </a:cubicBezTo>
                <a:cubicBezTo>
                  <a:pt x="1325593" y="17831"/>
                  <a:pt x="1276710" y="-15236"/>
                  <a:pt x="1337095" y="7768"/>
                </a:cubicBezTo>
                <a:cubicBezTo>
                  <a:pt x="1397480" y="30772"/>
                  <a:pt x="1544129" y="112723"/>
                  <a:pt x="1639019" y="180296"/>
                </a:cubicBezTo>
                <a:cubicBezTo>
                  <a:pt x="1733909" y="247869"/>
                  <a:pt x="1821612" y="344198"/>
                  <a:pt x="1906438" y="413209"/>
                </a:cubicBezTo>
                <a:cubicBezTo>
                  <a:pt x="1991264" y="482220"/>
                  <a:pt x="2077529" y="499473"/>
                  <a:pt x="2147978" y="594364"/>
                </a:cubicBezTo>
                <a:cubicBezTo>
                  <a:pt x="2218427" y="689255"/>
                  <a:pt x="2265873" y="868972"/>
                  <a:pt x="2329133" y="982553"/>
                </a:cubicBezTo>
                <a:cubicBezTo>
                  <a:pt x="2392393" y="1096134"/>
                  <a:pt x="2478657" y="1172334"/>
                  <a:pt x="2527540" y="1275851"/>
                </a:cubicBezTo>
                <a:cubicBezTo>
                  <a:pt x="2576423" y="1379368"/>
                  <a:pt x="2595114" y="1508763"/>
                  <a:pt x="2622431" y="1603654"/>
                </a:cubicBezTo>
                <a:cubicBezTo>
                  <a:pt x="2649748" y="1698544"/>
                  <a:pt x="2675627" y="1781933"/>
                  <a:pt x="2691442" y="18451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AB9CB-878B-C4AD-51B4-8B8460BFD12A}"/>
              </a:ext>
            </a:extLst>
          </p:cNvPr>
          <p:cNvCxnSpPr/>
          <p:nvPr/>
        </p:nvCxnSpPr>
        <p:spPr>
          <a:xfrm flipV="1">
            <a:off x="1259632" y="4725144"/>
            <a:ext cx="331578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BC336-E214-CD6D-E6F0-6C12EA78989D}"/>
              </a:ext>
            </a:extLst>
          </p:cNvPr>
          <p:cNvCxnSpPr>
            <a:cxnSpLocks/>
          </p:cNvCxnSpPr>
          <p:nvPr/>
        </p:nvCxnSpPr>
        <p:spPr>
          <a:xfrm>
            <a:off x="2622002" y="4690285"/>
            <a:ext cx="351656" cy="423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88B00F-ABA0-F666-3F7B-F0B96E4D91F3}"/>
              </a:ext>
            </a:extLst>
          </p:cNvPr>
          <p:cNvSpPr txBox="1"/>
          <p:nvPr/>
        </p:nvSpPr>
        <p:spPr>
          <a:xfrm rot="18097027">
            <a:off x="777164" y="4988609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shear 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722FF-FE96-4BD0-AF05-15F7FD868B85}"/>
              </a:ext>
            </a:extLst>
          </p:cNvPr>
          <p:cNvSpPr txBox="1"/>
          <p:nvPr/>
        </p:nvSpPr>
        <p:spPr>
          <a:xfrm rot="3082878">
            <a:off x="1997213" y="5018384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shear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9AE18-F88B-6D08-2ADD-F95725EC5CF0}"/>
              </a:ext>
            </a:extLst>
          </p:cNvPr>
          <p:cNvSpPr txBox="1"/>
          <p:nvPr/>
        </p:nvSpPr>
        <p:spPr>
          <a:xfrm>
            <a:off x="785027" y="36183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7393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930041" y="6226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3C24B6-1BB8-8A14-0EAA-615A3393E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1" y="3667647"/>
            <a:ext cx="3723039" cy="255233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34DC11-DBE5-6A89-1FE5-BFC4D82E9348}"/>
              </a:ext>
            </a:extLst>
          </p:cNvPr>
          <p:cNvSpPr/>
          <p:nvPr/>
        </p:nvSpPr>
        <p:spPr>
          <a:xfrm>
            <a:off x="5665694" y="1335741"/>
            <a:ext cx="2545977" cy="1057835"/>
          </a:xfrm>
          <a:custGeom>
            <a:avLst/>
            <a:gdLst>
              <a:gd name="connsiteX0" fmla="*/ 0 w 2545977"/>
              <a:gd name="connsiteY0" fmla="*/ 0 h 1057835"/>
              <a:gd name="connsiteX1" fmla="*/ 152400 w 2545977"/>
              <a:gd name="connsiteY1" fmla="*/ 224118 h 1057835"/>
              <a:gd name="connsiteX2" fmla="*/ 304800 w 2545977"/>
              <a:gd name="connsiteY2" fmla="*/ 403412 h 1057835"/>
              <a:gd name="connsiteX3" fmla="*/ 466165 w 2545977"/>
              <a:gd name="connsiteY3" fmla="*/ 537883 h 1057835"/>
              <a:gd name="connsiteX4" fmla="*/ 672353 w 2545977"/>
              <a:gd name="connsiteY4" fmla="*/ 699247 h 1057835"/>
              <a:gd name="connsiteX5" fmla="*/ 941294 w 2545977"/>
              <a:gd name="connsiteY5" fmla="*/ 824753 h 1057835"/>
              <a:gd name="connsiteX6" fmla="*/ 1210235 w 2545977"/>
              <a:gd name="connsiteY6" fmla="*/ 941294 h 1057835"/>
              <a:gd name="connsiteX7" fmla="*/ 1559859 w 2545977"/>
              <a:gd name="connsiteY7" fmla="*/ 977153 h 1057835"/>
              <a:gd name="connsiteX8" fmla="*/ 1837765 w 2545977"/>
              <a:gd name="connsiteY8" fmla="*/ 1013012 h 1057835"/>
              <a:gd name="connsiteX9" fmla="*/ 2169459 w 2545977"/>
              <a:gd name="connsiteY9" fmla="*/ 1048871 h 1057835"/>
              <a:gd name="connsiteX10" fmla="*/ 2447365 w 2545977"/>
              <a:gd name="connsiteY10" fmla="*/ 1048871 h 1057835"/>
              <a:gd name="connsiteX11" fmla="*/ 2545977 w 2545977"/>
              <a:gd name="connsiteY11" fmla="*/ 1057835 h 10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45977" h="1057835">
                <a:moveTo>
                  <a:pt x="0" y="0"/>
                </a:moveTo>
                <a:cubicBezTo>
                  <a:pt x="50800" y="78441"/>
                  <a:pt x="101600" y="156883"/>
                  <a:pt x="152400" y="224118"/>
                </a:cubicBezTo>
                <a:cubicBezTo>
                  <a:pt x="203200" y="291353"/>
                  <a:pt x="252506" y="351118"/>
                  <a:pt x="304800" y="403412"/>
                </a:cubicBezTo>
                <a:cubicBezTo>
                  <a:pt x="357094" y="455706"/>
                  <a:pt x="404906" y="488577"/>
                  <a:pt x="466165" y="537883"/>
                </a:cubicBezTo>
                <a:cubicBezTo>
                  <a:pt x="527424" y="587189"/>
                  <a:pt x="593165" y="651435"/>
                  <a:pt x="672353" y="699247"/>
                </a:cubicBezTo>
                <a:cubicBezTo>
                  <a:pt x="751541" y="747059"/>
                  <a:pt x="851647" y="784412"/>
                  <a:pt x="941294" y="824753"/>
                </a:cubicBezTo>
                <a:cubicBezTo>
                  <a:pt x="1030941" y="865094"/>
                  <a:pt x="1107141" y="915894"/>
                  <a:pt x="1210235" y="941294"/>
                </a:cubicBezTo>
                <a:cubicBezTo>
                  <a:pt x="1313329" y="966694"/>
                  <a:pt x="1455271" y="965200"/>
                  <a:pt x="1559859" y="977153"/>
                </a:cubicBezTo>
                <a:cubicBezTo>
                  <a:pt x="1664447" y="989106"/>
                  <a:pt x="1837765" y="1013012"/>
                  <a:pt x="1837765" y="1013012"/>
                </a:cubicBezTo>
                <a:cubicBezTo>
                  <a:pt x="1939365" y="1024965"/>
                  <a:pt x="2067859" y="1042894"/>
                  <a:pt x="2169459" y="1048871"/>
                </a:cubicBezTo>
                <a:cubicBezTo>
                  <a:pt x="2271059" y="1054848"/>
                  <a:pt x="2384612" y="1047377"/>
                  <a:pt x="2447365" y="1048871"/>
                </a:cubicBezTo>
                <a:cubicBezTo>
                  <a:pt x="2510118" y="1050365"/>
                  <a:pt x="2545977" y="1057835"/>
                  <a:pt x="2545977" y="1057835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E87F03-629D-5334-0C87-C45E997A6E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 flipV="1">
            <a:off x="5665694" y="1335741"/>
            <a:ext cx="922530" cy="382145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170FC2-BBC0-0EB8-B40D-BEE1C472ECC2}"/>
              </a:ext>
            </a:extLst>
          </p:cNvPr>
          <p:cNvCxnSpPr>
            <a:cxnSpLocks/>
          </p:cNvCxnSpPr>
          <p:nvPr/>
        </p:nvCxnSpPr>
        <p:spPr>
          <a:xfrm flipV="1">
            <a:off x="6633828" y="2393576"/>
            <a:ext cx="1577843" cy="312868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77B1A-9122-7B08-D060-62D7D7C287E8}"/>
              </a:ext>
            </a:extLst>
          </p:cNvPr>
          <p:cNvSpPr txBox="1"/>
          <p:nvPr/>
        </p:nvSpPr>
        <p:spPr>
          <a:xfrm>
            <a:off x="4572000" y="34682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0CDC816-EEC7-1EF2-A953-FF4914761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9" y="3240292"/>
            <a:ext cx="47879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69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30CDC816-EEC7-1EF2-A953-FF491476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5" y="838125"/>
            <a:ext cx="4068144" cy="29674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79266"/>
            <a:ext cx="4144834" cy="27662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627029" y="41947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3C24B6-1BB8-8A14-0EAA-615A3393E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1" y="3667647"/>
            <a:ext cx="3723039" cy="255233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34DC11-DBE5-6A89-1FE5-BFC4D82E9348}"/>
              </a:ext>
            </a:extLst>
          </p:cNvPr>
          <p:cNvSpPr/>
          <p:nvPr/>
        </p:nvSpPr>
        <p:spPr>
          <a:xfrm>
            <a:off x="5665694" y="1335741"/>
            <a:ext cx="2545977" cy="1057835"/>
          </a:xfrm>
          <a:custGeom>
            <a:avLst/>
            <a:gdLst>
              <a:gd name="connsiteX0" fmla="*/ 0 w 2545977"/>
              <a:gd name="connsiteY0" fmla="*/ 0 h 1057835"/>
              <a:gd name="connsiteX1" fmla="*/ 152400 w 2545977"/>
              <a:gd name="connsiteY1" fmla="*/ 224118 h 1057835"/>
              <a:gd name="connsiteX2" fmla="*/ 304800 w 2545977"/>
              <a:gd name="connsiteY2" fmla="*/ 403412 h 1057835"/>
              <a:gd name="connsiteX3" fmla="*/ 466165 w 2545977"/>
              <a:gd name="connsiteY3" fmla="*/ 537883 h 1057835"/>
              <a:gd name="connsiteX4" fmla="*/ 672353 w 2545977"/>
              <a:gd name="connsiteY4" fmla="*/ 699247 h 1057835"/>
              <a:gd name="connsiteX5" fmla="*/ 941294 w 2545977"/>
              <a:gd name="connsiteY5" fmla="*/ 824753 h 1057835"/>
              <a:gd name="connsiteX6" fmla="*/ 1210235 w 2545977"/>
              <a:gd name="connsiteY6" fmla="*/ 941294 h 1057835"/>
              <a:gd name="connsiteX7" fmla="*/ 1559859 w 2545977"/>
              <a:gd name="connsiteY7" fmla="*/ 977153 h 1057835"/>
              <a:gd name="connsiteX8" fmla="*/ 1837765 w 2545977"/>
              <a:gd name="connsiteY8" fmla="*/ 1013012 h 1057835"/>
              <a:gd name="connsiteX9" fmla="*/ 2169459 w 2545977"/>
              <a:gd name="connsiteY9" fmla="*/ 1048871 h 1057835"/>
              <a:gd name="connsiteX10" fmla="*/ 2447365 w 2545977"/>
              <a:gd name="connsiteY10" fmla="*/ 1048871 h 1057835"/>
              <a:gd name="connsiteX11" fmla="*/ 2545977 w 2545977"/>
              <a:gd name="connsiteY11" fmla="*/ 1057835 h 10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45977" h="1057835">
                <a:moveTo>
                  <a:pt x="0" y="0"/>
                </a:moveTo>
                <a:cubicBezTo>
                  <a:pt x="50800" y="78441"/>
                  <a:pt x="101600" y="156883"/>
                  <a:pt x="152400" y="224118"/>
                </a:cubicBezTo>
                <a:cubicBezTo>
                  <a:pt x="203200" y="291353"/>
                  <a:pt x="252506" y="351118"/>
                  <a:pt x="304800" y="403412"/>
                </a:cubicBezTo>
                <a:cubicBezTo>
                  <a:pt x="357094" y="455706"/>
                  <a:pt x="404906" y="488577"/>
                  <a:pt x="466165" y="537883"/>
                </a:cubicBezTo>
                <a:cubicBezTo>
                  <a:pt x="527424" y="587189"/>
                  <a:pt x="593165" y="651435"/>
                  <a:pt x="672353" y="699247"/>
                </a:cubicBezTo>
                <a:cubicBezTo>
                  <a:pt x="751541" y="747059"/>
                  <a:pt x="851647" y="784412"/>
                  <a:pt x="941294" y="824753"/>
                </a:cubicBezTo>
                <a:cubicBezTo>
                  <a:pt x="1030941" y="865094"/>
                  <a:pt x="1107141" y="915894"/>
                  <a:pt x="1210235" y="941294"/>
                </a:cubicBezTo>
                <a:cubicBezTo>
                  <a:pt x="1313329" y="966694"/>
                  <a:pt x="1455271" y="965200"/>
                  <a:pt x="1559859" y="977153"/>
                </a:cubicBezTo>
                <a:cubicBezTo>
                  <a:pt x="1664447" y="989106"/>
                  <a:pt x="1837765" y="1013012"/>
                  <a:pt x="1837765" y="1013012"/>
                </a:cubicBezTo>
                <a:cubicBezTo>
                  <a:pt x="1939365" y="1024965"/>
                  <a:pt x="2067859" y="1042894"/>
                  <a:pt x="2169459" y="1048871"/>
                </a:cubicBezTo>
                <a:cubicBezTo>
                  <a:pt x="2271059" y="1054848"/>
                  <a:pt x="2384612" y="1047377"/>
                  <a:pt x="2447365" y="1048871"/>
                </a:cubicBezTo>
                <a:cubicBezTo>
                  <a:pt x="2510118" y="1050365"/>
                  <a:pt x="2545977" y="1057835"/>
                  <a:pt x="2545977" y="1057835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E87F03-629D-5334-0C87-C45E997A6E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 flipV="1">
            <a:off x="5665694" y="1335741"/>
            <a:ext cx="922530" cy="382145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170FC2-BBC0-0EB8-B40D-BEE1C472ECC2}"/>
              </a:ext>
            </a:extLst>
          </p:cNvPr>
          <p:cNvCxnSpPr>
            <a:cxnSpLocks/>
          </p:cNvCxnSpPr>
          <p:nvPr/>
        </p:nvCxnSpPr>
        <p:spPr>
          <a:xfrm flipV="1">
            <a:off x="6633828" y="2393576"/>
            <a:ext cx="1577843" cy="312868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77B1A-9122-7B08-D060-62D7D7C287E8}"/>
              </a:ext>
            </a:extLst>
          </p:cNvPr>
          <p:cNvSpPr txBox="1"/>
          <p:nvPr/>
        </p:nvSpPr>
        <p:spPr>
          <a:xfrm>
            <a:off x="4572000" y="34682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EB28C5-B953-9E4E-5DC5-6E64859918B5}"/>
              </a:ext>
            </a:extLst>
          </p:cNvPr>
          <p:cNvSpPr txBox="1"/>
          <p:nvPr/>
        </p:nvSpPr>
        <p:spPr>
          <a:xfrm>
            <a:off x="1283072" y="536785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90EE57-85FF-42E2-5275-4B9FE5916091}"/>
              </a:ext>
            </a:extLst>
          </p:cNvPr>
          <p:cNvCxnSpPr/>
          <p:nvPr/>
        </p:nvCxnSpPr>
        <p:spPr>
          <a:xfrm flipV="1">
            <a:off x="755576" y="1335741"/>
            <a:ext cx="4910118" cy="14904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104F2-1184-8221-136A-766E79A0C5B3}"/>
              </a:ext>
            </a:extLst>
          </p:cNvPr>
          <p:cNvCxnSpPr/>
          <p:nvPr/>
        </p:nvCxnSpPr>
        <p:spPr>
          <a:xfrm flipV="1">
            <a:off x="3851920" y="2405419"/>
            <a:ext cx="4359751" cy="54463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FC7001-DD81-81CC-074B-773C1BAF75A7}"/>
              </a:ext>
            </a:extLst>
          </p:cNvPr>
          <p:cNvCxnSpPr>
            <a:cxnSpLocks/>
          </p:cNvCxnSpPr>
          <p:nvPr/>
        </p:nvCxnSpPr>
        <p:spPr>
          <a:xfrm>
            <a:off x="753506" y="1484784"/>
            <a:ext cx="2070" cy="1465267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59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181345-3CCE-049D-E734-CE5EAA4D7233}"/>
              </a:ext>
            </a:extLst>
          </p:cNvPr>
          <p:cNvGrpSpPr/>
          <p:nvPr/>
        </p:nvGrpSpPr>
        <p:grpSpPr>
          <a:xfrm>
            <a:off x="34280" y="728468"/>
            <a:ext cx="4320480" cy="2802473"/>
            <a:chOff x="251520" y="548680"/>
            <a:chExt cx="7992888" cy="51845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5DFD8-7E01-B547-F18E-FE97DA09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548680"/>
              <a:ext cx="7646750" cy="51845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EC66E-71D5-E6E4-DF16-3E6615276488}"/>
                </a:ext>
              </a:extLst>
            </p:cNvPr>
            <p:cNvSpPr/>
            <p:nvPr/>
          </p:nvSpPr>
          <p:spPr>
            <a:xfrm>
              <a:off x="5364088" y="2738661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20C47C-F8E2-6720-5C77-FF307D04E9C3}"/>
                </a:ext>
              </a:extLst>
            </p:cNvPr>
            <p:cNvSpPr/>
            <p:nvPr/>
          </p:nvSpPr>
          <p:spPr>
            <a:xfrm>
              <a:off x="2915816" y="1384809"/>
              <a:ext cx="288032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D790A5-2EB3-832D-40FD-F2C961C9C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4365104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8328F6-68EC-86C8-2982-9CCDAD2B1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3789040"/>
              <a:ext cx="0" cy="57606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5282B-CA6C-E3F5-EB11-2B05D50FF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11" y="764704"/>
            <a:ext cx="4144834" cy="2766237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C31094A-6E6B-8029-D023-35A5E14EAF0D}"/>
              </a:ext>
            </a:extLst>
          </p:cNvPr>
          <p:cNvSpPr/>
          <p:nvPr/>
        </p:nvSpPr>
        <p:spPr>
          <a:xfrm>
            <a:off x="6150408" y="1892493"/>
            <a:ext cx="1052423" cy="405442"/>
          </a:xfrm>
          <a:custGeom>
            <a:avLst/>
            <a:gdLst>
              <a:gd name="connsiteX0" fmla="*/ 0 w 1052423"/>
              <a:gd name="connsiteY0" fmla="*/ 0 h 405442"/>
              <a:gd name="connsiteX1" fmla="*/ 405442 w 1052423"/>
              <a:gd name="connsiteY1" fmla="*/ 250167 h 405442"/>
              <a:gd name="connsiteX2" fmla="*/ 724619 w 1052423"/>
              <a:gd name="connsiteY2" fmla="*/ 353684 h 405442"/>
              <a:gd name="connsiteX3" fmla="*/ 1052423 w 1052423"/>
              <a:gd name="connsiteY3" fmla="*/ 405442 h 40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423" h="405442">
                <a:moveTo>
                  <a:pt x="0" y="0"/>
                </a:moveTo>
                <a:cubicBezTo>
                  <a:pt x="142336" y="95610"/>
                  <a:pt x="284672" y="191220"/>
                  <a:pt x="405442" y="250167"/>
                </a:cubicBezTo>
                <a:cubicBezTo>
                  <a:pt x="526212" y="309114"/>
                  <a:pt x="616789" y="327805"/>
                  <a:pt x="724619" y="353684"/>
                </a:cubicBezTo>
                <a:cubicBezTo>
                  <a:pt x="832449" y="379563"/>
                  <a:pt x="976223" y="393940"/>
                  <a:pt x="1052423" y="40544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78C5C-6893-7848-52D8-CE2F55A060DA}"/>
              </a:ext>
            </a:extLst>
          </p:cNvPr>
          <p:cNvCxnSpPr/>
          <p:nvPr/>
        </p:nvCxnSpPr>
        <p:spPr>
          <a:xfrm flipV="1">
            <a:off x="1591210" y="1892493"/>
            <a:ext cx="4527238" cy="5875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D9585F-538F-8510-AEF8-F090E262167C}"/>
              </a:ext>
            </a:extLst>
          </p:cNvPr>
          <p:cNvCxnSpPr>
            <a:endCxn id="3" idx="3"/>
          </p:cNvCxnSpPr>
          <p:nvPr/>
        </p:nvCxnSpPr>
        <p:spPr>
          <a:xfrm flipV="1">
            <a:off x="1591210" y="2297935"/>
            <a:ext cx="5611621" cy="4934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FA6064-B842-E939-5431-02AB3BEAA7EB}"/>
              </a:ext>
            </a:extLst>
          </p:cNvPr>
          <p:cNvSpPr txBox="1"/>
          <p:nvPr/>
        </p:nvSpPr>
        <p:spPr>
          <a:xfrm>
            <a:off x="5582409" y="471489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E7C37-2168-B337-351B-2FBB2AC3F87F}"/>
              </a:ext>
            </a:extLst>
          </p:cNvPr>
          <p:cNvSpPr txBox="1"/>
          <p:nvPr/>
        </p:nvSpPr>
        <p:spPr>
          <a:xfrm>
            <a:off x="843101" y="47148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F032C-C978-C3AB-D05C-41A695EDF8DC}"/>
              </a:ext>
            </a:extLst>
          </p:cNvPr>
          <p:cNvSpPr txBox="1"/>
          <p:nvPr/>
        </p:nvSpPr>
        <p:spPr>
          <a:xfrm>
            <a:off x="4774673" y="438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3C24B6-1BB8-8A14-0EAA-615A3393E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1" y="3667647"/>
            <a:ext cx="3723039" cy="255233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E34DC11-DBE5-6A89-1FE5-BFC4D82E9348}"/>
              </a:ext>
            </a:extLst>
          </p:cNvPr>
          <p:cNvSpPr/>
          <p:nvPr/>
        </p:nvSpPr>
        <p:spPr>
          <a:xfrm>
            <a:off x="5665694" y="1335741"/>
            <a:ext cx="2545977" cy="1057835"/>
          </a:xfrm>
          <a:custGeom>
            <a:avLst/>
            <a:gdLst>
              <a:gd name="connsiteX0" fmla="*/ 0 w 2545977"/>
              <a:gd name="connsiteY0" fmla="*/ 0 h 1057835"/>
              <a:gd name="connsiteX1" fmla="*/ 152400 w 2545977"/>
              <a:gd name="connsiteY1" fmla="*/ 224118 h 1057835"/>
              <a:gd name="connsiteX2" fmla="*/ 304800 w 2545977"/>
              <a:gd name="connsiteY2" fmla="*/ 403412 h 1057835"/>
              <a:gd name="connsiteX3" fmla="*/ 466165 w 2545977"/>
              <a:gd name="connsiteY3" fmla="*/ 537883 h 1057835"/>
              <a:gd name="connsiteX4" fmla="*/ 672353 w 2545977"/>
              <a:gd name="connsiteY4" fmla="*/ 699247 h 1057835"/>
              <a:gd name="connsiteX5" fmla="*/ 941294 w 2545977"/>
              <a:gd name="connsiteY5" fmla="*/ 824753 h 1057835"/>
              <a:gd name="connsiteX6" fmla="*/ 1210235 w 2545977"/>
              <a:gd name="connsiteY6" fmla="*/ 941294 h 1057835"/>
              <a:gd name="connsiteX7" fmla="*/ 1559859 w 2545977"/>
              <a:gd name="connsiteY7" fmla="*/ 977153 h 1057835"/>
              <a:gd name="connsiteX8" fmla="*/ 1837765 w 2545977"/>
              <a:gd name="connsiteY8" fmla="*/ 1013012 h 1057835"/>
              <a:gd name="connsiteX9" fmla="*/ 2169459 w 2545977"/>
              <a:gd name="connsiteY9" fmla="*/ 1048871 h 1057835"/>
              <a:gd name="connsiteX10" fmla="*/ 2447365 w 2545977"/>
              <a:gd name="connsiteY10" fmla="*/ 1048871 h 1057835"/>
              <a:gd name="connsiteX11" fmla="*/ 2545977 w 2545977"/>
              <a:gd name="connsiteY11" fmla="*/ 1057835 h 10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45977" h="1057835">
                <a:moveTo>
                  <a:pt x="0" y="0"/>
                </a:moveTo>
                <a:cubicBezTo>
                  <a:pt x="50800" y="78441"/>
                  <a:pt x="101600" y="156883"/>
                  <a:pt x="152400" y="224118"/>
                </a:cubicBezTo>
                <a:cubicBezTo>
                  <a:pt x="203200" y="291353"/>
                  <a:pt x="252506" y="351118"/>
                  <a:pt x="304800" y="403412"/>
                </a:cubicBezTo>
                <a:cubicBezTo>
                  <a:pt x="357094" y="455706"/>
                  <a:pt x="404906" y="488577"/>
                  <a:pt x="466165" y="537883"/>
                </a:cubicBezTo>
                <a:cubicBezTo>
                  <a:pt x="527424" y="587189"/>
                  <a:pt x="593165" y="651435"/>
                  <a:pt x="672353" y="699247"/>
                </a:cubicBezTo>
                <a:cubicBezTo>
                  <a:pt x="751541" y="747059"/>
                  <a:pt x="851647" y="784412"/>
                  <a:pt x="941294" y="824753"/>
                </a:cubicBezTo>
                <a:cubicBezTo>
                  <a:pt x="1030941" y="865094"/>
                  <a:pt x="1107141" y="915894"/>
                  <a:pt x="1210235" y="941294"/>
                </a:cubicBezTo>
                <a:cubicBezTo>
                  <a:pt x="1313329" y="966694"/>
                  <a:pt x="1455271" y="965200"/>
                  <a:pt x="1559859" y="977153"/>
                </a:cubicBezTo>
                <a:cubicBezTo>
                  <a:pt x="1664447" y="989106"/>
                  <a:pt x="1837765" y="1013012"/>
                  <a:pt x="1837765" y="1013012"/>
                </a:cubicBezTo>
                <a:cubicBezTo>
                  <a:pt x="1939365" y="1024965"/>
                  <a:pt x="2067859" y="1042894"/>
                  <a:pt x="2169459" y="1048871"/>
                </a:cubicBezTo>
                <a:cubicBezTo>
                  <a:pt x="2271059" y="1054848"/>
                  <a:pt x="2384612" y="1047377"/>
                  <a:pt x="2447365" y="1048871"/>
                </a:cubicBezTo>
                <a:cubicBezTo>
                  <a:pt x="2510118" y="1050365"/>
                  <a:pt x="2545977" y="1057835"/>
                  <a:pt x="2545977" y="1057835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E87F03-629D-5334-0C87-C45E997A6E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 flipV="1">
            <a:off x="5665694" y="1335741"/>
            <a:ext cx="922530" cy="3821451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170FC2-BBC0-0EB8-B40D-BEE1C472ECC2}"/>
              </a:ext>
            </a:extLst>
          </p:cNvPr>
          <p:cNvCxnSpPr>
            <a:cxnSpLocks/>
          </p:cNvCxnSpPr>
          <p:nvPr/>
        </p:nvCxnSpPr>
        <p:spPr>
          <a:xfrm flipV="1">
            <a:off x="6633828" y="2393576"/>
            <a:ext cx="1577843" cy="312868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77B1A-9122-7B08-D060-62D7D7C287E8}"/>
              </a:ext>
            </a:extLst>
          </p:cNvPr>
          <p:cNvSpPr txBox="1"/>
          <p:nvPr/>
        </p:nvSpPr>
        <p:spPr>
          <a:xfrm>
            <a:off x="4572000" y="34682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C9720B-CC59-2E0E-21EB-3F617A5609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5" y="3693412"/>
            <a:ext cx="3620093" cy="2398952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DB0D45F2-786B-F848-49F1-7A040C2BC922}"/>
              </a:ext>
            </a:extLst>
          </p:cNvPr>
          <p:cNvSpPr/>
          <p:nvPr/>
        </p:nvSpPr>
        <p:spPr>
          <a:xfrm>
            <a:off x="1009064" y="3908409"/>
            <a:ext cx="2691442" cy="1845194"/>
          </a:xfrm>
          <a:custGeom>
            <a:avLst/>
            <a:gdLst>
              <a:gd name="connsiteX0" fmla="*/ 0 w 2691442"/>
              <a:gd name="connsiteY0" fmla="*/ 1819315 h 1845194"/>
              <a:gd name="connsiteX1" fmla="*/ 241540 w 2691442"/>
              <a:gd name="connsiteY1" fmla="*/ 1267224 h 1845194"/>
              <a:gd name="connsiteX2" fmla="*/ 396816 w 2691442"/>
              <a:gd name="connsiteY2" fmla="*/ 887662 h 1845194"/>
              <a:gd name="connsiteX3" fmla="*/ 621102 w 2691442"/>
              <a:gd name="connsiteY3" fmla="*/ 551232 h 1845194"/>
              <a:gd name="connsiteX4" fmla="*/ 767751 w 2691442"/>
              <a:gd name="connsiteY4" fmla="*/ 335571 h 1845194"/>
              <a:gd name="connsiteX5" fmla="*/ 1043797 w 2691442"/>
              <a:gd name="connsiteY5" fmla="*/ 154417 h 1845194"/>
              <a:gd name="connsiteX6" fmla="*/ 1276710 w 2691442"/>
              <a:gd name="connsiteY6" fmla="*/ 42273 h 1845194"/>
              <a:gd name="connsiteX7" fmla="*/ 1337095 w 2691442"/>
              <a:gd name="connsiteY7" fmla="*/ 7768 h 1845194"/>
              <a:gd name="connsiteX8" fmla="*/ 1639019 w 2691442"/>
              <a:gd name="connsiteY8" fmla="*/ 180296 h 1845194"/>
              <a:gd name="connsiteX9" fmla="*/ 1906438 w 2691442"/>
              <a:gd name="connsiteY9" fmla="*/ 413209 h 1845194"/>
              <a:gd name="connsiteX10" fmla="*/ 2147978 w 2691442"/>
              <a:gd name="connsiteY10" fmla="*/ 594364 h 1845194"/>
              <a:gd name="connsiteX11" fmla="*/ 2329133 w 2691442"/>
              <a:gd name="connsiteY11" fmla="*/ 982553 h 1845194"/>
              <a:gd name="connsiteX12" fmla="*/ 2527540 w 2691442"/>
              <a:gd name="connsiteY12" fmla="*/ 1275851 h 1845194"/>
              <a:gd name="connsiteX13" fmla="*/ 2622431 w 2691442"/>
              <a:gd name="connsiteY13" fmla="*/ 1603654 h 1845194"/>
              <a:gd name="connsiteX14" fmla="*/ 2691442 w 2691442"/>
              <a:gd name="connsiteY14" fmla="*/ 1845194 h 1845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442" h="1845194">
                <a:moveTo>
                  <a:pt x="0" y="1819315"/>
                </a:moveTo>
                <a:cubicBezTo>
                  <a:pt x="87702" y="1620907"/>
                  <a:pt x="175404" y="1422499"/>
                  <a:pt x="241540" y="1267224"/>
                </a:cubicBezTo>
                <a:cubicBezTo>
                  <a:pt x="307676" y="1111949"/>
                  <a:pt x="333556" y="1006994"/>
                  <a:pt x="396816" y="887662"/>
                </a:cubicBezTo>
                <a:cubicBezTo>
                  <a:pt x="460076" y="768330"/>
                  <a:pt x="559280" y="643247"/>
                  <a:pt x="621102" y="551232"/>
                </a:cubicBezTo>
                <a:cubicBezTo>
                  <a:pt x="682925" y="459217"/>
                  <a:pt x="697302" y="401707"/>
                  <a:pt x="767751" y="335571"/>
                </a:cubicBezTo>
                <a:cubicBezTo>
                  <a:pt x="838200" y="269435"/>
                  <a:pt x="958971" y="203300"/>
                  <a:pt x="1043797" y="154417"/>
                </a:cubicBezTo>
                <a:cubicBezTo>
                  <a:pt x="1128623" y="105534"/>
                  <a:pt x="1227827" y="66714"/>
                  <a:pt x="1276710" y="42273"/>
                </a:cubicBezTo>
                <a:cubicBezTo>
                  <a:pt x="1325593" y="17831"/>
                  <a:pt x="1276710" y="-15236"/>
                  <a:pt x="1337095" y="7768"/>
                </a:cubicBezTo>
                <a:cubicBezTo>
                  <a:pt x="1397480" y="30772"/>
                  <a:pt x="1544129" y="112723"/>
                  <a:pt x="1639019" y="180296"/>
                </a:cubicBezTo>
                <a:cubicBezTo>
                  <a:pt x="1733909" y="247869"/>
                  <a:pt x="1821612" y="344198"/>
                  <a:pt x="1906438" y="413209"/>
                </a:cubicBezTo>
                <a:cubicBezTo>
                  <a:pt x="1991264" y="482220"/>
                  <a:pt x="2077529" y="499473"/>
                  <a:pt x="2147978" y="594364"/>
                </a:cubicBezTo>
                <a:cubicBezTo>
                  <a:pt x="2218427" y="689255"/>
                  <a:pt x="2265873" y="868972"/>
                  <a:pt x="2329133" y="982553"/>
                </a:cubicBezTo>
                <a:cubicBezTo>
                  <a:pt x="2392393" y="1096134"/>
                  <a:pt x="2478657" y="1172334"/>
                  <a:pt x="2527540" y="1275851"/>
                </a:cubicBezTo>
                <a:cubicBezTo>
                  <a:pt x="2576423" y="1379368"/>
                  <a:pt x="2595114" y="1508763"/>
                  <a:pt x="2622431" y="1603654"/>
                </a:cubicBezTo>
                <a:cubicBezTo>
                  <a:pt x="2649748" y="1698544"/>
                  <a:pt x="2675627" y="1781933"/>
                  <a:pt x="2691442" y="1845194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0DE545-1774-70CA-03D9-F48017A90817}"/>
              </a:ext>
            </a:extLst>
          </p:cNvPr>
          <p:cNvCxnSpPr/>
          <p:nvPr/>
        </p:nvCxnSpPr>
        <p:spPr>
          <a:xfrm flipV="1">
            <a:off x="1483669" y="4538351"/>
            <a:ext cx="331578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159725-1CCC-E431-47A9-9B47F1974C6A}"/>
              </a:ext>
            </a:extLst>
          </p:cNvPr>
          <p:cNvCxnSpPr>
            <a:cxnSpLocks/>
          </p:cNvCxnSpPr>
          <p:nvPr/>
        </p:nvCxnSpPr>
        <p:spPr>
          <a:xfrm>
            <a:off x="2846039" y="4503492"/>
            <a:ext cx="351656" cy="423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D550A9-449B-157E-2DC3-4E357B77FB7F}"/>
              </a:ext>
            </a:extLst>
          </p:cNvPr>
          <p:cNvSpPr txBox="1"/>
          <p:nvPr/>
        </p:nvSpPr>
        <p:spPr>
          <a:xfrm rot="18097027">
            <a:off x="1001201" y="4801816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shear 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26F26C-A5B8-2C19-1EAB-50D1BFB8E858}"/>
              </a:ext>
            </a:extLst>
          </p:cNvPr>
          <p:cNvSpPr txBox="1"/>
          <p:nvPr/>
        </p:nvSpPr>
        <p:spPr>
          <a:xfrm rot="3082878">
            <a:off x="2221250" y="4831591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shear 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7F7CD-18EF-82AE-E1A1-96A66C04D870}"/>
              </a:ext>
            </a:extLst>
          </p:cNvPr>
          <p:cNvSpPr txBox="1"/>
          <p:nvPr/>
        </p:nvSpPr>
        <p:spPr>
          <a:xfrm>
            <a:off x="848287" y="343180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1D960-40B4-5C03-EA33-7C44D73FD431}"/>
              </a:ext>
            </a:extLst>
          </p:cNvPr>
          <p:cNvSpPr/>
          <p:nvPr/>
        </p:nvSpPr>
        <p:spPr>
          <a:xfrm>
            <a:off x="1009064" y="3867782"/>
            <a:ext cx="2691442" cy="1845194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BC8474-6F89-A653-CED2-A1E470E61F05}"/>
              </a:ext>
            </a:extLst>
          </p:cNvPr>
          <p:cNvCxnSpPr/>
          <p:nvPr/>
        </p:nvCxnSpPr>
        <p:spPr>
          <a:xfrm flipH="1" flipV="1">
            <a:off x="3700506" y="4292364"/>
            <a:ext cx="1881903" cy="86482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7AB884E-D627-95B9-C6E2-C6A169CE8543}"/>
              </a:ext>
            </a:extLst>
          </p:cNvPr>
          <p:cNvSpPr/>
          <p:nvPr/>
        </p:nvSpPr>
        <p:spPr>
          <a:xfrm rot="19401847">
            <a:off x="492052" y="1887018"/>
            <a:ext cx="3448170" cy="54904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1012FA-6773-CA08-C7C1-BA6C62E5C5B3}"/>
              </a:ext>
            </a:extLst>
          </p:cNvPr>
          <p:cNvCxnSpPr/>
          <p:nvPr/>
        </p:nvCxnSpPr>
        <p:spPr>
          <a:xfrm>
            <a:off x="2627784" y="2204864"/>
            <a:ext cx="218255" cy="2087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46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409A3A-8AFA-2F86-4FF3-47E69C806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48680"/>
            <a:ext cx="2952328" cy="2023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9E5CD9-823E-6329-21CE-985BCED1B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5" y="538100"/>
            <a:ext cx="3032650" cy="2023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45669-CF80-9902-C896-A4E92F8C3A5A}"/>
              </a:ext>
            </a:extLst>
          </p:cNvPr>
          <p:cNvSpPr txBox="1"/>
          <p:nvPr/>
        </p:nvSpPr>
        <p:spPr>
          <a:xfrm>
            <a:off x="4490060" y="252572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shear rate = 100 s-1</a:t>
            </a:r>
          </a:p>
        </p:txBody>
      </p:sp>
    </p:spTree>
    <p:extLst>
      <p:ext uri="{BB962C8B-B14F-4D97-AF65-F5344CB8AC3E}">
        <p14:creationId xmlns:p14="http://schemas.microsoft.com/office/powerpoint/2010/main" val="11498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/>
              <p:nvPr/>
            </p:nvSpPr>
            <p:spPr>
              <a:xfrm>
                <a:off x="1419772" y="64545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6454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/>
              <p:nvPr/>
            </p:nvSpPr>
            <p:spPr>
              <a:xfrm>
                <a:off x="1419772" y="1319053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1319053"/>
                <a:ext cx="1936666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19772" y="97614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19772" y="1661066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128@4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1661066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1331640" y="253388"/>
            <a:ext cx="2096806" cy="45437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1909611" y="253388"/>
            <a:ext cx="95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/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078C1B-1532-1045-2C1B-D3B25EF75594}"/>
              </a:ext>
            </a:extLst>
          </p:cNvPr>
          <p:cNvSpPr txBox="1"/>
          <p:nvPr/>
        </p:nvSpPr>
        <p:spPr>
          <a:xfrm>
            <a:off x="3860494" y="1046547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1CE5B-54D5-E0C6-A317-CA4AF4074E09}"/>
              </a:ext>
            </a:extLst>
          </p:cNvPr>
          <p:cNvSpPr txBox="1"/>
          <p:nvPr/>
        </p:nvSpPr>
        <p:spPr>
          <a:xfrm>
            <a:off x="3860497" y="690179"/>
            <a:ext cx="162897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A17-CCDC-5506-959B-4C9E908CD04E}"/>
              </a:ext>
            </a:extLst>
          </p:cNvPr>
          <p:cNvSpPr txBox="1"/>
          <p:nvPr/>
        </p:nvSpPr>
        <p:spPr>
          <a:xfrm>
            <a:off x="3860494" y="1410565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75FCA-4972-6F68-5AAD-ADE009CFC3CB}"/>
              </a:ext>
            </a:extLst>
          </p:cNvPr>
          <p:cNvSpPr/>
          <p:nvPr/>
        </p:nvSpPr>
        <p:spPr>
          <a:xfrm>
            <a:off x="3788486" y="260648"/>
            <a:ext cx="1800200" cy="14879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11710" y="2006036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10" y="2006036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11710" y="2339517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10" y="2339517"/>
                <a:ext cx="1936666" cy="261610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11710" y="2667832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10" y="2667832"/>
                <a:ext cx="1936666" cy="261610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9772" y="3014999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3014999"/>
                <a:ext cx="1928604" cy="261610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11710" y="333035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45B23-1237-1BCF-5482-F6DED5467113}"/>
              </a:ext>
            </a:extLst>
          </p:cNvPr>
          <p:cNvSpPr txBox="1"/>
          <p:nvPr/>
        </p:nvSpPr>
        <p:spPr>
          <a:xfrm>
            <a:off x="1419772" y="3668661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/>
              <p:nvPr/>
            </p:nvSpPr>
            <p:spPr>
              <a:xfrm>
                <a:off x="1419772" y="4073799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72" y="4073799"/>
                <a:ext cx="1928604" cy="261610"/>
              </a:xfrm>
              <a:prstGeom prst="rect">
                <a:avLst/>
              </a:prstGeom>
              <a:blipFill>
                <a:blip r:embed="rId10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D3E954-E91D-61A5-8A8A-531571B12D34}"/>
              </a:ext>
            </a:extLst>
          </p:cNvPr>
          <p:cNvSpPr txBox="1"/>
          <p:nvPr/>
        </p:nvSpPr>
        <p:spPr>
          <a:xfrm>
            <a:off x="1419772" y="4420966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A4B9C320-5E34-856A-02A8-03B5277B5FF8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3356438" y="1004639"/>
            <a:ext cx="432048" cy="44521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753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/>
              <p:nvPr/>
            </p:nvSpPr>
            <p:spPr>
              <a:xfrm>
                <a:off x="1801654" y="987348"/>
                <a:ext cx="193666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2B717-D574-2979-A5DB-857C276A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987348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/>
              <p:nvPr/>
            </p:nvSpPr>
            <p:spPr>
              <a:xfrm>
                <a:off x="1801654" y="166094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4C5434-EF7C-4401-3B3E-CE33E445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1660942"/>
                <a:ext cx="1936666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801654" y="1318033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801654" y="2002955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2002955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6480518" y="253388"/>
            <a:ext cx="2096806" cy="45437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6727697" y="1040126"/>
            <a:ext cx="95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801654" y="234496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2344968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801654" y="267844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2678449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801654" y="300676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654" y="3006764"/>
                <a:ext cx="1936666" cy="2616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805685" y="3343913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685" y="3343913"/>
                <a:ext cx="1928604" cy="2616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801654" y="3659268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45B23-1237-1BCF-5482-F6DED5467113}"/>
              </a:ext>
            </a:extLst>
          </p:cNvPr>
          <p:cNvSpPr txBox="1"/>
          <p:nvPr/>
        </p:nvSpPr>
        <p:spPr>
          <a:xfrm>
            <a:off x="1805685" y="3997575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/>
              <p:nvPr/>
            </p:nvSpPr>
            <p:spPr>
              <a:xfrm>
                <a:off x="1805685" y="4335882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685" y="4335882"/>
                <a:ext cx="1928604" cy="261610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D3E954-E91D-61A5-8A8A-531571B12D34}"/>
              </a:ext>
            </a:extLst>
          </p:cNvPr>
          <p:cNvSpPr txBox="1"/>
          <p:nvPr/>
        </p:nvSpPr>
        <p:spPr>
          <a:xfrm>
            <a:off x="1805685" y="4671477"/>
            <a:ext cx="192860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A4B9C320-5E34-856A-02A8-03B5277B5FF8}"/>
              </a:ext>
            </a:extLst>
          </p:cNvPr>
          <p:cNvCxnSpPr>
            <a:cxnSpLocks/>
          </p:cNvCxnSpPr>
          <p:nvPr/>
        </p:nvCxnSpPr>
        <p:spPr>
          <a:xfrm rot="10800000">
            <a:off x="0" y="1735119"/>
            <a:ext cx="439654" cy="4135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3D6E325-B540-68F3-B0C0-49C3D88E2B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12990" y="504411"/>
            <a:ext cx="1289077" cy="106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8E7FBB-483A-B12E-CC71-D204DFC382FE}"/>
                  </a:ext>
                </a:extLst>
              </p:cNvPr>
              <p:cNvSpPr txBox="1"/>
              <p:nvPr/>
            </p:nvSpPr>
            <p:spPr>
              <a:xfrm>
                <a:off x="4315113" y="104012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8E7FBB-483A-B12E-CC71-D204DFC38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113" y="1040126"/>
                <a:ext cx="1628972" cy="261610"/>
              </a:xfrm>
              <a:prstGeom prst="rect">
                <a:avLst/>
              </a:prstGeom>
              <a:blipFill>
                <a:blip r:embed="rId11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35ABCD9-2652-02C5-D201-DE08195EBBAB}"/>
              </a:ext>
            </a:extLst>
          </p:cNvPr>
          <p:cNvSpPr txBox="1"/>
          <p:nvPr/>
        </p:nvSpPr>
        <p:spPr>
          <a:xfrm>
            <a:off x="4315113" y="1729449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402C6-956E-CDAD-20E9-B9794E1ED9B1}"/>
              </a:ext>
            </a:extLst>
          </p:cNvPr>
          <p:cNvSpPr txBox="1"/>
          <p:nvPr/>
        </p:nvSpPr>
        <p:spPr>
          <a:xfrm>
            <a:off x="4315116" y="1386717"/>
            <a:ext cx="162897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8C3260-98F2-1ED2-038D-DAD50B5723F6}"/>
              </a:ext>
            </a:extLst>
          </p:cNvPr>
          <p:cNvSpPr txBox="1"/>
          <p:nvPr/>
        </p:nvSpPr>
        <p:spPr>
          <a:xfrm>
            <a:off x="4315113" y="2062545"/>
            <a:ext cx="16289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99D26-B67D-38BB-E5AC-298A7C03CB0D}"/>
              </a:ext>
            </a:extLst>
          </p:cNvPr>
          <p:cNvSpPr/>
          <p:nvPr/>
        </p:nvSpPr>
        <p:spPr>
          <a:xfrm>
            <a:off x="6700485" y="1791871"/>
            <a:ext cx="1800200" cy="14879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BDC295-2CFD-197E-1F75-99A83A97C57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769987" y="1248958"/>
            <a:ext cx="0" cy="6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D9C7E-745B-66F1-86EA-0292057AA11A}"/>
              </a:ext>
            </a:extLst>
          </p:cNvPr>
          <p:cNvCxnSpPr>
            <a:stCxn id="10" idx="2"/>
            <a:endCxn id="7" idx="0"/>
          </p:cNvCxnSpPr>
          <p:nvPr/>
        </p:nvCxnSpPr>
        <p:spPr>
          <a:xfrm>
            <a:off x="2769987" y="1579643"/>
            <a:ext cx="0" cy="8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8E7942-7331-84CB-BECD-0F9070A6AB91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2769987" y="1922552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E66982-F9A6-66B2-1D69-068E2AB5D0BE}"/>
              </a:ext>
            </a:extLst>
          </p:cNvPr>
          <p:cNvCxnSpPr>
            <a:stCxn id="11" idx="2"/>
            <a:endCxn id="23" idx="0"/>
          </p:cNvCxnSpPr>
          <p:nvPr/>
        </p:nvCxnSpPr>
        <p:spPr>
          <a:xfrm>
            <a:off x="2769987" y="2264565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0DA8F9-7B0A-E93A-0137-694E4CD0F684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2769987" y="2606578"/>
            <a:ext cx="0" cy="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065422-53CA-E9EB-EA0C-EE30C74A4B96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2769987" y="2940059"/>
            <a:ext cx="0" cy="6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3D7AF7-C1DD-A81C-7D5F-318008BB1F3E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>
            <a:off x="2769987" y="3268374"/>
            <a:ext cx="0" cy="7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8B547A-B444-C68C-2DF6-DBFAF9E1D778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2769987" y="3605523"/>
            <a:ext cx="0" cy="5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5691B3-F237-3613-9E01-F0C5EB34E777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2769987" y="3920878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12D475-B141-806F-9A29-6956985B5D9C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>
            <a:off x="2769987" y="4259185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E660D5-A2AB-7068-A0B3-B11B715BFD9D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2769987" y="4597492"/>
            <a:ext cx="0" cy="7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8E3D1D3-3410-37B6-F6C4-AF4AB8D39BC1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5129599" y="1301736"/>
            <a:ext cx="4" cy="84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C60CC5-005F-6B02-B4D1-AFCBBC9EB189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 flipH="1">
            <a:off x="5129599" y="1648327"/>
            <a:ext cx="4" cy="8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5B9F4AA-AF24-6E6C-2A2F-6817F7587F8D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5129599" y="1991059"/>
            <a:ext cx="0" cy="7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09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2B717-D574-2979-A5DB-857C276A48D1}"/>
              </a:ext>
            </a:extLst>
          </p:cNvPr>
          <p:cNvSpPr txBox="1"/>
          <p:nvPr/>
        </p:nvSpPr>
        <p:spPr>
          <a:xfrm>
            <a:off x="1408337" y="645459"/>
            <a:ext cx="193666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5434-EF7C-4401-3B3E-CE33E445978B}"/>
              </a:ext>
            </a:extLst>
          </p:cNvPr>
          <p:cNvSpPr txBox="1"/>
          <p:nvPr/>
        </p:nvSpPr>
        <p:spPr>
          <a:xfrm>
            <a:off x="1408337" y="2032559"/>
            <a:ext cx="19366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08337" y="1685784"/>
            <a:ext cx="193666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6804248" y="645459"/>
            <a:ext cx="2096806" cy="5263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7452320" y="1526866"/>
            <a:ext cx="1150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/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078C1B-1532-1045-2C1B-D3B25EF75594}"/>
              </a:ext>
            </a:extLst>
          </p:cNvPr>
          <p:cNvSpPr txBox="1"/>
          <p:nvPr/>
        </p:nvSpPr>
        <p:spPr>
          <a:xfrm>
            <a:off x="3860491" y="992016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1CE5B-54D5-E0C6-A317-CA4AF4074E09}"/>
              </a:ext>
            </a:extLst>
          </p:cNvPr>
          <p:cNvSpPr txBox="1"/>
          <p:nvPr/>
        </p:nvSpPr>
        <p:spPr>
          <a:xfrm>
            <a:off x="3860494" y="648924"/>
            <a:ext cx="162897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A17-CCDC-5506-959B-4C9E908CD04E}"/>
              </a:ext>
            </a:extLst>
          </p:cNvPr>
          <p:cNvSpPr txBox="1"/>
          <p:nvPr/>
        </p:nvSpPr>
        <p:spPr>
          <a:xfrm>
            <a:off x="3860491" y="1327642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75FCA-4972-6F68-5AAD-ADE009CFC3CB}"/>
              </a:ext>
            </a:extLst>
          </p:cNvPr>
          <p:cNvSpPr/>
          <p:nvPr/>
        </p:nvSpPr>
        <p:spPr>
          <a:xfrm>
            <a:off x="7133333" y="2404825"/>
            <a:ext cx="1800200" cy="18593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08337" y="1339009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8FAE54-1A8A-25C8-57F4-8D43D703B40D}"/>
              </a:ext>
            </a:extLst>
          </p:cNvPr>
          <p:cNvSpPr txBox="1"/>
          <p:nvPr/>
        </p:nvSpPr>
        <p:spPr>
          <a:xfrm>
            <a:off x="3860491" y="1645443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/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3DFB497-179D-27EA-DC10-6101A8884550}"/>
              </a:ext>
            </a:extLst>
          </p:cNvPr>
          <p:cNvSpPr txBox="1"/>
          <p:nvPr/>
        </p:nvSpPr>
        <p:spPr>
          <a:xfrm>
            <a:off x="1408337" y="4113209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5451A1-FEA9-3893-994D-57A2694ED85E}"/>
              </a:ext>
            </a:extLst>
          </p:cNvPr>
          <p:cNvSpPr txBox="1"/>
          <p:nvPr/>
        </p:nvSpPr>
        <p:spPr>
          <a:xfrm>
            <a:off x="1408337" y="4459984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A94B0-6D36-C6E2-BCD9-9B426858105A}"/>
              </a:ext>
            </a:extLst>
          </p:cNvPr>
          <p:cNvSpPr txBox="1"/>
          <p:nvPr/>
        </p:nvSpPr>
        <p:spPr>
          <a:xfrm>
            <a:off x="1408337" y="4806759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49301-0FBC-95D8-8103-4EC2F17A22F9}"/>
              </a:ext>
            </a:extLst>
          </p:cNvPr>
          <p:cNvSpPr txBox="1"/>
          <p:nvPr/>
        </p:nvSpPr>
        <p:spPr>
          <a:xfrm>
            <a:off x="1408337" y="5153528"/>
            <a:ext cx="193666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F633DFA-C23A-B2C6-E5F8-5E4097B96D43}"/>
              </a:ext>
            </a:extLst>
          </p:cNvPr>
          <p:cNvCxnSpPr>
            <a:stCxn id="6" idx="2"/>
            <a:endCxn id="26" idx="0"/>
          </p:cNvCxnSpPr>
          <p:nvPr/>
        </p:nvCxnSpPr>
        <p:spPr>
          <a:xfrm>
            <a:off x="2376670" y="90706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B866B8-8C93-B323-73A5-4B14BD3F5B93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2376670" y="125384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C61EC2-B9B9-C74C-DFDC-1E02740FDCE1}"/>
              </a:ext>
            </a:extLst>
          </p:cNvPr>
          <p:cNvCxnSpPr>
            <a:stCxn id="27" idx="2"/>
            <a:endCxn id="10" idx="0"/>
          </p:cNvCxnSpPr>
          <p:nvPr/>
        </p:nvCxnSpPr>
        <p:spPr>
          <a:xfrm>
            <a:off x="2376670" y="160061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3D867B-1144-BBEB-737D-5FFA37D9D16F}"/>
              </a:ext>
            </a:extLst>
          </p:cNvPr>
          <p:cNvCxnSpPr>
            <a:stCxn id="10" idx="2"/>
            <a:endCxn id="7" idx="0"/>
          </p:cNvCxnSpPr>
          <p:nvPr/>
        </p:nvCxnSpPr>
        <p:spPr>
          <a:xfrm>
            <a:off x="2376670" y="194739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673595-5919-B600-F487-187357B4B4DC}"/>
              </a:ext>
            </a:extLst>
          </p:cNvPr>
          <p:cNvCxnSpPr>
            <a:stCxn id="7" idx="2"/>
            <a:endCxn id="25" idx="0"/>
          </p:cNvCxnSpPr>
          <p:nvPr/>
        </p:nvCxnSpPr>
        <p:spPr>
          <a:xfrm>
            <a:off x="2376670" y="229416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99CF05-772D-A7A1-7F92-EB3DE1C066A5}"/>
              </a:ext>
            </a:extLst>
          </p:cNvPr>
          <p:cNvCxnSpPr>
            <a:stCxn id="25" idx="2"/>
            <a:endCxn id="24" idx="0"/>
          </p:cNvCxnSpPr>
          <p:nvPr/>
        </p:nvCxnSpPr>
        <p:spPr>
          <a:xfrm>
            <a:off x="2376670" y="264094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444A48-EA21-A288-4648-ABE5CF69CBA7}"/>
              </a:ext>
            </a:extLst>
          </p:cNvPr>
          <p:cNvCxnSpPr>
            <a:stCxn id="24" idx="2"/>
            <a:endCxn id="23" idx="0"/>
          </p:cNvCxnSpPr>
          <p:nvPr/>
        </p:nvCxnSpPr>
        <p:spPr>
          <a:xfrm>
            <a:off x="2376670" y="298771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DD5E4A-F4FE-4E92-D2A3-27EE21A6B00B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>
            <a:off x="2376670" y="333449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E85B63-B1D5-1013-3FC9-3FA7FB6356BC}"/>
              </a:ext>
            </a:extLst>
          </p:cNvPr>
          <p:cNvCxnSpPr>
            <a:stCxn id="11" idx="2"/>
            <a:endCxn id="33" idx="0"/>
          </p:cNvCxnSpPr>
          <p:nvPr/>
        </p:nvCxnSpPr>
        <p:spPr>
          <a:xfrm>
            <a:off x="2376670" y="368126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D4E5DA-6A3C-3750-254E-A1BF419579B9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2376670" y="402804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7A6449-AD50-C9C5-3353-E4548FC4C94B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2376670" y="4374819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65AE818-0AF3-7371-11C3-123AEAFC5384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2376670" y="4721594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F2F71F-44F5-6D71-3443-395F060CC135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2376670" y="5068369"/>
            <a:ext cx="0" cy="8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D49AAF5-2697-B97D-47DC-4924D89F854B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4674980" y="580116"/>
            <a:ext cx="1" cy="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915EEC-932D-0A5C-F07F-0F3BC3ADD789}"/>
              </a:ext>
            </a:extLst>
          </p:cNvPr>
          <p:cNvCxnSpPr>
            <a:stCxn id="18" idx="2"/>
            <a:endCxn id="17" idx="0"/>
          </p:cNvCxnSpPr>
          <p:nvPr/>
        </p:nvCxnSpPr>
        <p:spPr>
          <a:xfrm flipH="1">
            <a:off x="4674977" y="910534"/>
            <a:ext cx="4" cy="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3318A7-3111-130F-DF28-90457BC70E52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4674977" y="1253626"/>
            <a:ext cx="0" cy="7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FC5D9F-EE9A-02E0-41DC-4653AFE9AF93}"/>
              </a:ext>
            </a:extLst>
          </p:cNvPr>
          <p:cNvCxnSpPr>
            <a:stCxn id="19" idx="2"/>
            <a:endCxn id="31" idx="0"/>
          </p:cNvCxnSpPr>
          <p:nvPr/>
        </p:nvCxnSpPr>
        <p:spPr>
          <a:xfrm>
            <a:off x="4674977" y="1589252"/>
            <a:ext cx="0" cy="5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641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2B717-D574-2979-A5DB-857C276A48D1}"/>
              </a:ext>
            </a:extLst>
          </p:cNvPr>
          <p:cNvSpPr txBox="1"/>
          <p:nvPr/>
        </p:nvSpPr>
        <p:spPr>
          <a:xfrm>
            <a:off x="1408337" y="6454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5434-EF7C-4401-3B3E-CE33E445978B}"/>
              </a:ext>
            </a:extLst>
          </p:cNvPr>
          <p:cNvSpPr txBox="1"/>
          <p:nvPr/>
        </p:nvSpPr>
        <p:spPr>
          <a:xfrm>
            <a:off x="1408337" y="20325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08337" y="16857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1331640" y="253388"/>
            <a:ext cx="2096806" cy="5263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1909611" y="253388"/>
            <a:ext cx="1150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/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1576F-3A0D-F6B4-AC3E-08885DF6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94" y="318506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078C1B-1532-1045-2C1B-D3B25EF75594}"/>
              </a:ext>
            </a:extLst>
          </p:cNvPr>
          <p:cNvSpPr txBox="1"/>
          <p:nvPr/>
        </p:nvSpPr>
        <p:spPr>
          <a:xfrm>
            <a:off x="3860494" y="1046547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1CE5B-54D5-E0C6-A317-CA4AF4074E09}"/>
              </a:ext>
            </a:extLst>
          </p:cNvPr>
          <p:cNvSpPr txBox="1"/>
          <p:nvPr/>
        </p:nvSpPr>
        <p:spPr>
          <a:xfrm>
            <a:off x="3860497" y="690179"/>
            <a:ext cx="162897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14A17-CCDC-5506-959B-4C9E908CD04E}"/>
              </a:ext>
            </a:extLst>
          </p:cNvPr>
          <p:cNvSpPr txBox="1"/>
          <p:nvPr/>
        </p:nvSpPr>
        <p:spPr>
          <a:xfrm>
            <a:off x="3860494" y="1410565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75FCA-4972-6F68-5AAD-ADE009CFC3CB}"/>
              </a:ext>
            </a:extLst>
          </p:cNvPr>
          <p:cNvSpPr/>
          <p:nvPr/>
        </p:nvSpPr>
        <p:spPr>
          <a:xfrm>
            <a:off x="3788486" y="260648"/>
            <a:ext cx="1800200" cy="18593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08337" y="13390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45B23-1237-1BCF-5482-F6DED5467113}"/>
              </a:ext>
            </a:extLst>
          </p:cNvPr>
          <p:cNvSpPr txBox="1"/>
          <p:nvPr/>
        </p:nvSpPr>
        <p:spPr>
          <a:xfrm>
            <a:off x="7215396" y="3539350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/>
              <p:nvPr/>
            </p:nvSpPr>
            <p:spPr>
              <a:xfrm>
                <a:off x="7215396" y="3944488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091338-B29E-7AE5-6232-CBF7E77E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396" y="3944488"/>
                <a:ext cx="1928604" cy="2616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D3E954-E91D-61A5-8A8A-531571B12D34}"/>
              </a:ext>
            </a:extLst>
          </p:cNvPr>
          <p:cNvSpPr txBox="1"/>
          <p:nvPr/>
        </p:nvSpPr>
        <p:spPr>
          <a:xfrm>
            <a:off x="7215396" y="4291655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8FAE54-1A8A-25C8-57F4-8D43D703B40D}"/>
              </a:ext>
            </a:extLst>
          </p:cNvPr>
          <p:cNvSpPr txBox="1"/>
          <p:nvPr/>
        </p:nvSpPr>
        <p:spPr>
          <a:xfrm>
            <a:off x="3874100" y="1774583"/>
            <a:ext cx="16289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/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blipFill>
                <a:blip r:embed="rId9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3DFB497-179D-27EA-DC10-6101A8884550}"/>
              </a:ext>
            </a:extLst>
          </p:cNvPr>
          <p:cNvSpPr txBox="1"/>
          <p:nvPr/>
        </p:nvSpPr>
        <p:spPr>
          <a:xfrm>
            <a:off x="1408337" y="41132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5451A1-FEA9-3893-994D-57A2694ED85E}"/>
              </a:ext>
            </a:extLst>
          </p:cNvPr>
          <p:cNvSpPr txBox="1"/>
          <p:nvPr/>
        </p:nvSpPr>
        <p:spPr>
          <a:xfrm>
            <a:off x="1408337" y="44599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A94B0-6D36-C6E2-BCD9-9B426858105A}"/>
              </a:ext>
            </a:extLst>
          </p:cNvPr>
          <p:cNvSpPr txBox="1"/>
          <p:nvPr/>
        </p:nvSpPr>
        <p:spPr>
          <a:xfrm>
            <a:off x="1408337" y="48067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49301-0FBC-95D8-8103-4EC2F17A22F9}"/>
              </a:ext>
            </a:extLst>
          </p:cNvPr>
          <p:cNvSpPr txBox="1"/>
          <p:nvPr/>
        </p:nvSpPr>
        <p:spPr>
          <a:xfrm>
            <a:off x="1408337" y="5153528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</p:spTree>
    <p:extLst>
      <p:ext uri="{BB962C8B-B14F-4D97-AF65-F5344CB8AC3E}">
        <p14:creationId xmlns:p14="http://schemas.microsoft.com/office/powerpoint/2010/main" val="2124264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2B717-D574-2979-A5DB-857C276A48D1}"/>
              </a:ext>
            </a:extLst>
          </p:cNvPr>
          <p:cNvSpPr txBox="1"/>
          <p:nvPr/>
        </p:nvSpPr>
        <p:spPr>
          <a:xfrm>
            <a:off x="1408337" y="6454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5434-EF7C-4401-3B3E-CE33E445978B}"/>
              </a:ext>
            </a:extLst>
          </p:cNvPr>
          <p:cNvSpPr txBox="1"/>
          <p:nvPr/>
        </p:nvSpPr>
        <p:spPr>
          <a:xfrm>
            <a:off x="1408337" y="20325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0E453-206E-90A1-ECF5-E8393AE41C18}"/>
              </a:ext>
            </a:extLst>
          </p:cNvPr>
          <p:cNvSpPr txBox="1"/>
          <p:nvPr/>
        </p:nvSpPr>
        <p:spPr>
          <a:xfrm>
            <a:off x="1408337" y="16857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/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31A53-0DD6-AC69-4D40-2C1B59D2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419659"/>
                <a:ext cx="1936666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806D270-32F6-A60D-FA1A-B0544948FA42}"/>
              </a:ext>
            </a:extLst>
          </p:cNvPr>
          <p:cNvSpPr/>
          <p:nvPr/>
        </p:nvSpPr>
        <p:spPr>
          <a:xfrm>
            <a:off x="1331640" y="253388"/>
            <a:ext cx="2096806" cy="5263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1E8A-BCD5-9D7A-DDAC-46416FA22A69}"/>
              </a:ext>
            </a:extLst>
          </p:cNvPr>
          <p:cNvSpPr txBox="1"/>
          <p:nvPr/>
        </p:nvSpPr>
        <p:spPr>
          <a:xfrm>
            <a:off x="1909611" y="253388"/>
            <a:ext cx="1150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/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CF8E16-A0DB-0B94-869F-A4825928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072884"/>
                <a:ext cx="1936666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/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50E070-CAF5-A297-CDD1-B374A0EA0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726109"/>
                <a:ext cx="1936666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/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4AE16E-4D81-84A6-D461-2B25995D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2379334"/>
                <a:ext cx="1936666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/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8@3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1D52D1-325C-E5B6-15A7-663E43D1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68" y="992234"/>
                <a:ext cx="1928604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CB5F9E2-F46D-E6CA-5982-8CCB1AB71C61}"/>
              </a:ext>
            </a:extLst>
          </p:cNvPr>
          <p:cNvSpPr txBox="1"/>
          <p:nvPr/>
        </p:nvSpPr>
        <p:spPr>
          <a:xfrm>
            <a:off x="1408337" y="13390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/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256@3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5841CD-CA46-0AD0-2C79-442F2BEF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7" y="3766434"/>
                <a:ext cx="1936666" cy="2616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3DFB497-179D-27EA-DC10-6101A8884550}"/>
              </a:ext>
            </a:extLst>
          </p:cNvPr>
          <p:cNvSpPr txBox="1"/>
          <p:nvPr/>
        </p:nvSpPr>
        <p:spPr>
          <a:xfrm>
            <a:off x="1408337" y="411320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5451A1-FEA9-3893-994D-57A2694ED85E}"/>
              </a:ext>
            </a:extLst>
          </p:cNvPr>
          <p:cNvSpPr txBox="1"/>
          <p:nvPr/>
        </p:nvSpPr>
        <p:spPr>
          <a:xfrm>
            <a:off x="1408337" y="4459984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A94B0-6D36-C6E2-BCD9-9B426858105A}"/>
              </a:ext>
            </a:extLst>
          </p:cNvPr>
          <p:cNvSpPr txBox="1"/>
          <p:nvPr/>
        </p:nvSpPr>
        <p:spPr>
          <a:xfrm>
            <a:off x="1408337" y="4806759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49301-0FBC-95D8-8103-4EC2F17A22F9}"/>
              </a:ext>
            </a:extLst>
          </p:cNvPr>
          <p:cNvSpPr txBox="1"/>
          <p:nvPr/>
        </p:nvSpPr>
        <p:spPr>
          <a:xfrm>
            <a:off x="1408337" y="5153528"/>
            <a:ext cx="19366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F603D0-C48F-8FC8-A27A-4380869E1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1920" y="940881"/>
            <a:ext cx="1585244" cy="1640672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3013948-C34C-FAAB-8C9A-41B17E08C016}"/>
              </a:ext>
            </a:extLst>
          </p:cNvPr>
          <p:cNvCxnSpPr>
            <a:stCxn id="25" idx="3"/>
            <a:endCxn id="2" idx="1"/>
          </p:cNvCxnSpPr>
          <p:nvPr/>
        </p:nvCxnSpPr>
        <p:spPr>
          <a:xfrm flipV="1">
            <a:off x="3345003" y="1761217"/>
            <a:ext cx="506917" cy="7489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62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DA8055D-D6C0-DC40-9849-7EC129C53C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95" y="1464558"/>
            <a:ext cx="808949" cy="808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4F152-3A6D-A74B-A085-6485A3DB7B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222270" y="3390875"/>
            <a:ext cx="808949" cy="808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EDB121-8FF6-1640-8255-AD0840E812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" b="49474"/>
          <a:stretch/>
        </p:blipFill>
        <p:spPr>
          <a:xfrm flipH="1">
            <a:off x="3412991" y="3523878"/>
            <a:ext cx="808949" cy="8089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7DB534-D8CA-A043-B7C1-6D8F7A412A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14" b="2738"/>
          <a:stretch/>
        </p:blipFill>
        <p:spPr>
          <a:xfrm flipH="1">
            <a:off x="3628601" y="3618853"/>
            <a:ext cx="808949" cy="8089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B03D9B-D44B-8746-90CA-B5C855A8DE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883237" y="3746010"/>
            <a:ext cx="808949" cy="8089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352337-BB66-5545-9DF6-63C8CE4CD1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155" y="1597917"/>
            <a:ext cx="808949" cy="80894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2CB5252-43C4-B244-9C1E-8E5D4D7337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515" y="1731276"/>
            <a:ext cx="808949" cy="8089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460A77-D5A9-E74E-9BAE-CD2EA9AE5FB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027" y="1864635"/>
            <a:ext cx="808949" cy="8089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5308317" y="4476156"/>
            <a:ext cx="12241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33346" y="1360293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33346" y="3275014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3271518" y="2697395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09241" y="4613525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920883" y="1030590"/>
            <a:ext cx="191309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 (4096)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788230" y="2165343"/>
            <a:ext cx="520087" cy="3276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4788230" y="2493002"/>
            <a:ext cx="520087" cy="158706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AF610B-766C-4849-B193-864400B9094F}"/>
              </a:ext>
            </a:extLst>
          </p:cNvPr>
          <p:cNvCxnSpPr>
            <a:cxnSpLocks/>
          </p:cNvCxnSpPr>
          <p:nvPr/>
        </p:nvCxnSpPr>
        <p:spPr>
          <a:xfrm>
            <a:off x="5868144" y="3896720"/>
            <a:ext cx="0" cy="5563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865562" y="1492255"/>
            <a:ext cx="11868" cy="613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3987112" y="3065778"/>
            <a:ext cx="215118" cy="3651428"/>
          </a:xfrm>
          <a:prstGeom prst="bentConnector3">
            <a:avLst>
              <a:gd name="adj1" fmla="val 325817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3"/>
          </p:cNvCxnSpPr>
          <p:nvPr/>
        </p:nvCxnSpPr>
        <p:spPr>
          <a:xfrm flipH="1" flipV="1">
            <a:off x="5949586" y="885896"/>
            <a:ext cx="582867" cy="3744149"/>
          </a:xfrm>
          <a:prstGeom prst="bentConnector4">
            <a:avLst>
              <a:gd name="adj1" fmla="val -274539"/>
              <a:gd name="adj2" fmla="val 113365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3573269" y="5169459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FA9397-D9B9-364F-837C-5AACA944CA51}"/>
              </a:ext>
            </a:extLst>
          </p:cNvPr>
          <p:cNvSpPr txBox="1"/>
          <p:nvPr/>
        </p:nvSpPr>
        <p:spPr>
          <a:xfrm>
            <a:off x="7386099" y="2406866"/>
            <a:ext cx="851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553023" y="2165343"/>
            <a:ext cx="480323" cy="139897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807B61-0C2E-A891-71DD-C9230AFC08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542" y="2114869"/>
            <a:ext cx="2346038" cy="2853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0A1EA-E83C-7C68-1DED-E32E38ABE6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7663" y="885896"/>
            <a:ext cx="2339346" cy="30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7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2976002" y="6049686"/>
            <a:ext cx="1932635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46702" y="1597887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46702" y="3512608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8104123" y="1363063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G-Block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43903" y="5135528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471575" y="476672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 (4096)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  <a:endCxn id="71" idx="0"/>
          </p:cNvCxnSpPr>
          <p:nvPr/>
        </p:nvCxnSpPr>
        <p:spPr>
          <a:xfrm flipV="1">
            <a:off x="4801586" y="900446"/>
            <a:ext cx="1662249" cy="1502491"/>
          </a:xfrm>
          <a:prstGeom prst="bentConnector4">
            <a:avLst>
              <a:gd name="adj1" fmla="val 20873"/>
              <a:gd name="adj2" fmla="val 1152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  <a:endCxn id="71" idx="0"/>
          </p:cNvCxnSpPr>
          <p:nvPr/>
        </p:nvCxnSpPr>
        <p:spPr>
          <a:xfrm flipV="1">
            <a:off x="4801586" y="900446"/>
            <a:ext cx="1662249" cy="3417212"/>
          </a:xfrm>
          <a:prstGeom prst="bentConnector4">
            <a:avLst>
              <a:gd name="adj1" fmla="val 20873"/>
              <a:gd name="adj2" fmla="val 10669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3" idx="2"/>
            <a:endCxn id="45" idx="0"/>
          </p:cNvCxnSpPr>
          <p:nvPr/>
        </p:nvCxnSpPr>
        <p:spPr>
          <a:xfrm>
            <a:off x="1435877" y="738282"/>
            <a:ext cx="0" cy="292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>
            <a:off x="1631754" y="4046897"/>
            <a:ext cx="1380882" cy="3240250"/>
          </a:xfrm>
          <a:prstGeom prst="bentConnector4">
            <a:avLst>
              <a:gd name="adj1" fmla="val -16555"/>
              <a:gd name="adj2" fmla="val 100186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 flipV="1">
            <a:off x="5109645" y="4505488"/>
            <a:ext cx="684650" cy="3019300"/>
          </a:xfrm>
          <a:prstGeom prst="bentConnector4">
            <a:avLst>
              <a:gd name="adj1" fmla="val -33389"/>
              <a:gd name="adj2" fmla="val 9989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5311914" y="6272356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cxnSpLocks/>
            <a:stCxn id="59" idx="2"/>
            <a:endCxn id="21" idx="1"/>
          </p:cNvCxnSpPr>
          <p:nvPr/>
        </p:nvCxnSpPr>
        <p:spPr>
          <a:xfrm rot="5400000" flipH="1" flipV="1">
            <a:off x="954262" y="2884551"/>
            <a:ext cx="2574053" cy="1610825"/>
          </a:xfrm>
          <a:prstGeom prst="bentConnector4">
            <a:avLst>
              <a:gd name="adj1" fmla="val -8881"/>
              <a:gd name="adj2" fmla="val 7993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8A81BEA-B3BA-D08F-48CC-F436D5D4058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43" y="3610048"/>
            <a:ext cx="868680" cy="8686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321F42-76E5-BCA4-813B-9D0B4225811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82" y="3755477"/>
            <a:ext cx="868680" cy="8686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1425339-50E3-7E59-8AAC-72EE8C38F26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19" y="3872924"/>
            <a:ext cx="868680" cy="868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EDC461-8080-E90D-CBAB-34CA3AEDEBEC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22" y="4018773"/>
            <a:ext cx="868680" cy="8686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75198C-0EFE-CDB8-F1FB-9788B753EF3E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35" y="4125238"/>
            <a:ext cx="868680" cy="8686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DACB205-EAC5-B1D6-97D1-34479C71732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78" y="1686834"/>
            <a:ext cx="867746" cy="86774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70F5935-CE0D-EB56-6C53-CF82FF3F91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583" y="1793299"/>
            <a:ext cx="867746" cy="86774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F72B375-95D5-70F5-14F6-F4705B1D51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032" y="1947090"/>
            <a:ext cx="867746" cy="86774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8940088-A135-05F7-358C-C9C5854377D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25" y="2081164"/>
            <a:ext cx="867746" cy="8677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3770AB5-D445-3B6B-75DE-2B089D2217E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011" y="2274498"/>
            <a:ext cx="867746" cy="867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5BEB39-A3EA-88DD-0795-FD06EDD6D166}"/>
                  </a:ext>
                </a:extLst>
              </p:cNvPr>
              <p:cNvSpPr txBox="1"/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5BEB39-A3EA-88DD-0795-FD06EDD6D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A65B38-65BA-438F-E301-0399F9EC5D74}"/>
                  </a:ext>
                </a:extLst>
              </p:cNvPr>
              <p:cNvSpPr txBox="1"/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A65B38-65BA-438F-E301-0399F9EC5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blipFill>
                <a:blip r:embed="rId1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F5D6FF8-746F-CE47-6F32-277B09A944FD}"/>
              </a:ext>
            </a:extLst>
          </p:cNvPr>
          <p:cNvSpPr txBox="1"/>
          <p:nvPr/>
        </p:nvSpPr>
        <p:spPr>
          <a:xfrm>
            <a:off x="467544" y="136193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C64FA3-64D2-7E2A-76F6-2627C79E0050}"/>
                  </a:ext>
                </a:extLst>
              </p:cNvPr>
              <p:cNvSpPr txBox="1"/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C64FA3-64D2-7E2A-76F6-2627C79E0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blipFill>
                <a:blip r:embed="rId14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713A71-17C4-C47E-46BF-719AAB3FB227}"/>
                  </a:ext>
                </a:extLst>
              </p:cNvPr>
              <p:cNvSpPr txBox="1"/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713A71-17C4-C47E-46BF-719AAB3FB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E3FEAF-9A5B-715E-3CFB-075B31FBB095}"/>
                  </a:ext>
                </a:extLst>
              </p:cNvPr>
              <p:cNvSpPr txBox="1"/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E3FEAF-9A5B-715E-3CFB-075B31FBB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05E923-478A-D9A1-AF56-6FAE26A125C1}"/>
                  </a:ext>
                </a:extLst>
              </p:cNvPr>
              <p:cNvSpPr txBox="1"/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05E923-478A-D9A1-AF56-6FAE26A1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blipFill>
                <a:blip r:embed="rId17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59B2DE-A070-5207-FAA7-1856EF28C0F3}"/>
                  </a:ext>
                </a:extLst>
              </p:cNvPr>
              <p:cNvSpPr txBox="1"/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59B2DE-A070-5207-FAA7-1856EF28C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blipFill>
                <a:blip r:embed="rId18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7796C277-6E9F-2A58-7B9F-16048114E3C9}"/>
              </a:ext>
            </a:extLst>
          </p:cNvPr>
          <p:cNvSpPr txBox="1"/>
          <p:nvPr/>
        </p:nvSpPr>
        <p:spPr>
          <a:xfrm>
            <a:off x="467544" y="370317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E02E76-A049-0338-84A3-BE7A3D53C900}"/>
              </a:ext>
            </a:extLst>
          </p:cNvPr>
          <p:cNvSpPr txBox="1"/>
          <p:nvPr/>
        </p:nvSpPr>
        <p:spPr>
          <a:xfrm>
            <a:off x="471575" y="4041478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1C4098-47FF-A8C7-D74F-BD7F39DD7EBD}"/>
                  </a:ext>
                </a:extLst>
              </p:cNvPr>
              <p:cNvSpPr txBox="1"/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1C4098-47FF-A8C7-D74F-BD7F39DD7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blipFill>
                <a:blip r:embed="rId19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FDF1CD80-6C84-53BF-2CAF-13CED1AA64CF}"/>
              </a:ext>
            </a:extLst>
          </p:cNvPr>
          <p:cNvSpPr txBox="1"/>
          <p:nvPr/>
        </p:nvSpPr>
        <p:spPr>
          <a:xfrm>
            <a:off x="471575" y="4715380"/>
            <a:ext cx="192860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6F1C686-3B82-B0AB-54BE-DCEC89D1F363}"/>
              </a:ext>
            </a:extLst>
          </p:cNvPr>
          <p:cNvCxnSpPr>
            <a:stCxn id="45" idx="2"/>
            <a:endCxn id="50" idx="0"/>
          </p:cNvCxnSpPr>
          <p:nvPr/>
        </p:nvCxnSpPr>
        <p:spPr>
          <a:xfrm>
            <a:off x="1435877" y="1292861"/>
            <a:ext cx="0" cy="6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41F5A95-A710-E578-D8D6-029897F40CF8}"/>
              </a:ext>
            </a:extLst>
          </p:cNvPr>
          <p:cNvCxnSpPr>
            <a:stCxn id="50" idx="2"/>
            <a:endCxn id="46" idx="0"/>
          </p:cNvCxnSpPr>
          <p:nvPr/>
        </p:nvCxnSpPr>
        <p:spPr>
          <a:xfrm>
            <a:off x="1435877" y="1623546"/>
            <a:ext cx="0" cy="8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4049967-FDBF-0D04-2A4D-74CB59477376}"/>
              </a:ext>
            </a:extLst>
          </p:cNvPr>
          <p:cNvCxnSpPr>
            <a:stCxn id="46" idx="2"/>
            <a:endCxn id="51" idx="0"/>
          </p:cNvCxnSpPr>
          <p:nvPr/>
        </p:nvCxnSpPr>
        <p:spPr>
          <a:xfrm>
            <a:off x="1435877" y="1966455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2F69189-D154-47B9-E81B-D0028D72D292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>
            <a:off x="1435877" y="2308468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ABA2336-C0D8-0356-184F-984242C32E02}"/>
              </a:ext>
            </a:extLst>
          </p:cNvPr>
          <p:cNvCxnSpPr>
            <a:stCxn id="52" idx="2"/>
            <a:endCxn id="53" idx="0"/>
          </p:cNvCxnSpPr>
          <p:nvPr/>
        </p:nvCxnSpPr>
        <p:spPr>
          <a:xfrm>
            <a:off x="1435877" y="2650481"/>
            <a:ext cx="0" cy="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D59FE71-3492-AF8D-8EA0-A7B8088807C5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1435877" y="2983962"/>
            <a:ext cx="0" cy="6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44102F-2F3E-4B31-7DF1-C451D0BCAA94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>
            <a:off x="1435877" y="3312277"/>
            <a:ext cx="0" cy="7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08BDC7-5503-C59A-C26F-BC81819BF274}"/>
              </a:ext>
            </a:extLst>
          </p:cNvPr>
          <p:cNvCxnSpPr>
            <a:stCxn id="55" idx="2"/>
            <a:endCxn id="56" idx="0"/>
          </p:cNvCxnSpPr>
          <p:nvPr/>
        </p:nvCxnSpPr>
        <p:spPr>
          <a:xfrm>
            <a:off x="1435877" y="3649426"/>
            <a:ext cx="0" cy="5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DCC3209-4ECF-0DD1-B44A-86F776A7F1E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1435877" y="3964781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FEB276-704D-E5C2-8AD7-11DEFBCD42E7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435877" y="4303088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D168ED2-5010-022C-604B-9F142931475A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>
            <a:off x="1435877" y="4641395"/>
            <a:ext cx="0" cy="7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36B9B52-6879-F3AE-1250-ED404D538965}"/>
              </a:ext>
            </a:extLst>
          </p:cNvPr>
          <p:cNvSpPr txBox="1"/>
          <p:nvPr/>
        </p:nvSpPr>
        <p:spPr>
          <a:xfrm>
            <a:off x="5495502" y="900446"/>
            <a:ext cx="193666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CF3C04-038F-9ED8-2972-9D92BE82BDB0}"/>
              </a:ext>
            </a:extLst>
          </p:cNvPr>
          <p:cNvSpPr txBox="1"/>
          <p:nvPr/>
        </p:nvSpPr>
        <p:spPr>
          <a:xfrm>
            <a:off x="5495502" y="2287546"/>
            <a:ext cx="19366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3A472C-0818-EE5F-A9CE-69806B894677}"/>
              </a:ext>
            </a:extLst>
          </p:cNvPr>
          <p:cNvSpPr txBox="1"/>
          <p:nvPr/>
        </p:nvSpPr>
        <p:spPr>
          <a:xfrm>
            <a:off x="5495502" y="1940771"/>
            <a:ext cx="193666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63F460-51D1-91AE-3824-BBBFD19F7D12}"/>
                  </a:ext>
                </a:extLst>
              </p:cNvPr>
              <p:cNvSpPr txBox="1"/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63F460-51D1-91AE-3824-BBBFD19F7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blipFill>
                <a:blip r:embed="rId20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FD326F-1389-FF2B-D879-9D1CCDA34FB8}"/>
                  </a:ext>
                </a:extLst>
              </p:cNvPr>
              <p:cNvSpPr txBox="1"/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FD326F-1389-FF2B-D879-9D1CCDA3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blipFill>
                <a:blip r:embed="rId21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83600CE-A942-7B99-F538-2DC9D26FEE09}"/>
                  </a:ext>
                </a:extLst>
              </p:cNvPr>
              <p:cNvSpPr txBox="1"/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83600CE-A942-7B99-F538-2DC9D26FE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blipFill>
                <a:blip r:embed="rId22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B21431-FBB3-9581-BE40-DABD344E5A1A}"/>
                  </a:ext>
                </a:extLst>
              </p:cNvPr>
              <p:cNvSpPr txBox="1"/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B21431-FBB3-9581-BE40-DABD344E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blipFill>
                <a:blip r:embed="rId2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86B615-A4DA-7A9D-8854-32F9DDF0B608}"/>
                  </a:ext>
                </a:extLst>
              </p:cNvPr>
              <p:cNvSpPr txBox="1"/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86B615-A4DA-7A9D-8854-32F9DDF0B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blipFill>
                <a:blip r:embed="rId2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C5B3693A-4D36-B078-D743-8099C8668468}"/>
              </a:ext>
            </a:extLst>
          </p:cNvPr>
          <p:cNvSpPr txBox="1"/>
          <p:nvPr/>
        </p:nvSpPr>
        <p:spPr>
          <a:xfrm>
            <a:off x="5495502" y="159399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0C1044-D1B7-0266-B02D-CA11E5E557CD}"/>
                  </a:ext>
                </a:extLst>
              </p:cNvPr>
              <p:cNvSpPr txBox="1"/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0C1044-D1B7-0266-B02D-CA11E5E55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blipFill>
                <a:blip r:embed="rId25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260B1C70-5068-4F01-0F53-CB2EDFF4B0F9}"/>
              </a:ext>
            </a:extLst>
          </p:cNvPr>
          <p:cNvSpPr txBox="1"/>
          <p:nvPr/>
        </p:nvSpPr>
        <p:spPr>
          <a:xfrm>
            <a:off x="5495502" y="4368196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D23652-CF75-CD30-B1FE-8BC93663819F}"/>
              </a:ext>
            </a:extLst>
          </p:cNvPr>
          <p:cNvSpPr txBox="1"/>
          <p:nvPr/>
        </p:nvSpPr>
        <p:spPr>
          <a:xfrm>
            <a:off x="5495502" y="4714971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BC480A-662F-A7C4-C445-122AF96DD7A3}"/>
              </a:ext>
            </a:extLst>
          </p:cNvPr>
          <p:cNvSpPr txBox="1"/>
          <p:nvPr/>
        </p:nvSpPr>
        <p:spPr>
          <a:xfrm>
            <a:off x="5495502" y="506174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E01143-7E56-9D6C-BD7A-F748F613BCC7}"/>
              </a:ext>
            </a:extLst>
          </p:cNvPr>
          <p:cNvSpPr txBox="1"/>
          <p:nvPr/>
        </p:nvSpPr>
        <p:spPr>
          <a:xfrm>
            <a:off x="5495502" y="5408515"/>
            <a:ext cx="193666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816DBF4-F9A9-F6BC-1FE4-C509B21EB5AE}"/>
              </a:ext>
            </a:extLst>
          </p:cNvPr>
          <p:cNvCxnSpPr>
            <a:stCxn id="71" idx="2"/>
            <a:endCxn id="78" idx="0"/>
          </p:cNvCxnSpPr>
          <p:nvPr/>
        </p:nvCxnSpPr>
        <p:spPr>
          <a:xfrm>
            <a:off x="6463835" y="11620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C4F99B5-94FC-7271-3515-1AADF93604CB}"/>
              </a:ext>
            </a:extLst>
          </p:cNvPr>
          <p:cNvCxnSpPr>
            <a:stCxn id="78" idx="2"/>
            <a:endCxn id="79" idx="0"/>
          </p:cNvCxnSpPr>
          <p:nvPr/>
        </p:nvCxnSpPr>
        <p:spPr>
          <a:xfrm>
            <a:off x="6463835" y="15088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8B45AB3-AA18-0026-447B-B7928B2F262D}"/>
              </a:ext>
            </a:extLst>
          </p:cNvPr>
          <p:cNvCxnSpPr>
            <a:stCxn id="79" idx="2"/>
            <a:endCxn id="73" idx="0"/>
          </p:cNvCxnSpPr>
          <p:nvPr/>
        </p:nvCxnSpPr>
        <p:spPr>
          <a:xfrm>
            <a:off x="6463835" y="18556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5FD3994-F708-FF77-E707-AD5650B547CA}"/>
              </a:ext>
            </a:extLst>
          </p:cNvPr>
          <p:cNvCxnSpPr>
            <a:stCxn id="73" idx="2"/>
            <a:endCxn id="72" idx="0"/>
          </p:cNvCxnSpPr>
          <p:nvPr/>
        </p:nvCxnSpPr>
        <p:spPr>
          <a:xfrm>
            <a:off x="6463835" y="22023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89982B2-0129-87BA-B0A8-4BB5885938ED}"/>
              </a:ext>
            </a:extLst>
          </p:cNvPr>
          <p:cNvCxnSpPr>
            <a:stCxn id="72" idx="2"/>
            <a:endCxn id="77" idx="0"/>
          </p:cNvCxnSpPr>
          <p:nvPr/>
        </p:nvCxnSpPr>
        <p:spPr>
          <a:xfrm>
            <a:off x="6463835" y="25491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0DAA29-F941-1FC9-0F57-9210A0F5E9E9}"/>
              </a:ext>
            </a:extLst>
          </p:cNvPr>
          <p:cNvCxnSpPr>
            <a:stCxn id="77" idx="2"/>
            <a:endCxn id="76" idx="0"/>
          </p:cNvCxnSpPr>
          <p:nvPr/>
        </p:nvCxnSpPr>
        <p:spPr>
          <a:xfrm>
            <a:off x="6463835" y="28959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A9C0FC0-4DA9-D709-667A-6548F98AC364}"/>
              </a:ext>
            </a:extLst>
          </p:cNvPr>
          <p:cNvCxnSpPr>
            <a:stCxn id="76" idx="2"/>
            <a:endCxn id="75" idx="0"/>
          </p:cNvCxnSpPr>
          <p:nvPr/>
        </p:nvCxnSpPr>
        <p:spPr>
          <a:xfrm>
            <a:off x="6463835" y="32427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2B1F00-9CC3-7C66-A02B-EE8B6586FA22}"/>
              </a:ext>
            </a:extLst>
          </p:cNvPr>
          <p:cNvCxnSpPr>
            <a:stCxn id="75" idx="2"/>
            <a:endCxn id="74" idx="0"/>
          </p:cNvCxnSpPr>
          <p:nvPr/>
        </p:nvCxnSpPr>
        <p:spPr>
          <a:xfrm>
            <a:off x="6463835" y="35894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46A7DF1-470B-F230-CE6C-593D7D5F4A67}"/>
              </a:ext>
            </a:extLst>
          </p:cNvPr>
          <p:cNvCxnSpPr>
            <a:stCxn id="74" idx="2"/>
            <a:endCxn id="80" idx="0"/>
          </p:cNvCxnSpPr>
          <p:nvPr/>
        </p:nvCxnSpPr>
        <p:spPr>
          <a:xfrm>
            <a:off x="6463835" y="39362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9B521C5-299E-D05E-FCE4-C58C33FA8544}"/>
              </a:ext>
            </a:extLst>
          </p:cNvPr>
          <p:cNvCxnSpPr>
            <a:stCxn id="80" idx="2"/>
            <a:endCxn id="81" idx="0"/>
          </p:cNvCxnSpPr>
          <p:nvPr/>
        </p:nvCxnSpPr>
        <p:spPr>
          <a:xfrm>
            <a:off x="6463835" y="42830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15D5312-A723-5C8F-863A-F0F71C14276F}"/>
              </a:ext>
            </a:extLst>
          </p:cNvPr>
          <p:cNvCxnSpPr>
            <a:stCxn id="81" idx="2"/>
            <a:endCxn id="82" idx="0"/>
          </p:cNvCxnSpPr>
          <p:nvPr/>
        </p:nvCxnSpPr>
        <p:spPr>
          <a:xfrm>
            <a:off x="6463835" y="46298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11E7D00-49D6-5819-3BC5-1B83D9D9F272}"/>
              </a:ext>
            </a:extLst>
          </p:cNvPr>
          <p:cNvCxnSpPr>
            <a:stCxn id="82" idx="2"/>
            <a:endCxn id="83" idx="0"/>
          </p:cNvCxnSpPr>
          <p:nvPr/>
        </p:nvCxnSpPr>
        <p:spPr>
          <a:xfrm>
            <a:off x="6463835" y="49765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ADC33D3-9909-6EB9-7FDB-F67A1FE7238D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6463835" y="5323356"/>
            <a:ext cx="0" cy="8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3B0208-7DDC-98F2-F64C-29F7C8BECBE6}"/>
                  </a:ext>
                </a:extLst>
              </p:cNvPr>
              <p:cNvSpPr txBox="1"/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3B0208-7DDC-98F2-F64C-29F7C8BEC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blipFill>
                <a:blip r:embed="rId26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3D687F6F-5585-C853-6281-8D649624A4E6}"/>
              </a:ext>
            </a:extLst>
          </p:cNvPr>
          <p:cNvSpPr txBox="1"/>
          <p:nvPr/>
        </p:nvSpPr>
        <p:spPr>
          <a:xfrm>
            <a:off x="7891187" y="2477919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05BFD69-DEBE-92C2-489F-B5774517EC93}"/>
              </a:ext>
            </a:extLst>
          </p:cNvPr>
          <p:cNvSpPr txBox="1"/>
          <p:nvPr/>
        </p:nvSpPr>
        <p:spPr>
          <a:xfrm>
            <a:off x="7891190" y="2135187"/>
            <a:ext cx="162897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960A5E-DE24-0B08-A1CB-97362B64B4E4}"/>
              </a:ext>
            </a:extLst>
          </p:cNvPr>
          <p:cNvSpPr txBox="1"/>
          <p:nvPr/>
        </p:nvSpPr>
        <p:spPr>
          <a:xfrm>
            <a:off x="7891187" y="2811015"/>
            <a:ext cx="16289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780D1F8-8207-9EBC-1D71-91E3EFC7A119}"/>
              </a:ext>
            </a:extLst>
          </p:cNvPr>
          <p:cNvCxnSpPr>
            <a:stCxn id="108" idx="2"/>
            <a:endCxn id="110" idx="0"/>
          </p:cNvCxnSpPr>
          <p:nvPr/>
        </p:nvCxnSpPr>
        <p:spPr>
          <a:xfrm>
            <a:off x="8705673" y="2050206"/>
            <a:ext cx="4" cy="84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5A1F86E-48A9-4B3C-C4BB-F73470E8296A}"/>
              </a:ext>
            </a:extLst>
          </p:cNvPr>
          <p:cNvCxnSpPr>
            <a:stCxn id="110" idx="2"/>
            <a:endCxn id="109" idx="0"/>
          </p:cNvCxnSpPr>
          <p:nvPr/>
        </p:nvCxnSpPr>
        <p:spPr>
          <a:xfrm flipH="1">
            <a:off x="8705673" y="2396797"/>
            <a:ext cx="4" cy="8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B62F041-A870-791B-B526-5D70EDCDEEF1}"/>
              </a:ext>
            </a:extLst>
          </p:cNvPr>
          <p:cNvCxnSpPr>
            <a:cxnSpLocks/>
            <a:stCxn id="109" idx="2"/>
            <a:endCxn id="111" idx="0"/>
          </p:cNvCxnSpPr>
          <p:nvPr/>
        </p:nvCxnSpPr>
        <p:spPr>
          <a:xfrm>
            <a:off x="8705673" y="2739529"/>
            <a:ext cx="0" cy="7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0D25A87-46C1-F042-2D52-755EC72C274A}"/>
                  </a:ext>
                </a:extLst>
              </p:cNvPr>
              <p:cNvSpPr txBox="1"/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0D25A87-46C1-F042-2D52-755EC72C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blipFill>
                <a:blip r:embed="rId27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7310468D-4B38-5F64-7372-DCB94D83D966}"/>
              </a:ext>
            </a:extLst>
          </p:cNvPr>
          <p:cNvSpPr txBox="1"/>
          <p:nvPr/>
        </p:nvSpPr>
        <p:spPr>
          <a:xfrm>
            <a:off x="7891184" y="4495152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1BF5681-DE1D-A1D2-0211-2627EEFA8268}"/>
              </a:ext>
            </a:extLst>
          </p:cNvPr>
          <p:cNvSpPr txBox="1"/>
          <p:nvPr/>
        </p:nvSpPr>
        <p:spPr>
          <a:xfrm>
            <a:off x="7891187" y="4152060"/>
            <a:ext cx="162897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7D739F6-7695-ECC8-2EFB-C7A60C7D4438}"/>
              </a:ext>
            </a:extLst>
          </p:cNvPr>
          <p:cNvSpPr txBox="1"/>
          <p:nvPr/>
        </p:nvSpPr>
        <p:spPr>
          <a:xfrm>
            <a:off x="7891184" y="4830778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E840600-EF66-0102-300F-DA91030E1445}"/>
              </a:ext>
            </a:extLst>
          </p:cNvPr>
          <p:cNvSpPr txBox="1"/>
          <p:nvPr/>
        </p:nvSpPr>
        <p:spPr>
          <a:xfrm>
            <a:off x="7891184" y="5148579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A30D021-9AEA-28A2-1390-70974B582881}"/>
              </a:ext>
            </a:extLst>
          </p:cNvPr>
          <p:cNvCxnSpPr>
            <a:stCxn id="115" idx="2"/>
            <a:endCxn id="117" idx="0"/>
          </p:cNvCxnSpPr>
          <p:nvPr/>
        </p:nvCxnSpPr>
        <p:spPr>
          <a:xfrm>
            <a:off x="8705673" y="4083252"/>
            <a:ext cx="1" cy="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52C2597-73EF-BB38-58EF-0E4250A09DF5}"/>
              </a:ext>
            </a:extLst>
          </p:cNvPr>
          <p:cNvCxnSpPr>
            <a:stCxn id="117" idx="2"/>
            <a:endCxn id="116" idx="0"/>
          </p:cNvCxnSpPr>
          <p:nvPr/>
        </p:nvCxnSpPr>
        <p:spPr>
          <a:xfrm flipH="1">
            <a:off x="8705670" y="4413670"/>
            <a:ext cx="4" cy="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B2C0490-E3AA-503D-D7F4-041B3DF7D7EE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>
            <a:off x="8705670" y="4756762"/>
            <a:ext cx="0" cy="7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23B0D3E-1B66-8AFA-3CBC-DDAE760FC7C1}"/>
              </a:ext>
            </a:extLst>
          </p:cNvPr>
          <p:cNvCxnSpPr>
            <a:stCxn id="118" idx="2"/>
            <a:endCxn id="119" idx="0"/>
          </p:cNvCxnSpPr>
          <p:nvPr/>
        </p:nvCxnSpPr>
        <p:spPr>
          <a:xfrm>
            <a:off x="8705670" y="5092388"/>
            <a:ext cx="0" cy="5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99957E9-056A-4DF2-5A52-2655B2343C5B}"/>
              </a:ext>
            </a:extLst>
          </p:cNvPr>
          <p:cNvSpPr/>
          <p:nvPr/>
        </p:nvSpPr>
        <p:spPr>
          <a:xfrm>
            <a:off x="7734835" y="1686834"/>
            <a:ext cx="1944216" cy="1502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5803A755-EDCC-1A2F-03B1-27B7D744BCFE}"/>
              </a:ext>
            </a:extLst>
          </p:cNvPr>
          <p:cNvCxnSpPr>
            <a:cxnSpLocks/>
            <a:stCxn id="84" idx="2"/>
            <a:endCxn id="17" idx="0"/>
          </p:cNvCxnSpPr>
          <p:nvPr/>
        </p:nvCxnSpPr>
        <p:spPr>
          <a:xfrm rot="5400000">
            <a:off x="5013298" y="4599148"/>
            <a:ext cx="379561" cy="25215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DAB9A7DC-6DE2-86FC-1D34-AAA3BE317060}"/>
              </a:ext>
            </a:extLst>
          </p:cNvPr>
          <p:cNvSpPr txBox="1"/>
          <p:nvPr/>
        </p:nvSpPr>
        <p:spPr>
          <a:xfrm>
            <a:off x="1199137" y="6267279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6E34820-9780-BD1B-F792-BA12B9352BD2}"/>
              </a:ext>
            </a:extLst>
          </p:cNvPr>
          <p:cNvSpPr/>
          <p:nvPr/>
        </p:nvSpPr>
        <p:spPr>
          <a:xfrm>
            <a:off x="7734835" y="3739893"/>
            <a:ext cx="1944216" cy="178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4781798-D732-FC49-EC20-531AA490A0AF}"/>
              </a:ext>
            </a:extLst>
          </p:cNvPr>
          <p:cNvSpPr txBox="1"/>
          <p:nvPr/>
        </p:nvSpPr>
        <p:spPr>
          <a:xfrm>
            <a:off x="3310046" y="1236450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8604EEC-CA99-4E16-DEC6-1FA65036195B}"/>
              </a:ext>
            </a:extLst>
          </p:cNvPr>
          <p:cNvSpPr txBox="1"/>
          <p:nvPr/>
        </p:nvSpPr>
        <p:spPr>
          <a:xfrm>
            <a:off x="8104123" y="3462726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D-Block</a:t>
            </a:r>
          </a:p>
        </p:txBody>
      </p:sp>
    </p:spTree>
    <p:extLst>
      <p:ext uri="{BB962C8B-B14F-4D97-AF65-F5344CB8AC3E}">
        <p14:creationId xmlns:p14="http://schemas.microsoft.com/office/powerpoint/2010/main" val="96637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DA8055D-D6C0-DC40-9849-7EC129C53C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95" y="1464558"/>
            <a:ext cx="808949" cy="808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4F152-3A6D-A74B-A085-6485A3DB7B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222270" y="3390875"/>
            <a:ext cx="808949" cy="808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EDB121-8FF6-1640-8255-AD0840E812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" b="49474"/>
          <a:stretch/>
        </p:blipFill>
        <p:spPr>
          <a:xfrm flipH="1">
            <a:off x="3412991" y="3523878"/>
            <a:ext cx="808949" cy="8089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7DB534-D8CA-A043-B7C1-6D8F7A412A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14" b="2738"/>
          <a:stretch/>
        </p:blipFill>
        <p:spPr>
          <a:xfrm flipH="1">
            <a:off x="3628601" y="3618853"/>
            <a:ext cx="808949" cy="8089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B03D9B-D44B-8746-90CA-B5C855A8DE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6" b="24776"/>
          <a:stretch/>
        </p:blipFill>
        <p:spPr>
          <a:xfrm flipH="1">
            <a:off x="3883237" y="3746010"/>
            <a:ext cx="808949" cy="8089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352337-BB66-5545-9DF6-63C8CE4CD1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155" y="1597917"/>
            <a:ext cx="808949" cy="80894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2CB5252-43C4-B244-9C1E-8E5D4D7337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515" y="1731276"/>
            <a:ext cx="808949" cy="8089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460A77-D5A9-E74E-9BAE-CD2EA9AE5FB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027" y="1864635"/>
            <a:ext cx="808949" cy="8089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26D9625-F76A-D246-9774-2A6008B16F8A}"/>
              </a:ext>
            </a:extLst>
          </p:cNvPr>
          <p:cNvSpPr/>
          <p:nvPr/>
        </p:nvSpPr>
        <p:spPr>
          <a:xfrm>
            <a:off x="1652146" y="963867"/>
            <a:ext cx="903630" cy="808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5148064" y="4489375"/>
            <a:ext cx="12241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33346" y="1360293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33346" y="3275014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3271518" y="2697395"/>
            <a:ext cx="1203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09241" y="4613525"/>
            <a:ext cx="1203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1634214" y="999009"/>
            <a:ext cx="884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4788230" y="2165343"/>
            <a:ext cx="520087" cy="3276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 flipV="1">
            <a:off x="4788230" y="2493002"/>
            <a:ext cx="520087" cy="158706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AF610B-766C-4849-B193-864400B9094F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5760132" y="3933056"/>
            <a:ext cx="0" cy="5563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>
          <a:xfrm>
            <a:off x="2103961" y="1772816"/>
            <a:ext cx="4743" cy="343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  <a:endCxn id="4" idx="2"/>
          </p:cNvCxnSpPr>
          <p:nvPr/>
        </p:nvCxnSpPr>
        <p:spPr>
          <a:xfrm rot="5400000">
            <a:off x="3826859" y="3078997"/>
            <a:ext cx="215118" cy="3651428"/>
          </a:xfrm>
          <a:prstGeom prst="bentConnector3">
            <a:avLst>
              <a:gd name="adj1" fmla="val 206267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3"/>
            <a:endCxn id="31" idx="3"/>
          </p:cNvCxnSpPr>
          <p:nvPr/>
        </p:nvCxnSpPr>
        <p:spPr>
          <a:xfrm flipH="1" flipV="1">
            <a:off x="6211947" y="2493002"/>
            <a:ext cx="160253" cy="2150262"/>
          </a:xfrm>
          <a:prstGeom prst="bentConnector3">
            <a:avLst>
              <a:gd name="adj1" fmla="val -266021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3560257" y="4951953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FA9397-D9B9-364F-837C-5AACA944CA51}"/>
              </a:ext>
            </a:extLst>
          </p:cNvPr>
          <p:cNvSpPr txBox="1"/>
          <p:nvPr/>
        </p:nvSpPr>
        <p:spPr>
          <a:xfrm>
            <a:off x="6065328" y="3429000"/>
            <a:ext cx="851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32FAA-2963-1644-832F-C0C637F79F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4384" y="2116355"/>
            <a:ext cx="888639" cy="28959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6BD524-5E0D-2248-99A6-C94147A76A5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8187"/>
          <a:stretch/>
        </p:blipFill>
        <p:spPr>
          <a:xfrm>
            <a:off x="5308317" y="1052947"/>
            <a:ext cx="903630" cy="2880109"/>
          </a:xfrm>
          <a:prstGeom prst="rect">
            <a:avLst/>
          </a:prstGeom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stCxn id="4" idx="3"/>
            <a:endCxn id="21" idx="1"/>
          </p:cNvCxnSpPr>
          <p:nvPr/>
        </p:nvCxnSpPr>
        <p:spPr>
          <a:xfrm flipV="1">
            <a:off x="2553023" y="2165343"/>
            <a:ext cx="480323" cy="139897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51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62AC056-36EF-63C4-34D5-5A90A0A793D2}"/>
              </a:ext>
            </a:extLst>
          </p:cNvPr>
          <p:cNvGrpSpPr/>
          <p:nvPr/>
        </p:nvGrpSpPr>
        <p:grpSpPr>
          <a:xfrm>
            <a:off x="1979712" y="1484784"/>
            <a:ext cx="1195868" cy="3506619"/>
            <a:chOff x="4461583" y="2544244"/>
            <a:chExt cx="1195868" cy="35066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97AD11-3DD4-73B9-68ED-83DA002F2059}"/>
                </a:ext>
              </a:extLst>
            </p:cNvPr>
            <p:cNvSpPr txBox="1"/>
            <p:nvPr/>
          </p:nvSpPr>
          <p:spPr>
            <a:xfrm>
              <a:off x="4599456" y="3014354"/>
              <a:ext cx="88357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C51B8-2536-BABE-F19B-BABB070B39D0}"/>
                </a:ext>
              </a:extLst>
            </p:cNvPr>
            <p:cNvSpPr txBox="1"/>
            <p:nvPr/>
          </p:nvSpPr>
          <p:spPr>
            <a:xfrm>
              <a:off x="4599456" y="374239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256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D0D1E0-1747-B0A7-797C-7E6F762E861E}"/>
                </a:ext>
              </a:extLst>
            </p:cNvPr>
            <p:cNvSpPr txBox="1"/>
            <p:nvPr/>
          </p:nvSpPr>
          <p:spPr>
            <a:xfrm>
              <a:off x="4599456" y="447043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123146-304B-31B8-C395-A05863786E11}"/>
                </a:ext>
              </a:extLst>
            </p:cNvPr>
            <p:cNvSpPr txBox="1"/>
            <p:nvPr/>
          </p:nvSpPr>
          <p:spPr>
            <a:xfrm>
              <a:off x="4599456" y="5198474"/>
              <a:ext cx="88357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4D0A01-AB87-A981-F329-DC279814082F}"/>
                </a:ext>
              </a:extLst>
            </p:cNvPr>
            <p:cNvSpPr txBox="1"/>
            <p:nvPr/>
          </p:nvSpPr>
          <p:spPr>
            <a:xfrm>
              <a:off x="4599456" y="337837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092426-5F6B-C6C0-D0C9-13F2730E633D}"/>
                </a:ext>
              </a:extLst>
            </p:cNvPr>
            <p:cNvSpPr txBox="1"/>
            <p:nvPr/>
          </p:nvSpPr>
          <p:spPr>
            <a:xfrm>
              <a:off x="4599456" y="410641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F86FC6-EE05-18C6-D499-EBB0FC167452}"/>
                </a:ext>
              </a:extLst>
            </p:cNvPr>
            <p:cNvSpPr txBox="1"/>
            <p:nvPr/>
          </p:nvSpPr>
          <p:spPr>
            <a:xfrm>
              <a:off x="4599456" y="4834454"/>
              <a:ext cx="88357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8DB1F0-A214-C904-8047-32C0A8F2B654}"/>
                </a:ext>
              </a:extLst>
            </p:cNvPr>
            <p:cNvSpPr txBox="1"/>
            <p:nvPr/>
          </p:nvSpPr>
          <p:spPr>
            <a:xfrm>
              <a:off x="4599456" y="5562495"/>
              <a:ext cx="88357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B7CFAB-D64B-0AAB-3587-2789D73DEE56}"/>
                </a:ext>
              </a:extLst>
            </p:cNvPr>
            <p:cNvSpPr/>
            <p:nvPr/>
          </p:nvSpPr>
          <p:spPr>
            <a:xfrm>
              <a:off x="4508978" y="2564905"/>
              <a:ext cx="1037574" cy="34859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4D2A62-8F32-4FD7-F124-7F987A793F65}"/>
                </a:ext>
              </a:extLst>
            </p:cNvPr>
            <p:cNvSpPr txBox="1"/>
            <p:nvPr/>
          </p:nvSpPr>
          <p:spPr>
            <a:xfrm>
              <a:off x="4461583" y="2544244"/>
              <a:ext cx="1195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Discriminator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427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A11116-2BE9-9CE2-E273-36601834092C}"/>
              </a:ext>
            </a:extLst>
          </p:cNvPr>
          <p:cNvSpPr/>
          <p:nvPr/>
        </p:nvSpPr>
        <p:spPr>
          <a:xfrm>
            <a:off x="179512" y="-315416"/>
            <a:ext cx="4572000" cy="105567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class </a:t>
            </a:r>
            <a:r>
              <a:rPr lang="en-US" sz="800" dirty="0" err="1"/>
              <a:t>AttU_Net</a:t>
            </a:r>
            <a:r>
              <a:rPr lang="en-US" sz="800" dirty="0"/>
              <a:t>(</a:t>
            </a:r>
            <a:r>
              <a:rPr lang="en-US" sz="800" dirty="0" err="1"/>
              <a:t>nn.Module</a:t>
            </a:r>
            <a:r>
              <a:rPr lang="en-US" sz="800" dirty="0"/>
              <a:t>):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Attention Unet implementation</a:t>
            </a:r>
          </a:p>
          <a:p>
            <a:r>
              <a:rPr lang="en-US" sz="800" dirty="0"/>
              <a:t>    Paper: https://</a:t>
            </a:r>
            <a:r>
              <a:rPr lang="en-US" sz="800" dirty="0" err="1"/>
              <a:t>arxiv.org</a:t>
            </a:r>
            <a:r>
              <a:rPr lang="en-US" sz="800" dirty="0"/>
              <a:t>/abs/1804.03999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def __</a:t>
            </a:r>
            <a:r>
              <a:rPr lang="en-US" sz="800" dirty="0" err="1"/>
              <a:t>init</a:t>
            </a:r>
            <a:r>
              <a:rPr lang="en-US" sz="800" dirty="0"/>
              <a:t>__(self, </a:t>
            </a:r>
            <a:r>
              <a:rPr lang="en-US" sz="800" dirty="0" err="1"/>
              <a:t>img_ch</a:t>
            </a:r>
            <a:r>
              <a:rPr lang="en-US" sz="800" dirty="0"/>
              <a:t>=3, </a:t>
            </a:r>
            <a:r>
              <a:rPr lang="en-US" sz="800" dirty="0" err="1"/>
              <a:t>output_ch</a:t>
            </a:r>
            <a:r>
              <a:rPr lang="en-US" sz="800" dirty="0"/>
              <a:t>=1):</a:t>
            </a:r>
          </a:p>
          <a:p>
            <a:r>
              <a:rPr lang="en-US" sz="800" dirty="0"/>
              <a:t>        super(</a:t>
            </a:r>
            <a:r>
              <a:rPr lang="en-US" sz="800" dirty="0" err="1"/>
              <a:t>AttU_Net</a:t>
            </a:r>
            <a:r>
              <a:rPr lang="en-US" sz="800" dirty="0"/>
              <a:t>, self).__</a:t>
            </a:r>
            <a:r>
              <a:rPr lang="en-US" sz="800" dirty="0" err="1"/>
              <a:t>init</a:t>
            </a:r>
            <a:r>
              <a:rPr lang="en-US" sz="800" dirty="0"/>
              <a:t>__()</a:t>
            </a:r>
          </a:p>
          <a:p>
            <a:endParaRPr lang="en-US" sz="800" dirty="0"/>
          </a:p>
          <a:p>
            <a:r>
              <a:rPr lang="en-US" sz="800" dirty="0"/>
              <a:t>        n1 = 64</a:t>
            </a:r>
          </a:p>
          <a:p>
            <a:r>
              <a:rPr lang="en-US" sz="800" dirty="0"/>
              <a:t>        filters = [n1, n1 * 2, n1 * 4, n1 * 8, n1 * 16]</a:t>
            </a:r>
          </a:p>
          <a:p>
            <a:endParaRPr lang="en-US" sz="800" dirty="0"/>
          </a:p>
          <a:p>
            <a:r>
              <a:rPr lang="en-US" sz="800" dirty="0"/>
              <a:t>        self.Maxpool1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self.Maxpool2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self.Maxpool3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self.Maxpool4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endParaRPr lang="en-US" sz="800" dirty="0"/>
          </a:p>
          <a:p>
            <a:r>
              <a:rPr lang="en-US" sz="800" dirty="0"/>
              <a:t>        self.Conv1 = </a:t>
            </a:r>
            <a:r>
              <a:rPr lang="en-US" sz="800" dirty="0" err="1"/>
              <a:t>conv_block</a:t>
            </a:r>
            <a:r>
              <a:rPr lang="en-US" sz="800" dirty="0"/>
              <a:t>(</a:t>
            </a:r>
            <a:r>
              <a:rPr lang="en-US" sz="800" dirty="0" err="1"/>
              <a:t>img_ch</a:t>
            </a:r>
            <a:r>
              <a:rPr lang="en-US" sz="800" dirty="0"/>
              <a:t>, filters[0])</a:t>
            </a:r>
          </a:p>
          <a:p>
            <a:r>
              <a:rPr lang="en-US" sz="800" dirty="0"/>
              <a:t>        self.Conv2 = </a:t>
            </a:r>
            <a:r>
              <a:rPr lang="en-US" sz="800" dirty="0" err="1"/>
              <a:t>conv_block</a:t>
            </a:r>
            <a:r>
              <a:rPr lang="en-US" sz="800" dirty="0"/>
              <a:t>(filters[0], filters[1])</a:t>
            </a:r>
          </a:p>
          <a:p>
            <a:r>
              <a:rPr lang="en-US" sz="800" dirty="0"/>
              <a:t>        self.Conv3 = </a:t>
            </a:r>
            <a:r>
              <a:rPr lang="en-US" sz="800" dirty="0" err="1"/>
              <a:t>conv_block</a:t>
            </a:r>
            <a:r>
              <a:rPr lang="en-US" sz="800" dirty="0"/>
              <a:t>(filters[1], filters[2])</a:t>
            </a:r>
          </a:p>
          <a:p>
            <a:r>
              <a:rPr lang="en-US" sz="800" dirty="0"/>
              <a:t>        self.Conv4 = </a:t>
            </a:r>
            <a:r>
              <a:rPr lang="en-US" sz="800" dirty="0" err="1"/>
              <a:t>conv_block</a:t>
            </a:r>
            <a:r>
              <a:rPr lang="en-US" sz="800" dirty="0"/>
              <a:t>(filters[2], filters[3])</a:t>
            </a:r>
          </a:p>
          <a:p>
            <a:r>
              <a:rPr lang="en-US" sz="800" dirty="0"/>
              <a:t>        self.Conv5 = </a:t>
            </a:r>
            <a:r>
              <a:rPr lang="en-US" sz="800" dirty="0" err="1"/>
              <a:t>conv_block</a:t>
            </a:r>
            <a:r>
              <a:rPr lang="en-US" sz="800" dirty="0"/>
              <a:t>(filters[3], filters[4])</a:t>
            </a:r>
          </a:p>
          <a:p>
            <a:endParaRPr lang="en-US" sz="800" dirty="0"/>
          </a:p>
          <a:p>
            <a:r>
              <a:rPr lang="en-US" sz="800" dirty="0"/>
              <a:t>        self.Up5 = </a:t>
            </a:r>
            <a:r>
              <a:rPr lang="en-US" sz="800" dirty="0" err="1"/>
              <a:t>up_conv</a:t>
            </a:r>
            <a:r>
              <a:rPr lang="en-US" sz="800" dirty="0"/>
              <a:t>(filters[4], filters[3])</a:t>
            </a:r>
          </a:p>
          <a:p>
            <a:r>
              <a:rPr lang="en-US" sz="800" dirty="0"/>
              <a:t>        self.Att5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=filters[3], </a:t>
            </a:r>
            <a:r>
              <a:rPr lang="en-US" sz="800" dirty="0" err="1"/>
              <a:t>F_l</a:t>
            </a:r>
            <a:r>
              <a:rPr lang="en-US" sz="800" dirty="0"/>
              <a:t>=filters[3], </a:t>
            </a:r>
            <a:r>
              <a:rPr lang="en-US" sz="800" dirty="0" err="1"/>
              <a:t>F_int</a:t>
            </a:r>
            <a:r>
              <a:rPr lang="en-US" sz="800" dirty="0"/>
              <a:t>=filters[2])</a:t>
            </a:r>
          </a:p>
          <a:p>
            <a:r>
              <a:rPr lang="en-US" sz="800" dirty="0"/>
              <a:t>        self.Up_conv5 = </a:t>
            </a:r>
            <a:r>
              <a:rPr lang="en-US" sz="800" dirty="0" err="1"/>
              <a:t>conv_block</a:t>
            </a:r>
            <a:r>
              <a:rPr lang="en-US" sz="800" dirty="0"/>
              <a:t>(filters[4], filters[3])</a:t>
            </a:r>
          </a:p>
          <a:p>
            <a:endParaRPr lang="en-US" sz="800" dirty="0"/>
          </a:p>
          <a:p>
            <a:r>
              <a:rPr lang="en-US" sz="800" dirty="0"/>
              <a:t>        self.Up4 = </a:t>
            </a:r>
            <a:r>
              <a:rPr lang="en-US" sz="800" dirty="0" err="1"/>
              <a:t>up_conv</a:t>
            </a:r>
            <a:r>
              <a:rPr lang="en-US" sz="800" dirty="0"/>
              <a:t>(filters[3], filters[2])</a:t>
            </a:r>
          </a:p>
          <a:p>
            <a:r>
              <a:rPr lang="en-US" sz="800" dirty="0"/>
              <a:t>        self.Att4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=filters[2], </a:t>
            </a:r>
            <a:r>
              <a:rPr lang="en-US" sz="800" dirty="0" err="1"/>
              <a:t>F_l</a:t>
            </a:r>
            <a:r>
              <a:rPr lang="en-US" sz="800" dirty="0"/>
              <a:t>=filters[2], </a:t>
            </a:r>
            <a:r>
              <a:rPr lang="en-US" sz="800" dirty="0" err="1"/>
              <a:t>F_int</a:t>
            </a:r>
            <a:r>
              <a:rPr lang="en-US" sz="800" dirty="0"/>
              <a:t>=filters[1])</a:t>
            </a:r>
          </a:p>
          <a:p>
            <a:r>
              <a:rPr lang="en-US" sz="800" dirty="0"/>
              <a:t>        self.Up_conv4 = </a:t>
            </a:r>
            <a:r>
              <a:rPr lang="en-US" sz="800" dirty="0" err="1"/>
              <a:t>conv_block</a:t>
            </a:r>
            <a:r>
              <a:rPr lang="en-US" sz="800" dirty="0"/>
              <a:t>(filters[3], filters[2])</a:t>
            </a:r>
          </a:p>
          <a:p>
            <a:endParaRPr lang="en-US" sz="800" dirty="0"/>
          </a:p>
          <a:p>
            <a:r>
              <a:rPr lang="en-US" sz="800" dirty="0"/>
              <a:t>        self.Up3 = </a:t>
            </a:r>
            <a:r>
              <a:rPr lang="en-US" sz="800" dirty="0" err="1"/>
              <a:t>up_conv</a:t>
            </a:r>
            <a:r>
              <a:rPr lang="en-US" sz="800" dirty="0"/>
              <a:t>(filters[2], filters[1])</a:t>
            </a:r>
          </a:p>
          <a:p>
            <a:r>
              <a:rPr lang="en-US" sz="800" dirty="0"/>
              <a:t>        self.Att3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=filters[1], </a:t>
            </a:r>
            <a:r>
              <a:rPr lang="en-US" sz="800" dirty="0" err="1"/>
              <a:t>F_l</a:t>
            </a:r>
            <a:r>
              <a:rPr lang="en-US" sz="800" dirty="0"/>
              <a:t>=filters[1], </a:t>
            </a:r>
            <a:r>
              <a:rPr lang="en-US" sz="800" dirty="0" err="1"/>
              <a:t>F_int</a:t>
            </a:r>
            <a:r>
              <a:rPr lang="en-US" sz="800" dirty="0"/>
              <a:t>=filters[0])</a:t>
            </a:r>
          </a:p>
          <a:p>
            <a:r>
              <a:rPr lang="en-US" sz="800" dirty="0"/>
              <a:t>        self.Up_conv3 = </a:t>
            </a:r>
            <a:r>
              <a:rPr lang="en-US" sz="800" dirty="0" err="1"/>
              <a:t>conv_block</a:t>
            </a:r>
            <a:r>
              <a:rPr lang="en-US" sz="800" dirty="0"/>
              <a:t>(filters[2], filters[1])</a:t>
            </a:r>
          </a:p>
          <a:p>
            <a:endParaRPr lang="en-US" sz="800" dirty="0"/>
          </a:p>
          <a:p>
            <a:r>
              <a:rPr lang="en-US" sz="800" dirty="0"/>
              <a:t>        self.Up2 = </a:t>
            </a:r>
            <a:r>
              <a:rPr lang="en-US" sz="800" dirty="0" err="1"/>
              <a:t>up_conv</a:t>
            </a:r>
            <a:r>
              <a:rPr lang="en-US" sz="800" dirty="0"/>
              <a:t>(filters[1], filters[0])</a:t>
            </a:r>
          </a:p>
          <a:p>
            <a:r>
              <a:rPr lang="en-US" sz="800" dirty="0"/>
              <a:t>        self.Att2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=filters[0], </a:t>
            </a:r>
            <a:r>
              <a:rPr lang="en-US" sz="800" dirty="0" err="1"/>
              <a:t>F_l</a:t>
            </a:r>
            <a:r>
              <a:rPr lang="en-US" sz="800" dirty="0"/>
              <a:t>=filters[0], </a:t>
            </a:r>
            <a:r>
              <a:rPr lang="en-US" sz="800" dirty="0" err="1"/>
              <a:t>F_int</a:t>
            </a:r>
            <a:r>
              <a:rPr lang="en-US" sz="800" dirty="0"/>
              <a:t>=32)</a:t>
            </a:r>
          </a:p>
          <a:p>
            <a:r>
              <a:rPr lang="en-US" sz="800" dirty="0"/>
              <a:t>        self.Up_conv2 = </a:t>
            </a:r>
            <a:r>
              <a:rPr lang="en-US" sz="800" dirty="0" err="1"/>
              <a:t>conv_block</a:t>
            </a:r>
            <a:r>
              <a:rPr lang="en-US" sz="800" dirty="0"/>
              <a:t>(filters[1], filters[0])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self.Conv</a:t>
            </a:r>
            <a:r>
              <a:rPr lang="en-US" sz="800" dirty="0"/>
              <a:t> = nn.Conv2d(filters[0], </a:t>
            </a:r>
            <a:r>
              <a:rPr lang="en-US" sz="800" dirty="0" err="1"/>
              <a:t>output_ch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=1, stride=1, padding=0)</a:t>
            </a:r>
          </a:p>
          <a:p>
            <a:endParaRPr lang="en-US" sz="800" dirty="0"/>
          </a:p>
          <a:p>
            <a:r>
              <a:rPr lang="en-US" sz="800" dirty="0"/>
              <a:t>        #</a:t>
            </a:r>
            <a:r>
              <a:rPr lang="en-US" sz="800" dirty="0" err="1"/>
              <a:t>self.active</a:t>
            </a:r>
            <a:r>
              <a:rPr lang="en-US" sz="800" dirty="0"/>
              <a:t> = </a:t>
            </a:r>
            <a:r>
              <a:rPr lang="en-US" sz="800" dirty="0" err="1"/>
              <a:t>torch.nn.Sigmoid</a:t>
            </a:r>
            <a:r>
              <a:rPr lang="en-US" sz="800" dirty="0"/>
              <a:t>()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def forward(self, x):</a:t>
            </a:r>
          </a:p>
          <a:p>
            <a:endParaRPr lang="en-US" sz="800" dirty="0"/>
          </a:p>
          <a:p>
            <a:r>
              <a:rPr lang="en-US" sz="800" dirty="0"/>
              <a:t>        e1 = self.Conv1(x)</a:t>
            </a:r>
          </a:p>
          <a:p>
            <a:endParaRPr lang="en-US" sz="800" dirty="0"/>
          </a:p>
          <a:p>
            <a:r>
              <a:rPr lang="en-US" sz="800" dirty="0"/>
              <a:t>        e2 = self.Maxpool1(e1)</a:t>
            </a:r>
          </a:p>
          <a:p>
            <a:r>
              <a:rPr lang="en-US" sz="800" dirty="0"/>
              <a:t>        e2 = self.Conv2(e2)</a:t>
            </a:r>
          </a:p>
          <a:p>
            <a:endParaRPr lang="en-US" sz="800" dirty="0"/>
          </a:p>
          <a:p>
            <a:r>
              <a:rPr lang="en-US" sz="800" dirty="0"/>
              <a:t>        e3 = self.Maxpool2(e2)</a:t>
            </a:r>
          </a:p>
          <a:p>
            <a:r>
              <a:rPr lang="en-US" sz="800" dirty="0"/>
              <a:t>        e3 = self.Conv3(e3)</a:t>
            </a:r>
          </a:p>
          <a:p>
            <a:endParaRPr lang="en-US" sz="800" dirty="0"/>
          </a:p>
          <a:p>
            <a:r>
              <a:rPr lang="en-US" sz="800" dirty="0"/>
              <a:t>        e4 = self.Maxpool3(e3)</a:t>
            </a:r>
          </a:p>
          <a:p>
            <a:r>
              <a:rPr lang="en-US" sz="800" dirty="0"/>
              <a:t>        e4 = self.Conv4(e4)</a:t>
            </a:r>
          </a:p>
          <a:p>
            <a:endParaRPr lang="en-US" sz="800" dirty="0"/>
          </a:p>
          <a:p>
            <a:r>
              <a:rPr lang="en-US" sz="800" dirty="0"/>
              <a:t>        e5 = self.Maxpool4(e4)</a:t>
            </a:r>
          </a:p>
          <a:p>
            <a:r>
              <a:rPr lang="en-US" sz="800" dirty="0"/>
              <a:t>        e5 = self.Conv5(e5)</a:t>
            </a:r>
          </a:p>
          <a:p>
            <a:endParaRPr lang="en-US" sz="800" dirty="0"/>
          </a:p>
          <a:p>
            <a:r>
              <a:rPr lang="en-US" sz="800" dirty="0"/>
              <a:t>        #print(x5.shape)</a:t>
            </a:r>
          </a:p>
          <a:p>
            <a:r>
              <a:rPr lang="en-US" sz="800" dirty="0"/>
              <a:t>        d5 = self.Up5(e5)</a:t>
            </a:r>
          </a:p>
          <a:p>
            <a:r>
              <a:rPr lang="en-US" sz="800" dirty="0"/>
              <a:t>        #print(d5.shape)</a:t>
            </a:r>
          </a:p>
          <a:p>
            <a:r>
              <a:rPr lang="en-US" sz="800" dirty="0"/>
              <a:t>        x4 = self.Att5(g=d5, x=e4)</a:t>
            </a:r>
          </a:p>
          <a:p>
            <a:r>
              <a:rPr lang="en-US" sz="800" dirty="0"/>
              <a:t>        d5 = </a:t>
            </a:r>
            <a:r>
              <a:rPr lang="en-US" sz="800" dirty="0" err="1"/>
              <a:t>torch.cat</a:t>
            </a:r>
            <a:r>
              <a:rPr lang="en-US" sz="800" dirty="0"/>
              <a:t>((x4, d5), dim=1)</a:t>
            </a:r>
          </a:p>
          <a:p>
            <a:r>
              <a:rPr lang="en-US" sz="800" dirty="0"/>
              <a:t>        d5 = self.Up_conv5(d5)</a:t>
            </a:r>
          </a:p>
          <a:p>
            <a:endParaRPr lang="en-US" sz="800" dirty="0"/>
          </a:p>
          <a:p>
            <a:r>
              <a:rPr lang="en-US" sz="800" dirty="0"/>
              <a:t>        d4 = self.Up4(d5)</a:t>
            </a:r>
          </a:p>
          <a:p>
            <a:r>
              <a:rPr lang="en-US" sz="800" dirty="0"/>
              <a:t>        x3 = self.Att4(g=d4, x=e3)</a:t>
            </a:r>
          </a:p>
          <a:p>
            <a:r>
              <a:rPr lang="en-US" sz="800" dirty="0"/>
              <a:t>        d4 = </a:t>
            </a:r>
            <a:r>
              <a:rPr lang="en-US" sz="800" dirty="0" err="1"/>
              <a:t>torch.cat</a:t>
            </a:r>
            <a:r>
              <a:rPr lang="en-US" sz="800" dirty="0"/>
              <a:t>((x3, d4), dim=1)</a:t>
            </a:r>
          </a:p>
          <a:p>
            <a:r>
              <a:rPr lang="en-US" sz="800" dirty="0"/>
              <a:t>        d4 = self.Up_conv4(d4)</a:t>
            </a:r>
          </a:p>
          <a:p>
            <a:endParaRPr lang="en-US" sz="800" dirty="0"/>
          </a:p>
          <a:p>
            <a:r>
              <a:rPr lang="en-US" sz="800" dirty="0"/>
              <a:t>        d3 = self.Up3(d4)</a:t>
            </a:r>
          </a:p>
          <a:p>
            <a:r>
              <a:rPr lang="en-US" sz="800" dirty="0"/>
              <a:t>        x2 = self.Att3(g=d3, x=e2)</a:t>
            </a:r>
          </a:p>
          <a:p>
            <a:r>
              <a:rPr lang="en-US" sz="800" dirty="0"/>
              <a:t>        d3 = </a:t>
            </a:r>
            <a:r>
              <a:rPr lang="en-US" sz="800" dirty="0" err="1"/>
              <a:t>torch.cat</a:t>
            </a:r>
            <a:r>
              <a:rPr lang="en-US" sz="800" dirty="0"/>
              <a:t>((x2, d3), dim=1)</a:t>
            </a:r>
          </a:p>
          <a:p>
            <a:r>
              <a:rPr lang="en-US" sz="800" dirty="0"/>
              <a:t>        d3 = self.Up_conv3(d3)</a:t>
            </a:r>
          </a:p>
          <a:p>
            <a:endParaRPr lang="en-US" sz="800" dirty="0"/>
          </a:p>
          <a:p>
            <a:r>
              <a:rPr lang="en-US" sz="800" dirty="0"/>
              <a:t>        d2 = self.Up2(d3)</a:t>
            </a:r>
          </a:p>
          <a:p>
            <a:r>
              <a:rPr lang="en-US" sz="800" dirty="0"/>
              <a:t>        x1 = self.Att2(g=d2, x=e1)</a:t>
            </a:r>
          </a:p>
          <a:p>
            <a:r>
              <a:rPr lang="en-US" sz="800" dirty="0"/>
              <a:t>        d2 = </a:t>
            </a:r>
            <a:r>
              <a:rPr lang="en-US" sz="800" dirty="0" err="1"/>
              <a:t>torch.cat</a:t>
            </a:r>
            <a:r>
              <a:rPr lang="en-US" sz="800" dirty="0"/>
              <a:t>((x1, d2), dim=1)</a:t>
            </a:r>
          </a:p>
          <a:p>
            <a:r>
              <a:rPr lang="en-US" sz="800" dirty="0"/>
              <a:t>        d2 = self.Up_conv2(d2)</a:t>
            </a:r>
          </a:p>
          <a:p>
            <a:endParaRPr lang="en-US" sz="800" dirty="0"/>
          </a:p>
          <a:p>
            <a:r>
              <a:rPr lang="en-US" sz="800" dirty="0"/>
              <a:t>        out = </a:t>
            </a:r>
            <a:r>
              <a:rPr lang="en-US" sz="800" dirty="0" err="1"/>
              <a:t>self.Conv</a:t>
            </a:r>
            <a:r>
              <a:rPr lang="en-US" sz="800" dirty="0"/>
              <a:t>(d2)</a:t>
            </a:r>
          </a:p>
          <a:p>
            <a:endParaRPr lang="en-US" sz="800" dirty="0"/>
          </a:p>
          <a:p>
            <a:r>
              <a:rPr lang="en-US" sz="800" dirty="0"/>
              <a:t>      #  out = </a:t>
            </a:r>
            <a:r>
              <a:rPr lang="en-US" sz="800" dirty="0" err="1"/>
              <a:t>self.active</a:t>
            </a:r>
            <a:r>
              <a:rPr lang="en-US" sz="800" dirty="0"/>
              <a:t>(out)</a:t>
            </a:r>
          </a:p>
          <a:p>
            <a:endParaRPr lang="en-US" sz="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15C-50C0-C446-D99F-60EBE50D0EF0}"/>
              </a:ext>
            </a:extLst>
          </p:cNvPr>
          <p:cNvSpPr/>
          <p:nvPr/>
        </p:nvSpPr>
        <p:spPr>
          <a:xfrm>
            <a:off x="3995936" y="692696"/>
            <a:ext cx="4572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Attention_block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Attention Block</a:t>
            </a:r>
          </a:p>
          <a:p>
            <a:r>
              <a:rPr lang="en-US" sz="1100" dirty="0"/>
              <a:t>    """</a:t>
            </a:r>
          </a:p>
          <a:p>
            <a:endParaRPr lang="en-US" sz="1100" dirty="0"/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Attention_block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self.W_g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F_int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self.W_x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F_int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self.psi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F_int</a:t>
            </a:r>
            <a:r>
              <a:rPr lang="en-US" sz="1100" dirty="0"/>
              <a:t>, 1,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nn.BatchNorm2d(1),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nn.Sigmoid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self.relu</a:t>
            </a:r>
            <a:r>
              <a:rPr lang="en-US" sz="1100" dirty="0"/>
              <a:t> =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endParaRPr lang="en-US" sz="1100" dirty="0"/>
          </a:p>
          <a:p>
            <a:r>
              <a:rPr lang="en-US" sz="1100" dirty="0"/>
              <a:t>    def forward(self, g, x):</a:t>
            </a:r>
          </a:p>
          <a:p>
            <a:r>
              <a:rPr lang="en-US" sz="1100" dirty="0"/>
              <a:t>        g1 = </a:t>
            </a:r>
            <a:r>
              <a:rPr lang="en-US" sz="1100" dirty="0" err="1"/>
              <a:t>self.W_g</a:t>
            </a:r>
            <a:r>
              <a:rPr lang="en-US" sz="1100" dirty="0"/>
              <a:t>(g)</a:t>
            </a:r>
          </a:p>
          <a:p>
            <a:r>
              <a:rPr lang="en-US" sz="1100" dirty="0"/>
              <a:t>        x1 = </a:t>
            </a:r>
            <a:r>
              <a:rPr lang="en-US" sz="1100" dirty="0" err="1"/>
              <a:t>self.W_x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self.relu</a:t>
            </a:r>
            <a:r>
              <a:rPr lang="en-US" sz="1100" dirty="0"/>
              <a:t>(g1 + x1)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self.psi</a:t>
            </a:r>
            <a:r>
              <a:rPr lang="en-US" sz="1100" dirty="0"/>
              <a:t>(psi)</a:t>
            </a:r>
          </a:p>
          <a:p>
            <a:r>
              <a:rPr lang="en-US" sz="1100" dirty="0"/>
              <a:t>        out = x * psi</a:t>
            </a:r>
          </a:p>
          <a:p>
            <a:r>
              <a:rPr lang="en-US" sz="1100" dirty="0"/>
              <a:t>        return out</a:t>
            </a:r>
          </a:p>
        </p:txBody>
      </p:sp>
    </p:spTree>
    <p:extLst>
      <p:ext uri="{BB962C8B-B14F-4D97-AF65-F5344CB8AC3E}">
        <p14:creationId xmlns:p14="http://schemas.microsoft.com/office/powerpoint/2010/main" val="2562100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3BEB94CC-E0AC-9BE4-B7E4-4ADEAE362D3E}"/>
              </a:ext>
            </a:extLst>
          </p:cNvPr>
          <p:cNvSpPr/>
          <p:nvPr/>
        </p:nvSpPr>
        <p:spPr>
          <a:xfrm>
            <a:off x="5191106" y="1412776"/>
            <a:ext cx="3816418" cy="36081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15C-50C0-C446-D99F-60EBE50D0EF0}"/>
              </a:ext>
            </a:extLst>
          </p:cNvPr>
          <p:cNvSpPr/>
          <p:nvPr/>
        </p:nvSpPr>
        <p:spPr>
          <a:xfrm>
            <a:off x="107504" y="188640"/>
            <a:ext cx="4572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Attention_block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Attention Block</a:t>
            </a:r>
          </a:p>
          <a:p>
            <a:r>
              <a:rPr lang="en-US" sz="1100" dirty="0"/>
              <a:t>    """</a:t>
            </a:r>
          </a:p>
          <a:p>
            <a:endParaRPr lang="en-US" sz="1100" dirty="0"/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Attention_block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self.W_g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F_l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self.W_x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F_g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self.psi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nn.Conv2d(F_int, 1,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nn.BatchNorm2d(1),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nn.Sigmoid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self.relu</a:t>
            </a:r>
            <a:r>
              <a:rPr lang="en-US" sz="1100" dirty="0"/>
              <a:t> =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endParaRPr lang="en-US" sz="1100" dirty="0"/>
          </a:p>
          <a:p>
            <a:r>
              <a:rPr lang="en-US" sz="1100" dirty="0"/>
              <a:t>    def forward(self, g, x):</a:t>
            </a:r>
          </a:p>
          <a:p>
            <a:r>
              <a:rPr lang="en-US" sz="1100" dirty="0"/>
              <a:t>        g1 = </a:t>
            </a:r>
            <a:r>
              <a:rPr lang="en-US" sz="1100" dirty="0" err="1"/>
              <a:t>self.W_g</a:t>
            </a:r>
            <a:r>
              <a:rPr lang="en-US" sz="1100" dirty="0"/>
              <a:t>(g)</a:t>
            </a:r>
          </a:p>
          <a:p>
            <a:r>
              <a:rPr lang="en-US" sz="1100" dirty="0"/>
              <a:t>        x1 = </a:t>
            </a:r>
            <a:r>
              <a:rPr lang="en-US" sz="1100" dirty="0" err="1"/>
              <a:t>self.W_x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self.relu</a:t>
            </a:r>
            <a:r>
              <a:rPr lang="en-US" sz="1100" dirty="0"/>
              <a:t>(g1 + x1)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self.psi</a:t>
            </a:r>
            <a:r>
              <a:rPr lang="en-US" sz="1100" dirty="0"/>
              <a:t>(psi)</a:t>
            </a:r>
          </a:p>
          <a:p>
            <a:r>
              <a:rPr lang="en-US" sz="1100" dirty="0"/>
              <a:t>        out = x * psi</a:t>
            </a:r>
          </a:p>
          <a:p>
            <a:r>
              <a:rPr lang="en-US" sz="1100" dirty="0"/>
              <a:t>        return out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53CE62-AA24-9118-3136-A2C3FCB112A6}"/>
              </a:ext>
            </a:extLst>
          </p:cNvPr>
          <p:cNvSpPr txBox="1"/>
          <p:nvPr/>
        </p:nvSpPr>
        <p:spPr>
          <a:xfrm>
            <a:off x="5461664" y="1664250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(g, t, 1, 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92D793-394D-891B-D05E-ECA98AAB7EEA}"/>
              </a:ext>
            </a:extLst>
          </p:cNvPr>
          <p:cNvSpPr txBox="1"/>
          <p:nvPr/>
        </p:nvSpPr>
        <p:spPr>
          <a:xfrm>
            <a:off x="5461664" y="2052234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0F336-96AE-485F-B9D2-276FB282DA9C}"/>
              </a:ext>
            </a:extLst>
          </p:cNvPr>
          <p:cNvSpPr txBox="1"/>
          <p:nvPr/>
        </p:nvSpPr>
        <p:spPr>
          <a:xfrm>
            <a:off x="6312199" y="4163077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5B6B8A-0B91-4FF7-6DEF-9B6457C1603B}"/>
              </a:ext>
            </a:extLst>
          </p:cNvPr>
          <p:cNvSpPr txBox="1"/>
          <p:nvPr/>
        </p:nvSpPr>
        <p:spPr>
          <a:xfrm>
            <a:off x="6312199" y="2998493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ED26F3-181F-12C0-B6F9-FDB903010D15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6160680" y="1311458"/>
            <a:ext cx="2528" cy="314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00A5753-1578-09A4-6A89-E2BBF3AAE0E0}"/>
              </a:ext>
            </a:extLst>
          </p:cNvPr>
          <p:cNvSpPr txBox="1"/>
          <p:nvPr/>
        </p:nvSpPr>
        <p:spPr>
          <a:xfrm>
            <a:off x="7147728" y="1657919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(x, t, 1, 1)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58A6BE-2B04-C562-E229-CD202BB729D4}"/>
              </a:ext>
            </a:extLst>
          </p:cNvPr>
          <p:cNvSpPr txBox="1"/>
          <p:nvPr/>
        </p:nvSpPr>
        <p:spPr>
          <a:xfrm>
            <a:off x="7147728" y="204590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82E77E6-ABE9-661E-1B26-ECD71B036BBC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46744" y="1305127"/>
            <a:ext cx="0" cy="321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AB1BD10-D72F-AA0F-B47B-24F4E7A71BD5}"/>
              </a:ext>
            </a:extLst>
          </p:cNvPr>
          <p:cNvSpPr/>
          <p:nvPr/>
        </p:nvSpPr>
        <p:spPr>
          <a:xfrm>
            <a:off x="6019829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FAF44F-CDCF-FF68-8AFF-7B774BB06FD7}"/>
              </a:ext>
            </a:extLst>
          </p:cNvPr>
          <p:cNvSpPr txBox="1"/>
          <p:nvPr/>
        </p:nvSpPr>
        <p:spPr>
          <a:xfrm>
            <a:off x="6025538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A05F6BC-6AB5-57D9-F498-DD4DB1CAC64A}"/>
              </a:ext>
            </a:extLst>
          </p:cNvPr>
          <p:cNvSpPr/>
          <p:nvPr/>
        </p:nvSpPr>
        <p:spPr>
          <a:xfrm>
            <a:off x="7710230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D94609-FD55-535C-4EB6-79620CE7D2DB}"/>
              </a:ext>
            </a:extLst>
          </p:cNvPr>
          <p:cNvSpPr txBox="1"/>
          <p:nvPr/>
        </p:nvSpPr>
        <p:spPr>
          <a:xfrm>
            <a:off x="7715939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9876BB-653F-6B0D-52A9-955454F40E53}"/>
              </a:ext>
            </a:extLst>
          </p:cNvPr>
          <p:cNvSpPr/>
          <p:nvPr/>
        </p:nvSpPr>
        <p:spPr>
          <a:xfrm>
            <a:off x="5407124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20311D-B08A-AFD8-4740-81805F120FA6}"/>
              </a:ext>
            </a:extLst>
          </p:cNvPr>
          <p:cNvSpPr/>
          <p:nvPr/>
        </p:nvSpPr>
        <p:spPr>
          <a:xfrm>
            <a:off x="7090660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2C9F13-F381-62B9-B18A-E93542395C2F}"/>
              </a:ext>
            </a:extLst>
          </p:cNvPr>
          <p:cNvSpPr txBox="1"/>
          <p:nvPr/>
        </p:nvSpPr>
        <p:spPr>
          <a:xfrm>
            <a:off x="6312199" y="3396359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(t, 1, 1, 1)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B94FF2-F739-8B35-4111-F7CA6F6E5897}"/>
              </a:ext>
            </a:extLst>
          </p:cNvPr>
          <p:cNvSpPr txBox="1"/>
          <p:nvPr/>
        </p:nvSpPr>
        <p:spPr>
          <a:xfrm>
            <a:off x="6312199" y="378434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858D01C-7D49-83A8-51FB-1D221F104FD0}"/>
              </a:ext>
            </a:extLst>
          </p:cNvPr>
          <p:cNvSpPr/>
          <p:nvPr/>
        </p:nvSpPr>
        <p:spPr>
          <a:xfrm>
            <a:off x="6868887" y="2538386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B6846B-9330-8439-0631-BECA23C6DF77}"/>
              </a:ext>
            </a:extLst>
          </p:cNvPr>
          <p:cNvSpPr txBox="1"/>
          <p:nvPr/>
        </p:nvSpPr>
        <p:spPr>
          <a:xfrm>
            <a:off x="6837682" y="239908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59FB43-726B-13B4-54EC-5C5D5CF88186}"/>
              </a:ext>
            </a:extLst>
          </p:cNvPr>
          <p:cNvSpPr/>
          <p:nvPr/>
        </p:nvSpPr>
        <p:spPr>
          <a:xfrm>
            <a:off x="6868887" y="4611468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6B0CA2-5399-DD97-EF65-20665203DE19}"/>
              </a:ext>
            </a:extLst>
          </p:cNvPr>
          <p:cNvSpPr txBox="1"/>
          <p:nvPr/>
        </p:nvSpPr>
        <p:spPr>
          <a:xfrm rot="18853250">
            <a:off x="6827636" y="4490563"/>
            <a:ext cx="36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0EE0F4A-F72E-1E40-1832-40A946BD8B22}"/>
              </a:ext>
            </a:extLst>
          </p:cNvPr>
          <p:cNvCxnSpPr>
            <a:cxnSpLocks/>
            <a:stCxn id="51" idx="3"/>
            <a:endCxn id="61" idx="6"/>
          </p:cNvCxnSpPr>
          <p:nvPr/>
        </p:nvCxnSpPr>
        <p:spPr>
          <a:xfrm flipH="1">
            <a:off x="7150588" y="1144130"/>
            <a:ext cx="826961" cy="3608189"/>
          </a:xfrm>
          <a:prstGeom prst="bentConnector3">
            <a:avLst>
              <a:gd name="adj1" fmla="val -941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C2E01259-A397-55C9-9836-DCB51DA31D82}"/>
              </a:ext>
            </a:extLst>
          </p:cNvPr>
          <p:cNvCxnSpPr>
            <a:cxnSpLocks/>
            <a:stCxn id="52" idx="2"/>
            <a:endCxn id="59" idx="2"/>
          </p:cNvCxnSpPr>
          <p:nvPr/>
        </p:nvCxnSpPr>
        <p:spPr>
          <a:xfrm rot="16200000" flipH="1">
            <a:off x="6356418" y="2166768"/>
            <a:ext cx="319258" cy="7056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1B4E23B7-EEB4-D810-8B97-AD429DD73A00}"/>
              </a:ext>
            </a:extLst>
          </p:cNvPr>
          <p:cNvCxnSpPr>
            <a:cxnSpLocks/>
            <a:stCxn id="53" idx="2"/>
            <a:endCxn id="59" idx="6"/>
          </p:cNvCxnSpPr>
          <p:nvPr/>
        </p:nvCxnSpPr>
        <p:spPr>
          <a:xfrm rot="5400000">
            <a:off x="7339037" y="2171530"/>
            <a:ext cx="319258" cy="6961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3B466D1-9696-3835-AC68-5B6560EC3096}"/>
              </a:ext>
            </a:extLst>
          </p:cNvPr>
          <p:cNvCxnSpPr>
            <a:stCxn id="39" idx="2"/>
            <a:endCxn id="56" idx="0"/>
          </p:cNvCxnSpPr>
          <p:nvPr/>
        </p:nvCxnSpPr>
        <p:spPr>
          <a:xfrm>
            <a:off x="7011215" y="3260103"/>
            <a:ext cx="0" cy="136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F2D910-35FC-3638-B900-BB1544B9F219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7011215" y="3657969"/>
            <a:ext cx="0" cy="12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7A2F662-F92E-C930-C3DC-B2219D49F330}"/>
              </a:ext>
            </a:extLst>
          </p:cNvPr>
          <p:cNvCxnSpPr>
            <a:stCxn id="57" idx="2"/>
            <a:endCxn id="38" idx="0"/>
          </p:cNvCxnSpPr>
          <p:nvPr/>
        </p:nvCxnSpPr>
        <p:spPr>
          <a:xfrm>
            <a:off x="7011215" y="4045953"/>
            <a:ext cx="0" cy="117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FAAE9-02C4-3E6F-0698-6B1B88DE8FB0}"/>
              </a:ext>
            </a:extLst>
          </p:cNvPr>
          <p:cNvCxnSpPr>
            <a:stCxn id="59" idx="4"/>
            <a:endCxn id="39" idx="0"/>
          </p:cNvCxnSpPr>
          <p:nvPr/>
        </p:nvCxnSpPr>
        <p:spPr>
          <a:xfrm>
            <a:off x="7009738" y="2820087"/>
            <a:ext cx="1477" cy="17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9353A04-C247-6054-D6AE-422856ED258E}"/>
              </a:ext>
            </a:extLst>
          </p:cNvPr>
          <p:cNvCxnSpPr>
            <a:stCxn id="38" idx="2"/>
            <a:endCxn id="61" idx="0"/>
          </p:cNvCxnSpPr>
          <p:nvPr/>
        </p:nvCxnSpPr>
        <p:spPr>
          <a:xfrm flipH="1">
            <a:off x="7009738" y="4424687"/>
            <a:ext cx="1477" cy="186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2C85E4A-5AF7-468D-AB2A-613E6C947CF8}"/>
              </a:ext>
            </a:extLst>
          </p:cNvPr>
          <p:cNvCxnSpPr/>
          <p:nvPr/>
        </p:nvCxnSpPr>
        <p:spPr>
          <a:xfrm>
            <a:off x="7009738" y="4893169"/>
            <a:ext cx="0" cy="39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380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3BEB94CC-E0AC-9BE4-B7E4-4ADEAE362D3E}"/>
              </a:ext>
            </a:extLst>
          </p:cNvPr>
          <p:cNvSpPr/>
          <p:nvPr/>
        </p:nvSpPr>
        <p:spPr>
          <a:xfrm>
            <a:off x="5191106" y="1412776"/>
            <a:ext cx="3816418" cy="36081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15C-50C0-C446-D99F-60EBE50D0EF0}"/>
              </a:ext>
            </a:extLst>
          </p:cNvPr>
          <p:cNvSpPr/>
          <p:nvPr/>
        </p:nvSpPr>
        <p:spPr>
          <a:xfrm>
            <a:off x="-1331861" y="377631"/>
            <a:ext cx="4572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Attention_block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Attention Block</a:t>
            </a:r>
          </a:p>
          <a:p>
            <a:r>
              <a:rPr lang="en-US" sz="1100" dirty="0"/>
              <a:t>    """</a:t>
            </a:r>
          </a:p>
          <a:p>
            <a:endParaRPr lang="en-US" sz="1100" dirty="0"/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F_g</a:t>
            </a:r>
            <a:r>
              <a:rPr lang="en-US" sz="1100" dirty="0"/>
              <a:t>, </a:t>
            </a:r>
            <a:r>
              <a:rPr lang="en-US" sz="1100" dirty="0" err="1"/>
              <a:t>F_l</a:t>
            </a:r>
            <a:r>
              <a:rPr lang="en-US" sz="1100" dirty="0"/>
              <a:t>, </a:t>
            </a:r>
            <a:r>
              <a:rPr lang="en-US" sz="1100" dirty="0" err="1"/>
              <a:t>F_int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Attention_block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self.W_g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F_l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self.W_x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F_g</a:t>
            </a:r>
            <a:r>
              <a:rPr lang="en-US" sz="1100" dirty="0"/>
              <a:t>, F_int,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nn.BatchNorm2d(F_int)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self.psi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nn.Conv2d(F_int, 1, </a:t>
            </a:r>
            <a:r>
              <a:rPr lang="en-US" sz="1100" dirty="0" err="1"/>
              <a:t>kernel_size</a:t>
            </a:r>
            <a:r>
              <a:rPr lang="en-US" sz="1100" dirty="0"/>
              <a:t>=1, stride=1, padding=0, bias=True),</a:t>
            </a:r>
          </a:p>
          <a:p>
            <a:r>
              <a:rPr lang="en-US" sz="1100" dirty="0"/>
              <a:t>            nn.BatchNorm2d(1),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nn.Sigmoid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self.relu</a:t>
            </a:r>
            <a:r>
              <a:rPr lang="en-US" sz="1100" dirty="0"/>
              <a:t> =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endParaRPr lang="en-US" sz="1100" dirty="0"/>
          </a:p>
          <a:p>
            <a:r>
              <a:rPr lang="en-US" sz="1100" dirty="0"/>
              <a:t>    def forward(self, g, x):</a:t>
            </a:r>
          </a:p>
          <a:p>
            <a:r>
              <a:rPr lang="en-US" sz="1100" dirty="0"/>
              <a:t>        g1 = </a:t>
            </a:r>
            <a:r>
              <a:rPr lang="en-US" sz="1100" dirty="0" err="1"/>
              <a:t>self.W_g</a:t>
            </a:r>
            <a:r>
              <a:rPr lang="en-US" sz="1100" dirty="0"/>
              <a:t>(g)</a:t>
            </a:r>
          </a:p>
          <a:p>
            <a:r>
              <a:rPr lang="en-US" sz="1100" dirty="0"/>
              <a:t>        x1 = </a:t>
            </a:r>
            <a:r>
              <a:rPr lang="en-US" sz="1100" dirty="0" err="1"/>
              <a:t>self.W_x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self.relu</a:t>
            </a:r>
            <a:r>
              <a:rPr lang="en-US" sz="1100" dirty="0"/>
              <a:t>(g1 + x1)</a:t>
            </a:r>
          </a:p>
          <a:p>
            <a:r>
              <a:rPr lang="en-US" sz="1100" dirty="0"/>
              <a:t>        psi = </a:t>
            </a:r>
            <a:r>
              <a:rPr lang="en-US" sz="1100" dirty="0" err="1"/>
              <a:t>self.psi</a:t>
            </a:r>
            <a:r>
              <a:rPr lang="en-US" sz="1100" dirty="0"/>
              <a:t>(psi)</a:t>
            </a:r>
          </a:p>
          <a:p>
            <a:r>
              <a:rPr lang="en-US" sz="1100" dirty="0"/>
              <a:t>        out = x * psi</a:t>
            </a:r>
          </a:p>
          <a:p>
            <a:r>
              <a:rPr lang="en-US" sz="1100" dirty="0"/>
              <a:t>        return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53CE62-AA24-9118-3136-A2C3FCB112A6}"/>
                  </a:ext>
                </a:extLst>
              </p:cNvPr>
              <p:cNvSpPr txBox="1"/>
              <p:nvPr/>
            </p:nvSpPr>
            <p:spPr>
              <a:xfrm>
                <a:off x="5461664" y="1664250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14:m>
                  <m:oMath xmlns:m="http://schemas.openxmlformats.org/officeDocument/2006/math">
                    <m:r>
                      <a:rPr lang="en-US" sz="1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53CE62-AA24-9118-3136-A2C3FCB11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664" y="1664250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792D793-394D-891B-D05E-ECA98AAB7EEA}"/>
              </a:ext>
            </a:extLst>
          </p:cNvPr>
          <p:cNvSpPr txBox="1"/>
          <p:nvPr/>
        </p:nvSpPr>
        <p:spPr>
          <a:xfrm>
            <a:off x="5461664" y="2052234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0F336-96AE-485F-B9D2-276FB282DA9C}"/>
              </a:ext>
            </a:extLst>
          </p:cNvPr>
          <p:cNvSpPr txBox="1"/>
          <p:nvPr/>
        </p:nvSpPr>
        <p:spPr>
          <a:xfrm>
            <a:off x="6312199" y="4163077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5B6B8A-0B91-4FF7-6DEF-9B6457C1603B}"/>
              </a:ext>
            </a:extLst>
          </p:cNvPr>
          <p:cNvSpPr txBox="1"/>
          <p:nvPr/>
        </p:nvSpPr>
        <p:spPr>
          <a:xfrm>
            <a:off x="6312199" y="2998493"/>
            <a:ext cx="139803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ED26F3-181F-12C0-B6F9-FDB903010D15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6160680" y="1311458"/>
            <a:ext cx="2528" cy="314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0A5753-1578-09A4-6A89-E2BBF3AAE0E0}"/>
                  </a:ext>
                </a:extLst>
              </p:cNvPr>
              <p:cNvSpPr txBox="1"/>
              <p:nvPr/>
            </p:nvSpPr>
            <p:spPr>
              <a:xfrm>
                <a:off x="7147728" y="165791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14:m>
                  <m:oMath xmlns:m="http://schemas.openxmlformats.org/officeDocument/2006/math">
                    <m:r>
                      <a:rPr lang="en-US" sz="1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0A5753-1578-09A4-6A89-E2BBF3AAE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728" y="1657919"/>
                <a:ext cx="1398032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058A6BE-2B04-C562-E229-CD202BB729D4}"/>
              </a:ext>
            </a:extLst>
          </p:cNvPr>
          <p:cNvSpPr txBox="1"/>
          <p:nvPr/>
        </p:nvSpPr>
        <p:spPr>
          <a:xfrm>
            <a:off x="7147728" y="204590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82E77E6-ABE9-661E-1B26-ECD71B036BBC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846744" y="1305127"/>
            <a:ext cx="0" cy="321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AB1BD10-D72F-AA0F-B47B-24F4E7A71BD5}"/>
              </a:ext>
            </a:extLst>
          </p:cNvPr>
          <p:cNvSpPr/>
          <p:nvPr/>
        </p:nvSpPr>
        <p:spPr>
          <a:xfrm>
            <a:off x="6019829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FAF44F-CDCF-FF68-8AFF-7B774BB06FD7}"/>
              </a:ext>
            </a:extLst>
          </p:cNvPr>
          <p:cNvSpPr txBox="1"/>
          <p:nvPr/>
        </p:nvSpPr>
        <p:spPr>
          <a:xfrm>
            <a:off x="6025538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A05F6BC-6AB5-57D9-F498-DD4DB1CAC64A}"/>
              </a:ext>
            </a:extLst>
          </p:cNvPr>
          <p:cNvSpPr/>
          <p:nvPr/>
        </p:nvSpPr>
        <p:spPr>
          <a:xfrm>
            <a:off x="7710230" y="1013983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D94609-FD55-535C-4EB6-79620CE7D2DB}"/>
              </a:ext>
            </a:extLst>
          </p:cNvPr>
          <p:cNvSpPr txBox="1"/>
          <p:nvPr/>
        </p:nvSpPr>
        <p:spPr>
          <a:xfrm>
            <a:off x="7715939" y="1005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9876BB-653F-6B0D-52A9-955454F40E53}"/>
              </a:ext>
            </a:extLst>
          </p:cNvPr>
          <p:cNvSpPr/>
          <p:nvPr/>
        </p:nvSpPr>
        <p:spPr>
          <a:xfrm>
            <a:off x="5407124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20311D-B08A-AFD8-4740-81805F120FA6}"/>
              </a:ext>
            </a:extLst>
          </p:cNvPr>
          <p:cNvSpPr/>
          <p:nvPr/>
        </p:nvSpPr>
        <p:spPr>
          <a:xfrm>
            <a:off x="7090660" y="1626320"/>
            <a:ext cx="1512168" cy="73365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2C9F13-F381-62B9-B18A-E93542395C2F}"/>
                  </a:ext>
                </a:extLst>
              </p:cNvPr>
              <p:cNvSpPr txBox="1"/>
              <p:nvPr/>
            </p:nvSpPr>
            <p:spPr>
              <a:xfrm>
                <a:off x="6312199" y="339635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14:m>
                  <m:oMath xmlns:m="http://schemas.openxmlformats.org/officeDocument/2006/math">
                    <m:r>
                      <a:rPr lang="en-US" sz="1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A2C9F13-F381-62B9-B18A-E93542395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199" y="3396359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CAB94FF2-F739-8B35-4111-F7CA6F6E5897}"/>
              </a:ext>
            </a:extLst>
          </p:cNvPr>
          <p:cNvSpPr txBox="1"/>
          <p:nvPr/>
        </p:nvSpPr>
        <p:spPr>
          <a:xfrm>
            <a:off x="6312199" y="3784343"/>
            <a:ext cx="13980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858D01C-7D49-83A8-51FB-1D221F104FD0}"/>
              </a:ext>
            </a:extLst>
          </p:cNvPr>
          <p:cNvSpPr/>
          <p:nvPr/>
        </p:nvSpPr>
        <p:spPr>
          <a:xfrm>
            <a:off x="6868887" y="2538386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B6846B-9330-8439-0631-BECA23C6DF77}"/>
              </a:ext>
            </a:extLst>
          </p:cNvPr>
          <p:cNvSpPr txBox="1"/>
          <p:nvPr/>
        </p:nvSpPr>
        <p:spPr>
          <a:xfrm>
            <a:off x="6837682" y="239908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59FB43-726B-13B4-54EC-5C5D5CF88186}"/>
              </a:ext>
            </a:extLst>
          </p:cNvPr>
          <p:cNvSpPr/>
          <p:nvPr/>
        </p:nvSpPr>
        <p:spPr>
          <a:xfrm>
            <a:off x="6868887" y="4611468"/>
            <a:ext cx="281701" cy="281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6B0CA2-5399-DD97-EF65-20665203DE19}"/>
              </a:ext>
            </a:extLst>
          </p:cNvPr>
          <p:cNvSpPr txBox="1"/>
          <p:nvPr/>
        </p:nvSpPr>
        <p:spPr>
          <a:xfrm rot="18853250">
            <a:off x="6827636" y="4490563"/>
            <a:ext cx="36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0EE0F4A-F72E-1E40-1832-40A946BD8B22}"/>
              </a:ext>
            </a:extLst>
          </p:cNvPr>
          <p:cNvCxnSpPr>
            <a:cxnSpLocks/>
            <a:stCxn id="51" idx="3"/>
            <a:endCxn id="61" idx="6"/>
          </p:cNvCxnSpPr>
          <p:nvPr/>
        </p:nvCxnSpPr>
        <p:spPr>
          <a:xfrm flipH="1">
            <a:off x="7150588" y="1144130"/>
            <a:ext cx="826961" cy="3608189"/>
          </a:xfrm>
          <a:prstGeom prst="bentConnector3">
            <a:avLst>
              <a:gd name="adj1" fmla="val -941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C2E01259-A397-55C9-9836-DCB51DA31D82}"/>
              </a:ext>
            </a:extLst>
          </p:cNvPr>
          <p:cNvCxnSpPr>
            <a:cxnSpLocks/>
            <a:stCxn id="52" idx="2"/>
            <a:endCxn id="59" idx="2"/>
          </p:cNvCxnSpPr>
          <p:nvPr/>
        </p:nvCxnSpPr>
        <p:spPr>
          <a:xfrm rot="16200000" flipH="1">
            <a:off x="6356418" y="2166768"/>
            <a:ext cx="319258" cy="7056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1B4E23B7-EEB4-D810-8B97-AD429DD73A00}"/>
              </a:ext>
            </a:extLst>
          </p:cNvPr>
          <p:cNvCxnSpPr>
            <a:cxnSpLocks/>
            <a:stCxn id="53" idx="2"/>
            <a:endCxn id="59" idx="6"/>
          </p:cNvCxnSpPr>
          <p:nvPr/>
        </p:nvCxnSpPr>
        <p:spPr>
          <a:xfrm rot="5400000">
            <a:off x="7339037" y="2171530"/>
            <a:ext cx="319258" cy="6961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3B466D1-9696-3835-AC68-5B6560EC3096}"/>
              </a:ext>
            </a:extLst>
          </p:cNvPr>
          <p:cNvCxnSpPr>
            <a:stCxn id="39" idx="2"/>
            <a:endCxn id="56" idx="0"/>
          </p:cNvCxnSpPr>
          <p:nvPr/>
        </p:nvCxnSpPr>
        <p:spPr>
          <a:xfrm>
            <a:off x="7011215" y="3260103"/>
            <a:ext cx="0" cy="136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F2D910-35FC-3638-B900-BB1544B9F219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7011215" y="3657969"/>
            <a:ext cx="0" cy="12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7A2F662-F92E-C930-C3DC-B2219D49F330}"/>
              </a:ext>
            </a:extLst>
          </p:cNvPr>
          <p:cNvCxnSpPr>
            <a:stCxn id="57" idx="2"/>
            <a:endCxn id="38" idx="0"/>
          </p:cNvCxnSpPr>
          <p:nvPr/>
        </p:nvCxnSpPr>
        <p:spPr>
          <a:xfrm>
            <a:off x="7011215" y="4045953"/>
            <a:ext cx="0" cy="117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FAAE9-02C4-3E6F-0698-6B1B88DE8FB0}"/>
              </a:ext>
            </a:extLst>
          </p:cNvPr>
          <p:cNvCxnSpPr>
            <a:stCxn id="59" idx="4"/>
            <a:endCxn id="39" idx="0"/>
          </p:cNvCxnSpPr>
          <p:nvPr/>
        </p:nvCxnSpPr>
        <p:spPr>
          <a:xfrm>
            <a:off x="7009738" y="2820087"/>
            <a:ext cx="1477" cy="17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9353A04-C247-6054-D6AE-422856ED258E}"/>
              </a:ext>
            </a:extLst>
          </p:cNvPr>
          <p:cNvCxnSpPr>
            <a:stCxn id="38" idx="2"/>
            <a:endCxn id="61" idx="0"/>
          </p:cNvCxnSpPr>
          <p:nvPr/>
        </p:nvCxnSpPr>
        <p:spPr>
          <a:xfrm flipH="1">
            <a:off x="7009738" y="4424687"/>
            <a:ext cx="1477" cy="186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2C85E4A-5AF7-468D-AB2A-613E6C947CF8}"/>
              </a:ext>
            </a:extLst>
          </p:cNvPr>
          <p:cNvCxnSpPr/>
          <p:nvPr/>
        </p:nvCxnSpPr>
        <p:spPr>
          <a:xfrm>
            <a:off x="7009738" y="4893169"/>
            <a:ext cx="0" cy="39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78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A6BFDC-41E2-B5E0-6E6F-5BE4C7539395}"/>
              </a:ext>
            </a:extLst>
          </p:cNvPr>
          <p:cNvSpPr/>
          <p:nvPr/>
        </p:nvSpPr>
        <p:spPr>
          <a:xfrm>
            <a:off x="-2780992" y="-2171813"/>
            <a:ext cx="4572000" cy="105567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class </a:t>
            </a:r>
            <a:r>
              <a:rPr lang="en-US" sz="800" dirty="0" err="1"/>
              <a:t>AttU_Net</a:t>
            </a:r>
            <a:r>
              <a:rPr lang="en-US" sz="800" dirty="0"/>
              <a:t>(</a:t>
            </a:r>
            <a:r>
              <a:rPr lang="en-US" sz="800" dirty="0" err="1"/>
              <a:t>nn.Module</a:t>
            </a:r>
            <a:r>
              <a:rPr lang="en-US" sz="800" dirty="0"/>
              <a:t>):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Attention Unet implementation</a:t>
            </a:r>
          </a:p>
          <a:p>
            <a:r>
              <a:rPr lang="en-US" sz="800" dirty="0"/>
              <a:t>    Paper: https://</a:t>
            </a:r>
            <a:r>
              <a:rPr lang="en-US" sz="800" dirty="0" err="1"/>
              <a:t>arxiv.org</a:t>
            </a:r>
            <a:r>
              <a:rPr lang="en-US" sz="800" dirty="0"/>
              <a:t>/abs/1804.03999</a:t>
            </a:r>
          </a:p>
          <a:p>
            <a:r>
              <a:rPr lang="en-US" sz="800" dirty="0"/>
              <a:t>    """</a:t>
            </a:r>
          </a:p>
          <a:p>
            <a:r>
              <a:rPr lang="en-US" sz="800" dirty="0"/>
              <a:t>    def __</a:t>
            </a:r>
            <a:r>
              <a:rPr lang="en-US" sz="800" dirty="0" err="1"/>
              <a:t>init</a:t>
            </a:r>
            <a:r>
              <a:rPr lang="en-US" sz="800" dirty="0"/>
              <a:t>__(self, </a:t>
            </a:r>
            <a:r>
              <a:rPr lang="en-US" sz="800" dirty="0" err="1"/>
              <a:t>img_ch</a:t>
            </a:r>
            <a:r>
              <a:rPr lang="en-US" sz="800" dirty="0"/>
              <a:t>=3, </a:t>
            </a:r>
            <a:r>
              <a:rPr lang="en-US" sz="800" dirty="0" err="1"/>
              <a:t>output_ch</a:t>
            </a:r>
            <a:r>
              <a:rPr lang="en-US" sz="800" dirty="0"/>
              <a:t>=1):</a:t>
            </a:r>
          </a:p>
          <a:p>
            <a:r>
              <a:rPr lang="en-US" sz="800" dirty="0"/>
              <a:t>        super(</a:t>
            </a:r>
            <a:r>
              <a:rPr lang="en-US" sz="800" dirty="0" err="1"/>
              <a:t>AttU_Net</a:t>
            </a:r>
            <a:r>
              <a:rPr lang="en-US" sz="800" dirty="0"/>
              <a:t>, self).__</a:t>
            </a:r>
            <a:r>
              <a:rPr lang="en-US" sz="800" dirty="0" err="1"/>
              <a:t>init</a:t>
            </a:r>
            <a:r>
              <a:rPr lang="en-US" sz="800" dirty="0"/>
              <a:t>__()</a:t>
            </a:r>
          </a:p>
          <a:p>
            <a:endParaRPr lang="en-US" sz="800" dirty="0"/>
          </a:p>
          <a:p>
            <a:r>
              <a:rPr lang="en-US" sz="800" dirty="0"/>
              <a:t>        n1 = 64</a:t>
            </a:r>
          </a:p>
          <a:p>
            <a:r>
              <a:rPr lang="en-US" sz="800" dirty="0"/>
              <a:t>        filters = [n1, n1 * 2, n1 * 4, n1 * 8, n1 * 16]</a:t>
            </a:r>
          </a:p>
          <a:p>
            <a:endParaRPr lang="en-US" sz="800" dirty="0"/>
          </a:p>
          <a:p>
            <a:r>
              <a:rPr lang="en-US" sz="800" dirty="0"/>
              <a:t>        self.Maxpool1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self.Maxpool2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self.Maxpool3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self.Maxpool4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endParaRPr lang="en-US" sz="800" dirty="0"/>
          </a:p>
          <a:p>
            <a:r>
              <a:rPr lang="en-US" sz="800" dirty="0"/>
              <a:t>        self.Conv1 = </a:t>
            </a:r>
            <a:r>
              <a:rPr lang="en-US" sz="800" dirty="0" err="1"/>
              <a:t>conv_block</a:t>
            </a:r>
            <a:r>
              <a:rPr lang="en-US" sz="800" dirty="0"/>
              <a:t>(</a:t>
            </a:r>
            <a:r>
              <a:rPr lang="en-US" sz="800" dirty="0" err="1"/>
              <a:t>img_ch</a:t>
            </a:r>
            <a:r>
              <a:rPr lang="en-US" sz="800" dirty="0"/>
              <a:t>, filters[0])</a:t>
            </a:r>
          </a:p>
          <a:p>
            <a:r>
              <a:rPr lang="en-US" sz="800" dirty="0"/>
              <a:t>        self.Conv2 = </a:t>
            </a:r>
            <a:r>
              <a:rPr lang="en-US" sz="800" dirty="0" err="1"/>
              <a:t>conv_block</a:t>
            </a:r>
            <a:r>
              <a:rPr lang="en-US" sz="800" dirty="0"/>
              <a:t>(filters[0], filters[1])</a:t>
            </a:r>
          </a:p>
          <a:p>
            <a:r>
              <a:rPr lang="en-US" sz="800" dirty="0"/>
              <a:t>        self.Conv3 = </a:t>
            </a:r>
            <a:r>
              <a:rPr lang="en-US" sz="800" dirty="0" err="1"/>
              <a:t>conv_block</a:t>
            </a:r>
            <a:r>
              <a:rPr lang="en-US" sz="800" dirty="0"/>
              <a:t>(filters[1], filters[2])</a:t>
            </a:r>
          </a:p>
          <a:p>
            <a:r>
              <a:rPr lang="en-US" sz="800" dirty="0"/>
              <a:t>        self.Conv4 = </a:t>
            </a:r>
            <a:r>
              <a:rPr lang="en-US" sz="800" dirty="0" err="1"/>
              <a:t>conv_block</a:t>
            </a:r>
            <a:r>
              <a:rPr lang="en-US" sz="800" dirty="0"/>
              <a:t>(filters[2], filters[3])</a:t>
            </a:r>
          </a:p>
          <a:p>
            <a:r>
              <a:rPr lang="en-US" sz="800" dirty="0"/>
              <a:t>        self.Conv5 = </a:t>
            </a:r>
            <a:r>
              <a:rPr lang="en-US" sz="800" dirty="0" err="1"/>
              <a:t>conv_block</a:t>
            </a:r>
            <a:r>
              <a:rPr lang="en-US" sz="800" dirty="0"/>
              <a:t>(filters[3], filters[4])</a:t>
            </a:r>
          </a:p>
          <a:p>
            <a:endParaRPr lang="en-US" sz="800" dirty="0"/>
          </a:p>
          <a:p>
            <a:r>
              <a:rPr lang="en-US" sz="800" dirty="0"/>
              <a:t>        self.Up5 = </a:t>
            </a:r>
            <a:r>
              <a:rPr lang="en-US" sz="800" dirty="0" err="1"/>
              <a:t>up_conv</a:t>
            </a:r>
            <a:r>
              <a:rPr lang="en-US" sz="800" dirty="0"/>
              <a:t>(filters[4], filters[3])</a:t>
            </a:r>
          </a:p>
          <a:p>
            <a:r>
              <a:rPr lang="en-US" sz="800" dirty="0"/>
              <a:t>        self.Att5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=filters[3], </a:t>
            </a:r>
            <a:r>
              <a:rPr lang="en-US" sz="800" dirty="0" err="1"/>
              <a:t>F_l</a:t>
            </a:r>
            <a:r>
              <a:rPr lang="en-US" sz="800" dirty="0"/>
              <a:t>=filters[3], </a:t>
            </a:r>
            <a:r>
              <a:rPr lang="en-US" sz="800" dirty="0" err="1"/>
              <a:t>F_int</a:t>
            </a:r>
            <a:r>
              <a:rPr lang="en-US" sz="800" dirty="0"/>
              <a:t>=filters[2])</a:t>
            </a:r>
          </a:p>
          <a:p>
            <a:r>
              <a:rPr lang="en-US" sz="800" dirty="0"/>
              <a:t>        self.Up_conv5 = </a:t>
            </a:r>
            <a:r>
              <a:rPr lang="en-US" sz="800" dirty="0" err="1"/>
              <a:t>conv_block</a:t>
            </a:r>
            <a:r>
              <a:rPr lang="en-US" sz="800" dirty="0"/>
              <a:t>(filters[4], filters[3])</a:t>
            </a:r>
          </a:p>
          <a:p>
            <a:endParaRPr lang="en-US" sz="800" dirty="0"/>
          </a:p>
          <a:p>
            <a:r>
              <a:rPr lang="en-US" sz="800" dirty="0"/>
              <a:t>        self.Up4 = </a:t>
            </a:r>
            <a:r>
              <a:rPr lang="en-US" sz="800" dirty="0" err="1"/>
              <a:t>up_conv</a:t>
            </a:r>
            <a:r>
              <a:rPr lang="en-US" sz="800" dirty="0"/>
              <a:t>(filters[3], filters[2])</a:t>
            </a:r>
          </a:p>
          <a:p>
            <a:r>
              <a:rPr lang="en-US" sz="800" dirty="0"/>
              <a:t>        self.Att4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=filters[2], </a:t>
            </a:r>
            <a:r>
              <a:rPr lang="en-US" sz="800" dirty="0" err="1"/>
              <a:t>F_l</a:t>
            </a:r>
            <a:r>
              <a:rPr lang="en-US" sz="800" dirty="0"/>
              <a:t>=filters[2], </a:t>
            </a:r>
            <a:r>
              <a:rPr lang="en-US" sz="800" dirty="0" err="1"/>
              <a:t>F_int</a:t>
            </a:r>
            <a:r>
              <a:rPr lang="en-US" sz="800" dirty="0"/>
              <a:t>=filters[1])</a:t>
            </a:r>
          </a:p>
          <a:p>
            <a:r>
              <a:rPr lang="en-US" sz="800" dirty="0"/>
              <a:t>        self.Up_conv4 = </a:t>
            </a:r>
            <a:r>
              <a:rPr lang="en-US" sz="800" dirty="0" err="1"/>
              <a:t>conv_block</a:t>
            </a:r>
            <a:r>
              <a:rPr lang="en-US" sz="800" dirty="0"/>
              <a:t>(filters[3], filters[2])</a:t>
            </a:r>
          </a:p>
          <a:p>
            <a:endParaRPr lang="en-US" sz="800" dirty="0"/>
          </a:p>
          <a:p>
            <a:r>
              <a:rPr lang="en-US" sz="800" dirty="0"/>
              <a:t>        self.Up3 = </a:t>
            </a:r>
            <a:r>
              <a:rPr lang="en-US" sz="800" dirty="0" err="1"/>
              <a:t>up_conv</a:t>
            </a:r>
            <a:r>
              <a:rPr lang="en-US" sz="800" dirty="0"/>
              <a:t>(filters[2], filters[1])</a:t>
            </a:r>
          </a:p>
          <a:p>
            <a:r>
              <a:rPr lang="en-US" sz="800" dirty="0"/>
              <a:t>        self.Att3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=filters[1], </a:t>
            </a:r>
            <a:r>
              <a:rPr lang="en-US" sz="800" dirty="0" err="1"/>
              <a:t>F_l</a:t>
            </a:r>
            <a:r>
              <a:rPr lang="en-US" sz="800" dirty="0"/>
              <a:t>=filters[1], </a:t>
            </a:r>
            <a:r>
              <a:rPr lang="en-US" sz="800" dirty="0" err="1"/>
              <a:t>F_int</a:t>
            </a:r>
            <a:r>
              <a:rPr lang="en-US" sz="800" dirty="0"/>
              <a:t>=filters[0])</a:t>
            </a:r>
          </a:p>
          <a:p>
            <a:r>
              <a:rPr lang="en-US" sz="800" dirty="0"/>
              <a:t>        self.Up_conv3 = </a:t>
            </a:r>
            <a:r>
              <a:rPr lang="en-US" sz="800" dirty="0" err="1"/>
              <a:t>conv_block</a:t>
            </a:r>
            <a:r>
              <a:rPr lang="en-US" sz="800" dirty="0"/>
              <a:t>(filters[2], filters[1])</a:t>
            </a:r>
          </a:p>
          <a:p>
            <a:endParaRPr lang="en-US" sz="800" dirty="0"/>
          </a:p>
          <a:p>
            <a:r>
              <a:rPr lang="en-US" sz="800" dirty="0"/>
              <a:t>        self.Up2 = </a:t>
            </a:r>
            <a:r>
              <a:rPr lang="en-US" sz="800" dirty="0" err="1"/>
              <a:t>up_conv</a:t>
            </a:r>
            <a:r>
              <a:rPr lang="en-US" sz="800" dirty="0"/>
              <a:t>(filters[1], filters[0])</a:t>
            </a:r>
          </a:p>
          <a:p>
            <a:r>
              <a:rPr lang="en-US" sz="800" dirty="0"/>
              <a:t>        self.Att2 = </a:t>
            </a:r>
            <a:r>
              <a:rPr lang="en-US" sz="800" dirty="0" err="1"/>
              <a:t>Attention_block</a:t>
            </a:r>
            <a:r>
              <a:rPr lang="en-US" sz="800" dirty="0"/>
              <a:t>(</a:t>
            </a:r>
            <a:r>
              <a:rPr lang="en-US" sz="800" dirty="0" err="1"/>
              <a:t>F_g</a:t>
            </a:r>
            <a:r>
              <a:rPr lang="en-US" sz="800" dirty="0"/>
              <a:t>=filters[0], </a:t>
            </a:r>
            <a:r>
              <a:rPr lang="en-US" sz="800" dirty="0" err="1"/>
              <a:t>F_l</a:t>
            </a:r>
            <a:r>
              <a:rPr lang="en-US" sz="800" dirty="0"/>
              <a:t>=filters[0], </a:t>
            </a:r>
            <a:r>
              <a:rPr lang="en-US" sz="800" dirty="0" err="1"/>
              <a:t>F_int</a:t>
            </a:r>
            <a:r>
              <a:rPr lang="en-US" sz="800" dirty="0"/>
              <a:t>=32)</a:t>
            </a:r>
          </a:p>
          <a:p>
            <a:r>
              <a:rPr lang="en-US" sz="800" dirty="0"/>
              <a:t>        self.Up_conv2 = </a:t>
            </a:r>
            <a:r>
              <a:rPr lang="en-US" sz="800" dirty="0" err="1"/>
              <a:t>conv_block</a:t>
            </a:r>
            <a:r>
              <a:rPr lang="en-US" sz="800" dirty="0"/>
              <a:t>(filters[1], filters[0])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self.Conv</a:t>
            </a:r>
            <a:r>
              <a:rPr lang="en-US" sz="800" dirty="0"/>
              <a:t> = nn.Conv2d(filters[0], </a:t>
            </a:r>
            <a:r>
              <a:rPr lang="en-US" sz="800" dirty="0" err="1"/>
              <a:t>output_ch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=1, stride=1, padding=0)</a:t>
            </a:r>
          </a:p>
          <a:p>
            <a:endParaRPr lang="en-US" sz="800" dirty="0"/>
          </a:p>
          <a:p>
            <a:r>
              <a:rPr lang="en-US" sz="800" dirty="0"/>
              <a:t>        #</a:t>
            </a:r>
            <a:r>
              <a:rPr lang="en-US" sz="800" dirty="0" err="1"/>
              <a:t>self.active</a:t>
            </a:r>
            <a:r>
              <a:rPr lang="en-US" sz="800" dirty="0"/>
              <a:t> = </a:t>
            </a:r>
            <a:r>
              <a:rPr lang="en-US" sz="800" dirty="0" err="1"/>
              <a:t>torch.nn.Sigmoid</a:t>
            </a:r>
            <a:r>
              <a:rPr lang="en-US" sz="800" dirty="0"/>
              <a:t>()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def forward(self, x):</a:t>
            </a:r>
          </a:p>
          <a:p>
            <a:endParaRPr lang="en-US" sz="800" dirty="0"/>
          </a:p>
          <a:p>
            <a:r>
              <a:rPr lang="en-US" sz="800" dirty="0"/>
              <a:t>        e1 = self.Conv1(x)</a:t>
            </a:r>
          </a:p>
          <a:p>
            <a:endParaRPr lang="en-US" sz="800" dirty="0"/>
          </a:p>
          <a:p>
            <a:r>
              <a:rPr lang="en-US" sz="800" dirty="0"/>
              <a:t>        e2 = self.Maxpool1(e1)</a:t>
            </a:r>
          </a:p>
          <a:p>
            <a:r>
              <a:rPr lang="en-US" sz="800" dirty="0"/>
              <a:t>        e2 = self.Conv2(e2)</a:t>
            </a:r>
          </a:p>
          <a:p>
            <a:endParaRPr lang="en-US" sz="800" dirty="0"/>
          </a:p>
          <a:p>
            <a:r>
              <a:rPr lang="en-US" sz="800" dirty="0"/>
              <a:t>        e3 = self.Maxpool2(e2)</a:t>
            </a:r>
          </a:p>
          <a:p>
            <a:r>
              <a:rPr lang="en-US" sz="800" dirty="0"/>
              <a:t>        e3 = self.Conv3(e3)</a:t>
            </a:r>
          </a:p>
          <a:p>
            <a:endParaRPr lang="en-US" sz="800" dirty="0"/>
          </a:p>
          <a:p>
            <a:r>
              <a:rPr lang="en-US" sz="800" dirty="0"/>
              <a:t>        e4 = self.Maxpool3(e3)</a:t>
            </a:r>
          </a:p>
          <a:p>
            <a:r>
              <a:rPr lang="en-US" sz="800" dirty="0"/>
              <a:t>        e4 = self.Conv4(e4)</a:t>
            </a:r>
          </a:p>
          <a:p>
            <a:endParaRPr lang="en-US" sz="800" dirty="0"/>
          </a:p>
          <a:p>
            <a:r>
              <a:rPr lang="en-US" sz="800" dirty="0"/>
              <a:t>        e5 = self.Maxpool4(e4)</a:t>
            </a:r>
          </a:p>
          <a:p>
            <a:r>
              <a:rPr lang="en-US" sz="800" dirty="0"/>
              <a:t>        e5 = self.Conv5(e5)</a:t>
            </a:r>
          </a:p>
          <a:p>
            <a:endParaRPr lang="en-US" sz="800" dirty="0"/>
          </a:p>
          <a:p>
            <a:r>
              <a:rPr lang="en-US" sz="800" dirty="0"/>
              <a:t>        #print(x5.shape)</a:t>
            </a:r>
          </a:p>
          <a:p>
            <a:r>
              <a:rPr lang="en-US" sz="800" dirty="0"/>
              <a:t>        d5 = self.Up5(e5)</a:t>
            </a:r>
          </a:p>
          <a:p>
            <a:r>
              <a:rPr lang="en-US" sz="800" dirty="0"/>
              <a:t>        #print(d5.shape)</a:t>
            </a:r>
          </a:p>
          <a:p>
            <a:r>
              <a:rPr lang="en-US" sz="800" dirty="0"/>
              <a:t>        x4 = self.Att5(g=d5, x=e4)</a:t>
            </a:r>
          </a:p>
          <a:p>
            <a:r>
              <a:rPr lang="en-US" sz="800" dirty="0"/>
              <a:t>        d5 = </a:t>
            </a:r>
            <a:r>
              <a:rPr lang="en-US" sz="800" dirty="0" err="1"/>
              <a:t>torch.cat</a:t>
            </a:r>
            <a:r>
              <a:rPr lang="en-US" sz="800" dirty="0"/>
              <a:t>((x4, d5), dim=1)</a:t>
            </a:r>
          </a:p>
          <a:p>
            <a:r>
              <a:rPr lang="en-US" sz="800" dirty="0"/>
              <a:t>        d5 = self.Up_conv5(d5)</a:t>
            </a:r>
          </a:p>
          <a:p>
            <a:endParaRPr lang="en-US" sz="800" dirty="0"/>
          </a:p>
          <a:p>
            <a:r>
              <a:rPr lang="en-US" sz="800" dirty="0"/>
              <a:t>        d4 = self.Up4(d5)</a:t>
            </a:r>
          </a:p>
          <a:p>
            <a:r>
              <a:rPr lang="en-US" sz="800" dirty="0"/>
              <a:t>        x3 = self.Att4(g=d4, x=e3)</a:t>
            </a:r>
          </a:p>
          <a:p>
            <a:r>
              <a:rPr lang="en-US" sz="800" dirty="0"/>
              <a:t>        d4 = </a:t>
            </a:r>
            <a:r>
              <a:rPr lang="en-US" sz="800" dirty="0" err="1"/>
              <a:t>torch.cat</a:t>
            </a:r>
            <a:r>
              <a:rPr lang="en-US" sz="800" dirty="0"/>
              <a:t>((x3, d4), dim=1)</a:t>
            </a:r>
          </a:p>
          <a:p>
            <a:r>
              <a:rPr lang="en-US" sz="800" dirty="0"/>
              <a:t>        d4 = self.Up_conv4(d4)</a:t>
            </a:r>
          </a:p>
          <a:p>
            <a:endParaRPr lang="en-US" sz="800" dirty="0"/>
          </a:p>
          <a:p>
            <a:r>
              <a:rPr lang="en-US" sz="800" dirty="0"/>
              <a:t>        d3 = self.Up3(d4)</a:t>
            </a:r>
          </a:p>
          <a:p>
            <a:r>
              <a:rPr lang="en-US" sz="800" dirty="0"/>
              <a:t>        x2 = self.Att3(g=d3, x=e2)</a:t>
            </a:r>
          </a:p>
          <a:p>
            <a:r>
              <a:rPr lang="en-US" sz="800" dirty="0"/>
              <a:t>        d3 = </a:t>
            </a:r>
            <a:r>
              <a:rPr lang="en-US" sz="800" dirty="0" err="1"/>
              <a:t>torch.cat</a:t>
            </a:r>
            <a:r>
              <a:rPr lang="en-US" sz="800" dirty="0"/>
              <a:t>((x2, d3), dim=1)</a:t>
            </a:r>
          </a:p>
          <a:p>
            <a:r>
              <a:rPr lang="en-US" sz="800" dirty="0"/>
              <a:t>        d3 = self.Up_conv3(d3)</a:t>
            </a:r>
          </a:p>
          <a:p>
            <a:endParaRPr lang="en-US" sz="800" dirty="0"/>
          </a:p>
          <a:p>
            <a:r>
              <a:rPr lang="en-US" sz="800" dirty="0"/>
              <a:t>        d2 = self.Up2(d3)</a:t>
            </a:r>
          </a:p>
          <a:p>
            <a:r>
              <a:rPr lang="en-US" sz="800" dirty="0"/>
              <a:t>        x1 = self.Att2(g=d2, x=e1)</a:t>
            </a:r>
          </a:p>
          <a:p>
            <a:r>
              <a:rPr lang="en-US" sz="800" dirty="0"/>
              <a:t>        d2 = </a:t>
            </a:r>
            <a:r>
              <a:rPr lang="en-US" sz="800" dirty="0" err="1"/>
              <a:t>torch.cat</a:t>
            </a:r>
            <a:r>
              <a:rPr lang="en-US" sz="800" dirty="0"/>
              <a:t>((x1, d2), dim=1)</a:t>
            </a:r>
          </a:p>
          <a:p>
            <a:r>
              <a:rPr lang="en-US" sz="800" dirty="0"/>
              <a:t>        d2 = self.Up_conv2(d2)</a:t>
            </a:r>
          </a:p>
          <a:p>
            <a:endParaRPr lang="en-US" sz="800" dirty="0"/>
          </a:p>
          <a:p>
            <a:r>
              <a:rPr lang="en-US" sz="800" dirty="0"/>
              <a:t>        out = </a:t>
            </a:r>
            <a:r>
              <a:rPr lang="en-US" sz="800" dirty="0" err="1"/>
              <a:t>self.Conv</a:t>
            </a:r>
            <a:r>
              <a:rPr lang="en-US" sz="800" dirty="0"/>
              <a:t>(d2)</a:t>
            </a:r>
          </a:p>
          <a:p>
            <a:endParaRPr lang="en-US" sz="800" dirty="0"/>
          </a:p>
          <a:p>
            <a:r>
              <a:rPr lang="en-US" sz="800" dirty="0"/>
              <a:t>      #  out = </a:t>
            </a:r>
            <a:r>
              <a:rPr lang="en-US" sz="800" dirty="0" err="1"/>
              <a:t>self.active</a:t>
            </a:r>
            <a:r>
              <a:rPr lang="en-US" sz="800" dirty="0"/>
              <a:t>(out)</a:t>
            </a:r>
          </a:p>
          <a:p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543332" y="190897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3332" y="1908979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D6C3EB2-50C5-4E71-EEDA-E893578E2DFA}"/>
              </a:ext>
            </a:extLst>
          </p:cNvPr>
          <p:cNvSpPr/>
          <p:nvPr/>
        </p:nvSpPr>
        <p:spPr>
          <a:xfrm>
            <a:off x="11051664" y="0"/>
            <a:ext cx="4572000" cy="36471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conv_block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Convolution Block 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conv_block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r>
              <a:rPr lang="en-US" sz="1100" dirty="0"/>
              <a:t>        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self.conv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=3, stride=1, padding=1,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out_ch</a:t>
            </a:r>
            <a:r>
              <a:rPr lang="en-US" sz="1100" dirty="0"/>
              <a:t>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=True),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=3, stride=1, padding=1,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out_ch</a:t>
            </a:r>
            <a:r>
              <a:rPr lang="en-US" sz="1100" dirty="0"/>
              <a:t>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=True))</a:t>
            </a:r>
          </a:p>
          <a:p>
            <a:endParaRPr lang="en-US" sz="1100" dirty="0"/>
          </a:p>
          <a:p>
            <a:r>
              <a:rPr lang="en-US" sz="1100" dirty="0"/>
              <a:t>    def forward(self, x):</a:t>
            </a:r>
          </a:p>
          <a:p>
            <a:endParaRPr lang="en-US" sz="1100" dirty="0"/>
          </a:p>
          <a:p>
            <a:r>
              <a:rPr lang="en-US" sz="1100" dirty="0"/>
              <a:t>        x = </a:t>
            </a:r>
            <a:r>
              <a:rPr lang="en-US" sz="1100" dirty="0" err="1"/>
              <a:t>self.conv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return 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B991E-B619-B80F-CADF-5AC3F202B97F}"/>
              </a:ext>
            </a:extLst>
          </p:cNvPr>
          <p:cNvSpPr/>
          <p:nvPr/>
        </p:nvSpPr>
        <p:spPr>
          <a:xfrm>
            <a:off x="11772800" y="4611959"/>
            <a:ext cx="4572000" cy="29700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up_conv</a:t>
            </a:r>
            <a:r>
              <a:rPr lang="en-US" sz="1100" dirty="0"/>
              <a:t>(</a:t>
            </a:r>
            <a:r>
              <a:rPr lang="en-US" sz="1100" dirty="0" err="1"/>
              <a:t>nn.Module</a:t>
            </a:r>
            <a:r>
              <a:rPr lang="en-US" sz="1100" dirty="0"/>
              <a:t>):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Up Convolution Block</a:t>
            </a:r>
          </a:p>
          <a:p>
            <a:r>
              <a:rPr lang="en-US" sz="1100" dirty="0"/>
              <a:t>    """</a:t>
            </a:r>
          </a:p>
          <a:p>
            <a:r>
              <a:rPr lang="en-US" sz="1100" dirty="0"/>
              <a:t>    def __</a:t>
            </a:r>
            <a:r>
              <a:rPr lang="en-US" sz="1100" dirty="0" err="1"/>
              <a:t>init</a:t>
            </a:r>
            <a:r>
              <a:rPr lang="en-US" sz="1100" dirty="0"/>
              <a:t>__(self, 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):</a:t>
            </a:r>
          </a:p>
          <a:p>
            <a:r>
              <a:rPr lang="en-US" sz="1100" dirty="0"/>
              <a:t>        super(</a:t>
            </a:r>
            <a:r>
              <a:rPr lang="en-US" sz="1100" dirty="0" err="1"/>
              <a:t>up_conv</a:t>
            </a:r>
            <a:r>
              <a:rPr lang="en-US" sz="1100" dirty="0"/>
              <a:t>, self).__</a:t>
            </a:r>
            <a:r>
              <a:rPr lang="en-US" sz="1100" dirty="0" err="1"/>
              <a:t>init</a:t>
            </a:r>
            <a:r>
              <a:rPr lang="en-US" sz="1100" dirty="0"/>
              <a:t>__()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self.up</a:t>
            </a:r>
            <a:r>
              <a:rPr lang="en-US" sz="1100" dirty="0"/>
              <a:t>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nn.Upsample</a:t>
            </a:r>
            <a:r>
              <a:rPr lang="en-US" sz="1100" dirty="0"/>
              <a:t>(</a:t>
            </a:r>
            <a:r>
              <a:rPr lang="en-US" sz="1100" dirty="0" err="1"/>
              <a:t>scale_factor</a:t>
            </a:r>
            <a:r>
              <a:rPr lang="en-US" sz="1100" dirty="0"/>
              <a:t>=2),</a:t>
            </a:r>
          </a:p>
          <a:p>
            <a:r>
              <a:rPr lang="en-US" sz="1100" dirty="0"/>
              <a:t>            nn.Conv2d(</a:t>
            </a:r>
            <a:r>
              <a:rPr lang="en-US" sz="1100" dirty="0" err="1"/>
              <a:t>in_ch</a:t>
            </a:r>
            <a:r>
              <a:rPr lang="en-US" sz="1100" dirty="0"/>
              <a:t>, </a:t>
            </a:r>
            <a:r>
              <a:rPr lang="en-US" sz="1100" dirty="0" err="1"/>
              <a:t>out_ch</a:t>
            </a:r>
            <a:r>
              <a:rPr lang="en-US" sz="1100" dirty="0"/>
              <a:t>, </a:t>
            </a:r>
            <a:r>
              <a:rPr lang="en-US" sz="1100" dirty="0" err="1"/>
              <a:t>kernel_size</a:t>
            </a:r>
            <a:r>
              <a:rPr lang="en-US" sz="1100" dirty="0"/>
              <a:t>=3, stride=1, padding=1, bias=True),</a:t>
            </a:r>
          </a:p>
          <a:p>
            <a:r>
              <a:rPr lang="en-US" sz="1100" dirty="0"/>
              <a:t>            nn.BatchNorm2d(</a:t>
            </a:r>
            <a:r>
              <a:rPr lang="en-US" sz="1100" dirty="0" err="1"/>
              <a:t>out_ch</a:t>
            </a:r>
            <a:r>
              <a:rPr lang="en-US" sz="1100" dirty="0"/>
              <a:t>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def forward(self, x):</a:t>
            </a:r>
          </a:p>
          <a:p>
            <a:r>
              <a:rPr lang="en-US" sz="1100" dirty="0"/>
              <a:t>        x = </a:t>
            </a:r>
            <a:r>
              <a:rPr lang="en-US" sz="1100" dirty="0" err="1"/>
              <a:t>self.up</a:t>
            </a:r>
            <a:r>
              <a:rPr lang="en-US" sz="1100" dirty="0"/>
              <a:t>(x)</a:t>
            </a:r>
          </a:p>
          <a:p>
            <a:r>
              <a:rPr lang="en-US" sz="1100" dirty="0"/>
              <a:t>        return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680804" y="191637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0804" y="1916371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8F990DE3-73CD-C721-FB60-A90BD9707EC6}"/>
              </a:ext>
            </a:extLst>
          </p:cNvPr>
          <p:cNvSpPr/>
          <p:nvPr/>
        </p:nvSpPr>
        <p:spPr>
          <a:xfrm>
            <a:off x="358497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D81A3838-DB43-93E6-DACB-83DFDA6EA64C}"/>
              </a:ext>
            </a:extLst>
          </p:cNvPr>
          <p:cNvSpPr/>
          <p:nvPr/>
        </p:nvSpPr>
        <p:spPr>
          <a:xfrm>
            <a:off x="6544892" y="658289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6785685" y="6550223"/>
                <a:ext cx="1064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685" y="6550223"/>
                <a:ext cx="1064715" cy="307777"/>
              </a:xfrm>
              <a:prstGeom prst="rect">
                <a:avLst/>
              </a:prstGeom>
              <a:blipFill>
                <a:blip r:embed="rId4"/>
                <a:stretch>
                  <a:fillRect l="-2353" t="-41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Arrow 21">
            <a:extLst>
              <a:ext uri="{FF2B5EF4-FFF2-40B4-BE49-F238E27FC236}">
                <a16:creationId xmlns:a16="http://schemas.microsoft.com/office/drawing/2014/main" id="{0E34D7D9-86AB-1D60-E300-74AE735F2027}"/>
              </a:ext>
            </a:extLst>
          </p:cNvPr>
          <p:cNvSpPr/>
          <p:nvPr/>
        </p:nvSpPr>
        <p:spPr>
          <a:xfrm>
            <a:off x="574521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6544892" y="7071347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677898-0732-A2E3-B19D-166344F82DD3}"/>
              </a:ext>
            </a:extLst>
          </p:cNvPr>
          <p:cNvSpPr txBox="1"/>
          <p:nvPr/>
        </p:nvSpPr>
        <p:spPr>
          <a:xfrm>
            <a:off x="6807791" y="7071347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B1B1556-8041-6647-C9D3-22C938F85D03}"/>
              </a:ext>
            </a:extLst>
          </p:cNvPr>
          <p:cNvSpPr/>
          <p:nvPr/>
        </p:nvSpPr>
        <p:spPr>
          <a:xfrm>
            <a:off x="785872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1001896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1604382" y="1891915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1278617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8617" y="1908978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A9999B96-97CA-C77B-C920-608027A2241E}"/>
              </a:ext>
            </a:extLst>
          </p:cNvPr>
          <p:cNvSpPr/>
          <p:nvPr/>
        </p:nvSpPr>
        <p:spPr>
          <a:xfrm>
            <a:off x="2239491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97213C28-883F-93A1-C988-462B98DAF40A}"/>
              </a:ext>
            </a:extLst>
          </p:cNvPr>
          <p:cNvSpPr/>
          <p:nvPr/>
        </p:nvSpPr>
        <p:spPr>
          <a:xfrm>
            <a:off x="2455515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6BB72D72-34FB-A9D7-65B6-A86C9920FBF7}"/>
              </a:ext>
            </a:extLst>
          </p:cNvPr>
          <p:cNvSpPr/>
          <p:nvPr/>
        </p:nvSpPr>
        <p:spPr>
          <a:xfrm>
            <a:off x="2666866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2882890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2530703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530703" y="1908978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3445991" y="187145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3114821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14821" y="1908978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6547857" y="7559803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6827524" y="7559803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MaxPool(2)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BF46FB4A-DEB0-D266-B784-CA2D1CBF9C56}"/>
              </a:ext>
            </a:extLst>
          </p:cNvPr>
          <p:cNvSpPr/>
          <p:nvPr/>
        </p:nvSpPr>
        <p:spPr>
          <a:xfrm>
            <a:off x="4034050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606B549F-3423-B9A7-09F6-6F647AED428A}"/>
              </a:ext>
            </a:extLst>
          </p:cNvPr>
          <p:cNvSpPr/>
          <p:nvPr/>
        </p:nvSpPr>
        <p:spPr>
          <a:xfrm>
            <a:off x="4250074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046771C1-DAD0-8124-26A6-3DB104D388BC}"/>
              </a:ext>
            </a:extLst>
          </p:cNvPr>
          <p:cNvSpPr/>
          <p:nvPr/>
        </p:nvSpPr>
        <p:spPr>
          <a:xfrm>
            <a:off x="4461425" y="1871451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4677449" y="187145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4322690" y="19089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22690" y="1908978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5268341" y="187145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4936578" y="190897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36578" y="1908977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FD632056-88E0-B93C-8B84-451B720F8E82}"/>
              </a:ext>
            </a:extLst>
          </p:cNvPr>
          <p:cNvSpPr/>
          <p:nvPr/>
        </p:nvSpPr>
        <p:spPr>
          <a:xfrm>
            <a:off x="5872290" y="1861892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590BE082-8FAA-B7BE-38A1-CAAC285E6499}"/>
              </a:ext>
            </a:extLst>
          </p:cNvPr>
          <p:cNvSpPr/>
          <p:nvPr/>
        </p:nvSpPr>
        <p:spPr>
          <a:xfrm>
            <a:off x="6088314" y="186189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EDC948DB-D882-5AFF-AC0C-597B45C7F138}"/>
              </a:ext>
            </a:extLst>
          </p:cNvPr>
          <p:cNvSpPr/>
          <p:nvPr/>
        </p:nvSpPr>
        <p:spPr>
          <a:xfrm>
            <a:off x="6299665" y="1861892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6515689" y="186189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6169109" y="189941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169109" y="1899419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7092299" y="1850472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6716548" y="190897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16548" y="1908977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ight Arrow 51">
            <a:extLst>
              <a:ext uri="{FF2B5EF4-FFF2-40B4-BE49-F238E27FC236}">
                <a16:creationId xmlns:a16="http://schemas.microsoft.com/office/drawing/2014/main" id="{AB06CAFB-82DC-05CD-E901-1CF0800D8164}"/>
              </a:ext>
            </a:extLst>
          </p:cNvPr>
          <p:cNvSpPr/>
          <p:nvPr/>
        </p:nvSpPr>
        <p:spPr>
          <a:xfrm>
            <a:off x="1333905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FF026E6E-10A4-CFA3-8173-53033F91B838}"/>
              </a:ext>
            </a:extLst>
          </p:cNvPr>
          <p:cNvSpPr/>
          <p:nvPr/>
        </p:nvSpPr>
        <p:spPr>
          <a:xfrm>
            <a:off x="1549929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B10314C6-69F0-6C62-4971-849A724560C0}"/>
              </a:ext>
            </a:extLst>
          </p:cNvPr>
          <p:cNvSpPr/>
          <p:nvPr/>
        </p:nvSpPr>
        <p:spPr>
          <a:xfrm>
            <a:off x="1761280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1977304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1663586" y="419895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63586" y="4198955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2574158" y="417529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6546749" y="804825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027C2F-2714-6E88-612A-85FCCA0112C1}"/>
              </a:ext>
            </a:extLst>
          </p:cNvPr>
          <p:cNvSpPr txBox="1"/>
          <p:nvPr/>
        </p:nvSpPr>
        <p:spPr>
          <a:xfrm>
            <a:off x="6847883" y="8014723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Upsample(2)</a:t>
            </a:r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A65D8CED-9CE4-69CD-75CB-A229C122D9AA}"/>
              </a:ext>
            </a:extLst>
          </p:cNvPr>
          <p:cNvSpPr/>
          <p:nvPr/>
        </p:nvSpPr>
        <p:spPr>
          <a:xfrm>
            <a:off x="2795544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A8ECD736-5CED-EB0F-E7E8-9C86909D08D5}"/>
              </a:ext>
            </a:extLst>
          </p:cNvPr>
          <p:cNvSpPr/>
          <p:nvPr/>
        </p:nvSpPr>
        <p:spPr>
          <a:xfrm>
            <a:off x="3019686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2666858" y="419895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66858" y="4198955"/>
                <a:ext cx="1398032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3545947" y="3051233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F7A25D1-DBFD-B99C-2EB9-7BC7F9159904}"/>
              </a:ext>
            </a:extLst>
          </p:cNvPr>
          <p:cNvCxnSpPr>
            <a:stCxn id="49" idx="1"/>
            <a:endCxn id="63" idx="0"/>
          </p:cNvCxnSpPr>
          <p:nvPr/>
        </p:nvCxnSpPr>
        <p:spPr>
          <a:xfrm flipH="1">
            <a:off x="3723994" y="2729240"/>
            <a:ext cx="3144131" cy="321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56B80D98-7C8B-110E-D041-B3A80C77CF1B}"/>
              </a:ext>
            </a:extLst>
          </p:cNvPr>
          <p:cNvCxnSpPr>
            <a:stCxn id="62" idx="3"/>
            <a:endCxn id="63" idx="2"/>
          </p:cNvCxnSpPr>
          <p:nvPr/>
        </p:nvCxnSpPr>
        <p:spPr>
          <a:xfrm rot="5400000" flipH="1" flipV="1">
            <a:off x="3423511" y="3330261"/>
            <a:ext cx="242846" cy="358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2956274" y="4198955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56274" y="4198955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ight Arrow 72">
            <a:extLst>
              <a:ext uri="{FF2B5EF4-FFF2-40B4-BE49-F238E27FC236}">
                <a16:creationId xmlns:a16="http://schemas.microsoft.com/office/drawing/2014/main" id="{D00E10B6-7931-38C5-9023-23A9D5B83F15}"/>
              </a:ext>
            </a:extLst>
          </p:cNvPr>
          <p:cNvSpPr/>
          <p:nvPr/>
        </p:nvSpPr>
        <p:spPr>
          <a:xfrm>
            <a:off x="3901481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A515118C-D521-872A-DE82-189DC6A5C34F}"/>
              </a:ext>
            </a:extLst>
          </p:cNvPr>
          <p:cNvSpPr/>
          <p:nvPr/>
        </p:nvSpPr>
        <p:spPr>
          <a:xfrm>
            <a:off x="4117505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4482CEA4-0365-4128-D276-0D04AC37907E}"/>
              </a:ext>
            </a:extLst>
          </p:cNvPr>
          <p:cNvSpPr/>
          <p:nvPr/>
        </p:nvSpPr>
        <p:spPr>
          <a:xfrm>
            <a:off x="4328856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544880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200828" y="419126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00828" y="4191264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128100" y="417529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Arrow 78">
            <a:extLst>
              <a:ext uri="{FF2B5EF4-FFF2-40B4-BE49-F238E27FC236}">
                <a16:creationId xmlns:a16="http://schemas.microsoft.com/office/drawing/2014/main" id="{6423357E-A4D4-ADF4-34B2-AD0181CD69E0}"/>
              </a:ext>
            </a:extLst>
          </p:cNvPr>
          <p:cNvSpPr/>
          <p:nvPr/>
        </p:nvSpPr>
        <p:spPr>
          <a:xfrm>
            <a:off x="5349486" y="417529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Arrow 79">
            <a:extLst>
              <a:ext uri="{FF2B5EF4-FFF2-40B4-BE49-F238E27FC236}">
                <a16:creationId xmlns:a16="http://schemas.microsoft.com/office/drawing/2014/main" id="{6FDEF18E-E38B-D473-6F69-1BF59FFE5FD5}"/>
              </a:ext>
            </a:extLst>
          </p:cNvPr>
          <p:cNvSpPr/>
          <p:nvPr/>
        </p:nvSpPr>
        <p:spPr>
          <a:xfrm>
            <a:off x="5573628" y="417529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229559" y="416628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29559" y="4166287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793220" y="3051233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0445120-5FC9-2939-DBFD-14CE77424BEF}"/>
              </a:ext>
            </a:extLst>
          </p:cNvPr>
          <p:cNvCxnSpPr>
            <a:stCxn id="81" idx="3"/>
            <a:endCxn id="82" idx="2"/>
          </p:cNvCxnSpPr>
          <p:nvPr/>
        </p:nvCxnSpPr>
        <p:spPr>
          <a:xfrm rot="5400000" flipH="1" flipV="1">
            <a:off x="5844832" y="3471641"/>
            <a:ext cx="210178" cy="426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stCxn id="42" idx="1"/>
            <a:endCxn id="82" idx="0"/>
          </p:cNvCxnSpPr>
          <p:nvPr/>
        </p:nvCxnSpPr>
        <p:spPr>
          <a:xfrm rot="16200000" flipH="1">
            <a:off x="5340269" y="2420235"/>
            <a:ext cx="312434" cy="9495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509277" y="416628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509277" y="4166287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ight Arrow 87">
            <a:extLst>
              <a:ext uri="{FF2B5EF4-FFF2-40B4-BE49-F238E27FC236}">
                <a16:creationId xmlns:a16="http://schemas.microsoft.com/office/drawing/2014/main" id="{B4D7E9D0-884D-2E27-8F21-E22FFB30D582}"/>
              </a:ext>
            </a:extLst>
          </p:cNvPr>
          <p:cNvSpPr/>
          <p:nvPr/>
        </p:nvSpPr>
        <p:spPr>
          <a:xfrm>
            <a:off x="6447731" y="414895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ight Arrow 88">
            <a:extLst>
              <a:ext uri="{FF2B5EF4-FFF2-40B4-BE49-F238E27FC236}">
                <a16:creationId xmlns:a16="http://schemas.microsoft.com/office/drawing/2014/main" id="{6CF03C45-065F-E3F0-A537-5EA49AD558CF}"/>
              </a:ext>
            </a:extLst>
          </p:cNvPr>
          <p:cNvSpPr/>
          <p:nvPr/>
        </p:nvSpPr>
        <p:spPr>
          <a:xfrm>
            <a:off x="6663755" y="414895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5F517E03-75EF-7E74-6F0E-1FCEF4471AEB}"/>
              </a:ext>
            </a:extLst>
          </p:cNvPr>
          <p:cNvSpPr/>
          <p:nvPr/>
        </p:nvSpPr>
        <p:spPr>
          <a:xfrm>
            <a:off x="6875106" y="414895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7091130" y="414895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6728333" y="418185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28333" y="4181851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7645866" y="414918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47FB1649-E728-EDA9-8E84-B01B5FBC9230}"/>
              </a:ext>
            </a:extLst>
          </p:cNvPr>
          <p:cNvSpPr/>
          <p:nvPr/>
        </p:nvSpPr>
        <p:spPr>
          <a:xfrm>
            <a:off x="7867252" y="414918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Arrow 94">
            <a:extLst>
              <a:ext uri="{FF2B5EF4-FFF2-40B4-BE49-F238E27FC236}">
                <a16:creationId xmlns:a16="http://schemas.microsoft.com/office/drawing/2014/main" id="{33DB6369-08A5-062B-3D62-03065B9C5CEC}"/>
              </a:ext>
            </a:extLst>
          </p:cNvPr>
          <p:cNvSpPr/>
          <p:nvPr/>
        </p:nvSpPr>
        <p:spPr>
          <a:xfrm>
            <a:off x="8091394" y="414918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7755186" y="416460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55186" y="4164603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8270250" y="3051232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15248037-A973-CABC-85F6-62855355BF5C}"/>
              </a:ext>
            </a:extLst>
          </p:cNvPr>
          <p:cNvCxnSpPr>
            <a:stCxn id="33" idx="1"/>
            <a:endCxn id="97" idx="0"/>
          </p:cNvCxnSpPr>
          <p:nvPr/>
        </p:nvCxnSpPr>
        <p:spPr>
          <a:xfrm rot="16200000" flipH="1">
            <a:off x="5682792" y="285726"/>
            <a:ext cx="312433" cy="5218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2D9F9613-1CA4-0048-890F-04BECEE6A1F3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rot="16200000" flipV="1">
            <a:off x="8347003" y="3489192"/>
            <a:ext cx="208495" cy="59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8038079" y="4164603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38079" y="4164603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ight Arrow 102">
            <a:extLst>
              <a:ext uri="{FF2B5EF4-FFF2-40B4-BE49-F238E27FC236}">
                <a16:creationId xmlns:a16="http://schemas.microsoft.com/office/drawing/2014/main" id="{82839566-0982-2695-D725-D2DBB6D9F668}"/>
              </a:ext>
            </a:extLst>
          </p:cNvPr>
          <p:cNvSpPr/>
          <p:nvPr/>
        </p:nvSpPr>
        <p:spPr>
          <a:xfrm>
            <a:off x="8985436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ight Arrow 103">
            <a:extLst>
              <a:ext uri="{FF2B5EF4-FFF2-40B4-BE49-F238E27FC236}">
                <a16:creationId xmlns:a16="http://schemas.microsoft.com/office/drawing/2014/main" id="{B254709D-BA4C-BF53-63EC-838610F85CE6}"/>
              </a:ext>
            </a:extLst>
          </p:cNvPr>
          <p:cNvSpPr/>
          <p:nvPr/>
        </p:nvSpPr>
        <p:spPr>
          <a:xfrm>
            <a:off x="9201460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Arrow 104">
            <a:extLst>
              <a:ext uri="{FF2B5EF4-FFF2-40B4-BE49-F238E27FC236}">
                <a16:creationId xmlns:a16="http://schemas.microsoft.com/office/drawing/2014/main" id="{DDAE9192-A833-5152-D364-D2326BE6A3D1}"/>
              </a:ext>
            </a:extLst>
          </p:cNvPr>
          <p:cNvSpPr/>
          <p:nvPr/>
        </p:nvSpPr>
        <p:spPr>
          <a:xfrm>
            <a:off x="9412811" y="4161428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9628835" y="41614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9267221" y="416460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267221" y="4164603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1351228" y="5744996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:a16="http://schemas.microsoft.com/office/drawing/2014/main" id="{81926457-631C-971F-EADB-7F495B9E86C2}"/>
              </a:ext>
            </a:extLst>
          </p:cNvPr>
          <p:cNvSpPr/>
          <p:nvPr/>
        </p:nvSpPr>
        <p:spPr>
          <a:xfrm>
            <a:off x="1572614" y="5744996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Arrow 109">
            <a:extLst>
              <a:ext uri="{FF2B5EF4-FFF2-40B4-BE49-F238E27FC236}">
                <a16:creationId xmlns:a16="http://schemas.microsoft.com/office/drawing/2014/main" id="{E79CB968-A9E4-7339-DF7A-7B613BCD4AEA}"/>
              </a:ext>
            </a:extLst>
          </p:cNvPr>
          <p:cNvSpPr/>
          <p:nvPr/>
        </p:nvSpPr>
        <p:spPr>
          <a:xfrm>
            <a:off x="1796756" y="574499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1553109" y="587429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53109" y="5874290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2123605" y="6978411"/>
            <a:ext cx="356094" cy="33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9D0B9EB6-E577-1B85-4439-2FCF9D164F19}"/>
              </a:ext>
            </a:extLst>
          </p:cNvPr>
          <p:cNvCxnSpPr>
            <a:stCxn id="19" idx="1"/>
            <a:endCxn id="112" idx="2"/>
          </p:cNvCxnSpPr>
          <p:nvPr/>
        </p:nvCxnSpPr>
        <p:spPr>
          <a:xfrm rot="16200000" flipH="1">
            <a:off x="-443706" y="4569718"/>
            <a:ext cx="4568884" cy="921832"/>
          </a:xfrm>
          <a:prstGeom prst="bentConnector3">
            <a:avLst>
              <a:gd name="adj1" fmla="val 105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A435ECFF-0172-AEA6-4A3B-4B01060C0A37}"/>
              </a:ext>
            </a:extLst>
          </p:cNvPr>
          <p:cNvCxnSpPr>
            <a:stCxn id="111" idx="1"/>
            <a:endCxn id="112" idx="0"/>
          </p:cNvCxnSpPr>
          <p:nvPr/>
        </p:nvCxnSpPr>
        <p:spPr>
          <a:xfrm rot="16200000" flipH="1">
            <a:off x="2139738" y="6816497"/>
            <a:ext cx="274300" cy="495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1851184" y="5875033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51184" y="5875033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ight Arrow 117">
            <a:extLst>
              <a:ext uri="{FF2B5EF4-FFF2-40B4-BE49-F238E27FC236}">
                <a16:creationId xmlns:a16="http://schemas.microsoft.com/office/drawing/2014/main" id="{4B506185-F706-6B28-381C-B09C8171C360}"/>
              </a:ext>
            </a:extLst>
          </p:cNvPr>
          <p:cNvSpPr/>
          <p:nvPr/>
        </p:nvSpPr>
        <p:spPr>
          <a:xfrm>
            <a:off x="2763600" y="5780129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ight Arrow 118">
            <a:extLst>
              <a:ext uri="{FF2B5EF4-FFF2-40B4-BE49-F238E27FC236}">
                <a16:creationId xmlns:a16="http://schemas.microsoft.com/office/drawing/2014/main" id="{CA03074F-2B79-31FF-439E-967926073272}"/>
              </a:ext>
            </a:extLst>
          </p:cNvPr>
          <p:cNvSpPr/>
          <p:nvPr/>
        </p:nvSpPr>
        <p:spPr>
          <a:xfrm>
            <a:off x="2979624" y="578012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Arrow 119">
            <a:extLst>
              <a:ext uri="{FF2B5EF4-FFF2-40B4-BE49-F238E27FC236}">
                <a16:creationId xmlns:a16="http://schemas.microsoft.com/office/drawing/2014/main" id="{51F5E0C8-8754-AE7D-5DED-421325239B1D}"/>
              </a:ext>
            </a:extLst>
          </p:cNvPr>
          <p:cNvSpPr/>
          <p:nvPr/>
        </p:nvSpPr>
        <p:spPr>
          <a:xfrm>
            <a:off x="3190975" y="5780129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3406999" y="578012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3082807" y="583983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82807" y="5839833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4093652" y="5802305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3743872" y="581765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43872" y="5817656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297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5433627" y="3781356"/>
                <a:ext cx="3430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 (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27" y="3781356"/>
                <a:ext cx="3430747" cy="307777"/>
              </a:xfrm>
              <a:prstGeom prst="rect">
                <a:avLst/>
              </a:prstGeom>
              <a:blipFill>
                <a:blip r:embed="rId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5257311" y="381933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395373" y="118960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86320" y="1591745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303424" y="15910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03424" y="1591067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578290" y="1604135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187365" y="159570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7365" y="1595701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1073680" y="20042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691421" y="202774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1421" y="2027749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5227620" y="4327763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5507287" y="4327763"/>
            <a:ext cx="1096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 (2)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1547664" y="2009950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1149890" y="204747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9890" y="2047477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2051720" y="244199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668544" y="247952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68544" y="2479526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2555776" y="245909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2209196" y="249662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09196" y="2496621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3084727" y="296604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2707646" y="301023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07646" y="3010235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3578143" y="297173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3211701" y="30092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11701" y="3009259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4095101" y="299452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5226512" y="481621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5527646" y="4782683"/>
                <a:ext cx="28680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646" y="4782683"/>
                <a:ext cx="2868093" cy="307777"/>
              </a:xfrm>
              <a:prstGeom prst="rect">
                <a:avLst/>
              </a:prstGeom>
              <a:blipFill>
                <a:blip r:embed="rId13"/>
                <a:stretch>
                  <a:fillRect l="-885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3715757" y="254006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5757" y="2540069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4289676" y="1603600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3989542" y="252964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89542" y="2529649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878003" y="253080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515980" y="254006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15980" y="2540069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386758" y="252410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046637" y="221580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46637" y="2215809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614488" y="1254946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3"/>
            <a:endCxn id="82" idx="1"/>
          </p:cNvCxnSpPr>
          <p:nvPr/>
        </p:nvCxnSpPr>
        <p:spPr>
          <a:xfrm rot="5400000" flipH="1" flipV="1">
            <a:off x="3678673" y="-456549"/>
            <a:ext cx="106048" cy="37655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326355" y="221580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326355" y="2215809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6228184" y="21619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5865387" y="219483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5387" y="2194832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6743142" y="217256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6380053" y="175781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80053" y="1757817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6950260" y="750481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6662946" y="175781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62946" y="1757817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7596336" y="1750187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7234722" y="17533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34722" y="1753362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8141492" y="1667567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7748205" y="123217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48205" y="1232175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8322124" y="28866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8046280" y="123291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46280" y="1232918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8960905" y="117552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8636713" y="123522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36713" y="1235228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9468544" y="1204885"/>
            <a:ext cx="144016" cy="33666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9070771" y="122023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70771" y="1220236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stCxn id="49" idx="3"/>
            <a:endCxn id="63" idx="1"/>
          </p:cNvCxnSpPr>
          <p:nvPr/>
        </p:nvCxnSpPr>
        <p:spPr>
          <a:xfrm rot="5400000" flipH="1" flipV="1">
            <a:off x="3495675" y="1134409"/>
            <a:ext cx="206538" cy="1381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stCxn id="62" idx="3"/>
            <a:endCxn id="63" idx="2"/>
          </p:cNvCxnSpPr>
          <p:nvPr/>
        </p:nvCxnSpPr>
        <p:spPr>
          <a:xfrm flipV="1">
            <a:off x="4414773" y="1840143"/>
            <a:ext cx="0" cy="131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stCxn id="63" idx="3"/>
            <a:endCxn id="72" idx="3"/>
          </p:cNvCxnSpPr>
          <p:nvPr/>
        </p:nvCxnSpPr>
        <p:spPr>
          <a:xfrm>
            <a:off x="4539870" y="1721872"/>
            <a:ext cx="148688" cy="2395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stCxn id="81" idx="3"/>
            <a:endCxn id="82" idx="2"/>
          </p:cNvCxnSpPr>
          <p:nvPr/>
        </p:nvCxnSpPr>
        <p:spPr>
          <a:xfrm flipH="1" flipV="1">
            <a:off x="5739586" y="1491490"/>
            <a:ext cx="6067" cy="156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stCxn id="82" idx="3"/>
            <a:endCxn id="87" idx="3"/>
          </p:cNvCxnSpPr>
          <p:nvPr/>
        </p:nvCxnSpPr>
        <p:spPr>
          <a:xfrm>
            <a:off x="5864683" y="1373218"/>
            <a:ext cx="160688" cy="2743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3838952" y="-2083817"/>
            <a:ext cx="158737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7075358" y="987025"/>
            <a:ext cx="3711" cy="202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7200455" y="868753"/>
            <a:ext cx="161507" cy="3208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stCxn id="19" idx="3"/>
            <a:endCxn id="112" idx="1"/>
          </p:cNvCxnSpPr>
          <p:nvPr/>
        </p:nvCxnSpPr>
        <p:spPr>
          <a:xfrm rot="5400000" flipH="1" flipV="1">
            <a:off x="3990294" y="-3665514"/>
            <a:ext cx="259381" cy="8404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stCxn id="112" idx="3"/>
            <a:endCxn id="117" idx="3"/>
          </p:cNvCxnSpPr>
          <p:nvPr/>
        </p:nvCxnSpPr>
        <p:spPr>
          <a:xfrm>
            <a:off x="8572318" y="406934"/>
            <a:ext cx="172978" cy="2577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218FE6E-4C8E-D36A-3BF6-CB8AB93B775F}"/>
              </a:ext>
            </a:extLst>
          </p:cNvPr>
          <p:cNvCxnSpPr>
            <a:stCxn id="111" idx="3"/>
            <a:endCxn id="112" idx="2"/>
          </p:cNvCxnSpPr>
          <p:nvPr/>
        </p:nvCxnSpPr>
        <p:spPr>
          <a:xfrm flipV="1">
            <a:off x="8447221" y="525206"/>
            <a:ext cx="0" cy="1387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5173423" y="5366510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5536428" y="5305866"/>
            <a:ext cx="144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</p:spTree>
    <p:extLst>
      <p:ext uri="{BB962C8B-B14F-4D97-AF65-F5344CB8AC3E}">
        <p14:creationId xmlns:p14="http://schemas.microsoft.com/office/powerpoint/2010/main" val="1261868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76745" y="1243507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81171" y="1234526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5840243" y="4238442"/>
                <a:ext cx="27510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243" y="4238442"/>
                <a:ext cx="2751074" cy="307777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5754312" y="4318735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395373" y="118960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86320" y="1591745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303424" y="209048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03424" y="2090489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578290" y="2103557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187365" y="20951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7365" y="2095123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1073809" y="256875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691421" y="301149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1421" y="3011499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5754312" y="4711194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5894680" y="4686607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 (2)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1547664" y="2993700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1149890" y="303122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9890" y="3031227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2051720" y="342574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668544" y="394067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68544" y="3940678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2555776" y="3920246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2209196" y="395777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09196" y="3957773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3084727" y="442720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2707646" y="447138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07646" y="4471387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3578143" y="443288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3211701" y="447041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11701" y="4470411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4095101" y="445567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5760486" y="5116543"/>
            <a:ext cx="115939" cy="2710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5908786" y="5116543"/>
                <a:ext cx="22942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786" y="5116543"/>
                <a:ext cx="2294218" cy="261610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3715757" y="393562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5757" y="3935624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4289676" y="2904425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3989542" y="3925204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89542" y="3925204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878003" y="3926364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515980" y="38953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15980" y="3895323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386758" y="3462560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046637" y="295921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46637" y="2959219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614488" y="1896312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3"/>
            <a:endCxn id="82" idx="1"/>
          </p:cNvCxnSpPr>
          <p:nvPr/>
        </p:nvCxnSpPr>
        <p:spPr>
          <a:xfrm rot="5400000" flipH="1" flipV="1">
            <a:off x="3507481" y="356009"/>
            <a:ext cx="448432" cy="37655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326355" y="295921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326355" y="2959219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6218071" y="289822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5865387" y="291709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5387" y="2917092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6744004" y="235476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6380053" y="212500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80053" y="2125003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6950260" y="1176232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6662946" y="2125003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62946" y="2125003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7596336" y="2091948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7234722" y="20951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34722" y="2095123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8132767" y="152227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7748205" y="12609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48205" y="1260907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8322124" y="28866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8046280" y="1261650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46280" y="1261650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8960905" y="1218505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8636713" y="127589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36713" y="1275899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9468544" y="1245556"/>
            <a:ext cx="144016" cy="3366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9070771" y="126090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70771" y="1260907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stCxn id="49" idx="3"/>
            <a:endCxn id="63" idx="1"/>
          </p:cNvCxnSpPr>
          <p:nvPr/>
        </p:nvCxnSpPr>
        <p:spPr>
          <a:xfrm rot="5400000" flipH="1" flipV="1">
            <a:off x="3415512" y="2515398"/>
            <a:ext cx="366865" cy="1381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stCxn id="62" idx="3"/>
            <a:endCxn id="63" idx="2"/>
          </p:cNvCxnSpPr>
          <p:nvPr/>
        </p:nvCxnSpPr>
        <p:spPr>
          <a:xfrm flipV="1">
            <a:off x="4414773" y="3140968"/>
            <a:ext cx="0" cy="226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stCxn id="63" idx="3"/>
            <a:endCxn id="72" idx="3"/>
          </p:cNvCxnSpPr>
          <p:nvPr/>
        </p:nvCxnSpPr>
        <p:spPr>
          <a:xfrm>
            <a:off x="4539870" y="3022697"/>
            <a:ext cx="148688" cy="3342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stCxn id="81" idx="3"/>
            <a:endCxn id="82" idx="2"/>
          </p:cNvCxnSpPr>
          <p:nvPr/>
        </p:nvCxnSpPr>
        <p:spPr>
          <a:xfrm flipH="1" flipV="1">
            <a:off x="5739586" y="2132856"/>
            <a:ext cx="6067" cy="2581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stCxn id="82" idx="3"/>
            <a:endCxn id="87" idx="3"/>
          </p:cNvCxnSpPr>
          <p:nvPr/>
        </p:nvCxnSpPr>
        <p:spPr>
          <a:xfrm>
            <a:off x="5864683" y="2014584"/>
            <a:ext cx="160688" cy="3764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3802116" y="-1621231"/>
            <a:ext cx="232408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7075358" y="1412776"/>
            <a:ext cx="3711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7200455" y="1294504"/>
            <a:ext cx="161507" cy="2622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stCxn id="19" idx="3"/>
            <a:endCxn id="112" idx="1"/>
          </p:cNvCxnSpPr>
          <p:nvPr/>
        </p:nvCxnSpPr>
        <p:spPr>
          <a:xfrm rot="5400000" flipH="1" flipV="1">
            <a:off x="3990294" y="-3665514"/>
            <a:ext cx="259381" cy="8404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stCxn id="112" idx="3"/>
            <a:endCxn id="117" idx="3"/>
          </p:cNvCxnSpPr>
          <p:nvPr/>
        </p:nvCxnSpPr>
        <p:spPr>
          <a:xfrm>
            <a:off x="8572318" y="406934"/>
            <a:ext cx="172978" cy="2865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218FE6E-4C8E-D36A-3BF6-CB8AB93B775F}"/>
              </a:ext>
            </a:extLst>
          </p:cNvPr>
          <p:cNvCxnSpPr>
            <a:stCxn id="111" idx="3"/>
            <a:endCxn id="112" idx="2"/>
          </p:cNvCxnSpPr>
          <p:nvPr/>
        </p:nvCxnSpPr>
        <p:spPr>
          <a:xfrm flipV="1">
            <a:off x="8447221" y="525206"/>
            <a:ext cx="0" cy="167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5743709" y="5921183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5944659" y="583873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F3753-6E3C-6E64-E76E-8B3D6836C13B}"/>
              </a:ext>
            </a:extLst>
          </p:cNvPr>
          <p:cNvSpPr/>
          <p:nvPr/>
        </p:nvSpPr>
        <p:spPr>
          <a:xfrm>
            <a:off x="5606535" y="4203604"/>
            <a:ext cx="2984782" cy="196170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E7AC36-7290-D67B-3178-F62BE317CAE3}"/>
              </a:ext>
            </a:extLst>
          </p:cNvPr>
          <p:cNvSpPr/>
          <p:nvPr/>
        </p:nvSpPr>
        <p:spPr>
          <a:xfrm>
            <a:off x="5760485" y="5504354"/>
            <a:ext cx="115939" cy="2710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/>
              <p:nvPr/>
            </p:nvSpPr>
            <p:spPr>
              <a:xfrm>
                <a:off x="5944659" y="5498113"/>
                <a:ext cx="91242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sz="1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659" y="5498113"/>
                <a:ext cx="912429" cy="261610"/>
              </a:xfrm>
              <a:prstGeom prst="rect">
                <a:avLst/>
              </a:prstGeom>
              <a:blipFill>
                <a:blip r:embed="rId2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470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1312716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312716" y="2513458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817142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817142" y="2513458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7021762" y="3550734"/>
                <a:ext cx="27510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762" y="3550734"/>
                <a:ext cx="2751074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6935831" y="3631027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431344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50349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339395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9395" y="2513458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542319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151394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1394" y="2513458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1037838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655450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5450" y="2513458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6935831" y="4023486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7076199" y="3998899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 (2)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1511693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1113919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13919" y="2513459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2015749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632573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32573" y="2513459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2519805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2173225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73225" y="2513459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3048756" y="2475931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2671675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71675" y="2513459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3542172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3175730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75730" y="2513459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4059130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6942005" y="4428835"/>
            <a:ext cx="115939" cy="2710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7090305" y="4428835"/>
                <a:ext cx="22942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305" y="4428835"/>
                <a:ext cx="2294218" cy="261610"/>
              </a:xfrm>
              <a:prstGeom prst="rect">
                <a:avLst/>
              </a:prstGeom>
              <a:blipFill>
                <a:blip r:embed="rId1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3679786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79786" y="2513458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4259413" y="3703491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3953571" y="251345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53571" y="2513458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4842032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4480009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80009" y="2513458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5350787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5010666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10666" y="2513458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5590292" y="4025373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1"/>
            <a:endCxn id="82" idx="1"/>
          </p:cNvCxnSpPr>
          <p:nvPr/>
        </p:nvCxnSpPr>
        <p:spPr>
          <a:xfrm rot="16200000" flipH="1">
            <a:off x="3301431" y="1854783"/>
            <a:ext cx="800365" cy="37773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5290384" y="251345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90384" y="2513459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6182100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5829416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9416" y="2513459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6708033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6344082" y="25134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44082" y="2513459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6914289" y="889427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6626975" y="251345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26975" y="2513459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7560365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7198751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198751" y="2513458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8096796" y="247593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7712234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12234" y="2513458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8286153" y="529387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8010309" y="251345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10309" y="2513458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8924934" y="24759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8600742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00742" y="2513458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9432573" y="2475931"/>
            <a:ext cx="144016" cy="3366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9034800" y="25134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34800" y="2513458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cxnSpLocks/>
            <a:stCxn id="49" idx="1"/>
            <a:endCxn id="63" idx="1"/>
          </p:cNvCxnSpPr>
          <p:nvPr/>
        </p:nvCxnSpPr>
        <p:spPr>
          <a:xfrm rot="16200000" flipH="1">
            <a:off x="3326586" y="2888935"/>
            <a:ext cx="478483" cy="13871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cxnSpLocks/>
            <a:stCxn id="62" idx="1"/>
            <a:endCxn id="63" idx="0"/>
          </p:cNvCxnSpPr>
          <p:nvPr/>
        </p:nvCxnSpPr>
        <p:spPr>
          <a:xfrm>
            <a:off x="4378802" y="3343279"/>
            <a:ext cx="5708" cy="360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cxnSpLocks/>
            <a:stCxn id="63" idx="3"/>
            <a:endCxn id="72" idx="1"/>
          </p:cNvCxnSpPr>
          <p:nvPr/>
        </p:nvCxnSpPr>
        <p:spPr>
          <a:xfrm flipV="1">
            <a:off x="4509607" y="3343279"/>
            <a:ext cx="142980" cy="4784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cxnSpLocks/>
            <a:stCxn id="81" idx="1"/>
            <a:endCxn id="82" idx="0"/>
          </p:cNvCxnSpPr>
          <p:nvPr/>
        </p:nvCxnSpPr>
        <p:spPr>
          <a:xfrm>
            <a:off x="5709682" y="3343279"/>
            <a:ext cx="5708" cy="682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 flipV="1">
            <a:off x="5840487" y="3343280"/>
            <a:ext cx="148913" cy="800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3413575" y="-1555466"/>
            <a:ext cx="937548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7039387" y="1125971"/>
            <a:ext cx="3711" cy="819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7164484" y="1007699"/>
            <a:ext cx="161507" cy="9375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stCxn id="19" idx="3"/>
            <a:endCxn id="112" idx="1"/>
          </p:cNvCxnSpPr>
          <p:nvPr/>
        </p:nvCxnSpPr>
        <p:spPr>
          <a:xfrm rot="5400000" flipH="1" flipV="1">
            <a:off x="3435219" y="-2905686"/>
            <a:ext cx="1297588" cy="84042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stCxn id="112" idx="3"/>
            <a:endCxn id="117" idx="3"/>
          </p:cNvCxnSpPr>
          <p:nvPr/>
        </p:nvCxnSpPr>
        <p:spPr>
          <a:xfrm>
            <a:off x="8536347" y="647659"/>
            <a:ext cx="172978" cy="12975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218FE6E-4C8E-D36A-3BF6-CB8AB93B775F}"/>
              </a:ext>
            </a:extLst>
          </p:cNvPr>
          <p:cNvCxnSpPr>
            <a:cxnSpLocks/>
            <a:stCxn id="111" idx="3"/>
            <a:endCxn id="112" idx="2"/>
          </p:cNvCxnSpPr>
          <p:nvPr/>
        </p:nvCxnSpPr>
        <p:spPr>
          <a:xfrm flipV="1">
            <a:off x="8411250" y="765931"/>
            <a:ext cx="0" cy="1179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6925228" y="5233475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7126178" y="515102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F3753-6E3C-6E64-E76E-8B3D6836C13B}"/>
              </a:ext>
            </a:extLst>
          </p:cNvPr>
          <p:cNvSpPr/>
          <p:nvPr/>
        </p:nvSpPr>
        <p:spPr>
          <a:xfrm>
            <a:off x="6788054" y="3515896"/>
            <a:ext cx="2984782" cy="196170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E7AC36-7290-D67B-3178-F62BE317CAE3}"/>
              </a:ext>
            </a:extLst>
          </p:cNvPr>
          <p:cNvSpPr/>
          <p:nvPr/>
        </p:nvSpPr>
        <p:spPr>
          <a:xfrm>
            <a:off x="6942004" y="4816646"/>
            <a:ext cx="115939" cy="2710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/>
              <p:nvPr/>
            </p:nvSpPr>
            <p:spPr>
              <a:xfrm>
                <a:off x="7126178" y="4810405"/>
                <a:ext cx="91242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 (</a:t>
                </a:r>
                <a14:m>
                  <m:oMath xmlns:m="http://schemas.openxmlformats.org/officeDocument/2006/math">
                    <m:r>
                      <a:rPr lang="en-US" sz="11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sz="1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370313-5974-24F4-9AEA-E90900D8E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178" y="4810405"/>
                <a:ext cx="912429" cy="261610"/>
              </a:xfrm>
              <a:prstGeom prst="rect">
                <a:avLst/>
              </a:prstGeom>
              <a:blipFill>
                <a:blip r:embed="rId27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75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A634E8-FADD-A8E4-CF1C-190E4632F218}"/>
                  </a:ext>
                </a:extLst>
              </p:cNvPr>
              <p:cNvSpPr txBox="1"/>
              <p:nvPr/>
            </p:nvSpPr>
            <p:spPr>
              <a:xfrm>
                <a:off x="2420467" y="68164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A634E8-FADD-A8E4-CF1C-190E4632F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467" y="681649"/>
                <a:ext cx="1139051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DA9C790-EDBA-EDF6-868F-836E1E63A0A4}"/>
              </a:ext>
            </a:extLst>
          </p:cNvPr>
          <p:cNvSpPr txBox="1"/>
          <p:nvPr/>
        </p:nvSpPr>
        <p:spPr>
          <a:xfrm>
            <a:off x="3793410" y="691030"/>
            <a:ext cx="923027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19D40-A86C-74ED-47ED-7DD18F63CCC5}"/>
              </a:ext>
            </a:extLst>
          </p:cNvPr>
          <p:cNvSpPr txBox="1"/>
          <p:nvPr/>
        </p:nvSpPr>
        <p:spPr>
          <a:xfrm>
            <a:off x="3068037" y="2159499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63B36-5789-9A34-4062-0C6B6D2F0CD8}"/>
              </a:ext>
            </a:extLst>
          </p:cNvPr>
          <p:cNvSpPr txBox="1"/>
          <p:nvPr/>
        </p:nvSpPr>
        <p:spPr>
          <a:xfrm>
            <a:off x="2420467" y="260648"/>
            <a:ext cx="971569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9282E25-1B8C-0E7A-DF25-D4524893CB8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3303792" y="1208366"/>
            <a:ext cx="1206859" cy="695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FF69EAA-1634-171C-8A6D-1AB73E33EF1D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2666635" y="1266616"/>
            <a:ext cx="1216240" cy="5695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0419825-36FD-ABC4-C8FA-AD54EAD4494C}"/>
              </a:ext>
            </a:extLst>
          </p:cNvPr>
          <p:cNvSpPr/>
          <p:nvPr/>
        </p:nvSpPr>
        <p:spPr>
          <a:xfrm>
            <a:off x="3319691" y="1404989"/>
            <a:ext cx="404845" cy="404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5AE72B-BC53-401F-294F-A0B52FBACCBF}"/>
              </a:ext>
            </a:extLst>
          </p:cNvPr>
          <p:cNvSpPr txBox="1"/>
          <p:nvPr/>
        </p:nvSpPr>
        <p:spPr>
          <a:xfrm>
            <a:off x="3372072" y="14227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3C1A44-F531-D1E2-FA13-AB1433E651BB}"/>
              </a:ext>
            </a:extLst>
          </p:cNvPr>
          <p:cNvSpPr txBox="1"/>
          <p:nvPr/>
        </p:nvSpPr>
        <p:spPr>
          <a:xfrm>
            <a:off x="-3176625" y="-99392"/>
            <a:ext cx="5051457" cy="1301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class </a:t>
            </a:r>
            <a:r>
              <a:rPr lang="en-US" sz="800" dirty="0" err="1"/>
              <a:t>BottleNeck</a:t>
            </a:r>
            <a:r>
              <a:rPr lang="en-US" sz="800" dirty="0"/>
              <a:t>(</a:t>
            </a:r>
            <a:r>
              <a:rPr lang="en-US" sz="800" dirty="0" err="1"/>
              <a:t>nn.Module</a:t>
            </a:r>
            <a:r>
              <a:rPr lang="en-US" sz="800" dirty="0"/>
              <a:t>):</a:t>
            </a:r>
          </a:p>
          <a:p>
            <a:r>
              <a:rPr lang="en-US" sz="800" dirty="0"/>
              <a:t>    def __</a:t>
            </a:r>
            <a:r>
              <a:rPr lang="en-US" sz="800" dirty="0" err="1"/>
              <a:t>init</a:t>
            </a:r>
            <a:r>
              <a:rPr lang="en-US" sz="800" dirty="0"/>
              <a:t>__(self, 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out_channels</a:t>
            </a:r>
            <a:r>
              <a:rPr lang="en-US" sz="800" dirty="0"/>
              <a:t>=None, activation=None, dilation=1, </a:t>
            </a:r>
            <a:r>
              <a:rPr lang="en-US" sz="800" dirty="0" err="1"/>
              <a:t>downsample</a:t>
            </a:r>
            <a:r>
              <a:rPr lang="en-US" sz="800" dirty="0"/>
              <a:t>=False, </a:t>
            </a:r>
            <a:r>
              <a:rPr lang="en-US" sz="800" dirty="0" err="1"/>
              <a:t>proj_ratio</a:t>
            </a:r>
            <a:r>
              <a:rPr lang="en-US" sz="800" dirty="0"/>
              <a:t>=4, </a:t>
            </a:r>
          </a:p>
          <a:p>
            <a:r>
              <a:rPr lang="en-US" sz="800" dirty="0"/>
              <a:t>                        </a:t>
            </a:r>
            <a:r>
              <a:rPr lang="en-US" sz="800" dirty="0" err="1"/>
              <a:t>upsample</a:t>
            </a:r>
            <a:r>
              <a:rPr lang="en-US" sz="800" dirty="0"/>
              <a:t>=False, </a:t>
            </a:r>
            <a:r>
              <a:rPr lang="en-US" sz="800" dirty="0" err="1"/>
              <a:t>asymetric</a:t>
            </a:r>
            <a:r>
              <a:rPr lang="en-US" sz="800" dirty="0"/>
              <a:t>=False, regularize=True, </a:t>
            </a:r>
            <a:r>
              <a:rPr lang="en-US" sz="800" dirty="0" err="1"/>
              <a:t>p_drop</a:t>
            </a:r>
            <a:r>
              <a:rPr lang="en-US" sz="800" dirty="0"/>
              <a:t>=None, </a:t>
            </a:r>
            <a:r>
              <a:rPr lang="en-US" sz="800" dirty="0" err="1"/>
              <a:t>use_prelu</a:t>
            </a:r>
            <a:r>
              <a:rPr lang="en-US" sz="800" dirty="0"/>
              <a:t>=True):</a:t>
            </a:r>
          </a:p>
          <a:p>
            <a:r>
              <a:rPr lang="en-US" sz="800" dirty="0"/>
              <a:t>        super(</a:t>
            </a:r>
            <a:r>
              <a:rPr lang="en-US" sz="800" dirty="0" err="1"/>
              <a:t>BottleNeck</a:t>
            </a:r>
            <a:r>
              <a:rPr lang="en-US" sz="800" dirty="0"/>
              <a:t>, self).__</a:t>
            </a:r>
            <a:r>
              <a:rPr lang="en-US" sz="800" dirty="0" err="1"/>
              <a:t>init</a:t>
            </a:r>
            <a:r>
              <a:rPr lang="en-US" sz="800" dirty="0"/>
              <a:t>__()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self.pad</a:t>
            </a:r>
            <a:r>
              <a:rPr lang="en-US" sz="800" dirty="0"/>
              <a:t> = 0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self.upsample</a:t>
            </a:r>
            <a:r>
              <a:rPr lang="en-US" sz="800" dirty="0"/>
              <a:t> = </a:t>
            </a:r>
            <a:r>
              <a:rPr lang="en-US" sz="800" dirty="0" err="1"/>
              <a:t>upsample</a:t>
            </a:r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self.downsample</a:t>
            </a:r>
            <a:r>
              <a:rPr lang="en-US" sz="800" dirty="0"/>
              <a:t> = </a:t>
            </a:r>
            <a:r>
              <a:rPr lang="en-US" sz="800" dirty="0" err="1"/>
              <a:t>downsample</a:t>
            </a:r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out_channels</a:t>
            </a:r>
            <a:r>
              <a:rPr lang="en-US" sz="800" dirty="0"/>
              <a:t> is None: </a:t>
            </a:r>
            <a:r>
              <a:rPr lang="en-US" sz="800" dirty="0" err="1"/>
              <a:t>out_channels</a:t>
            </a:r>
            <a:r>
              <a:rPr lang="en-US" sz="800" dirty="0"/>
              <a:t> = </a:t>
            </a:r>
            <a:r>
              <a:rPr lang="en-US" sz="800" dirty="0" err="1"/>
              <a:t>in_channels</a:t>
            </a:r>
            <a:endParaRPr lang="en-US" sz="800" dirty="0"/>
          </a:p>
          <a:p>
            <a:r>
              <a:rPr lang="en-US" sz="800" dirty="0"/>
              <a:t>        else: </a:t>
            </a:r>
            <a:r>
              <a:rPr lang="en-US" sz="800" dirty="0" err="1"/>
              <a:t>self.pad</a:t>
            </a:r>
            <a:r>
              <a:rPr lang="en-US" sz="800" dirty="0"/>
              <a:t> = </a:t>
            </a:r>
            <a:r>
              <a:rPr lang="en-US" sz="800" dirty="0" err="1"/>
              <a:t>out_channels</a:t>
            </a:r>
            <a:r>
              <a:rPr lang="en-US" sz="800" dirty="0"/>
              <a:t> - </a:t>
            </a:r>
            <a:r>
              <a:rPr lang="en-US" sz="800" dirty="0" err="1"/>
              <a:t>in_channels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    if regularize: assert </a:t>
            </a:r>
            <a:r>
              <a:rPr lang="en-US" sz="800" dirty="0" err="1"/>
              <a:t>p_drop</a:t>
            </a:r>
            <a:r>
              <a:rPr lang="en-US" sz="800" dirty="0"/>
              <a:t> is not None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downsample</a:t>
            </a:r>
            <a:r>
              <a:rPr lang="en-US" sz="800" dirty="0"/>
              <a:t>: assert not </a:t>
            </a:r>
            <a:r>
              <a:rPr lang="en-US" sz="800" dirty="0" err="1"/>
              <a:t>upsample</a:t>
            </a:r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upsample</a:t>
            </a:r>
            <a:r>
              <a:rPr lang="en-US" sz="800" dirty="0"/>
              <a:t>: assert not </a:t>
            </a:r>
            <a:r>
              <a:rPr lang="en-US" sz="800" dirty="0" err="1"/>
              <a:t>downsample</a:t>
            </a:r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inter_channels</a:t>
            </a:r>
            <a:r>
              <a:rPr lang="en-US" sz="800" dirty="0"/>
              <a:t> = </a:t>
            </a:r>
            <a:r>
              <a:rPr lang="en-US" sz="800" dirty="0" err="1"/>
              <a:t>in_channels</a:t>
            </a:r>
            <a:r>
              <a:rPr lang="en-US" sz="800" dirty="0"/>
              <a:t>//</a:t>
            </a:r>
            <a:r>
              <a:rPr lang="en-US" sz="800" dirty="0" err="1"/>
              <a:t>proj_ratio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        # Main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upsample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self.spatil_conv</a:t>
            </a:r>
            <a:r>
              <a:rPr lang="en-US" sz="800" dirty="0"/>
              <a:t> = nn.Conv2d(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out_channels</a:t>
            </a:r>
            <a:r>
              <a:rPr lang="en-US" sz="800" dirty="0"/>
              <a:t>, 1, bias=False)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self.bn_up</a:t>
            </a:r>
            <a:r>
              <a:rPr lang="en-US" sz="800" dirty="0"/>
              <a:t> = nn.BatchNorm2d(</a:t>
            </a:r>
            <a:r>
              <a:rPr lang="en-US" sz="800" dirty="0" err="1"/>
              <a:t>out_channels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self.unpool</a:t>
            </a:r>
            <a:r>
              <a:rPr lang="en-US" sz="800" dirty="0"/>
              <a:t> = nn.MaxUnpool2d(</a:t>
            </a:r>
            <a:r>
              <a:rPr lang="en-US" sz="800" dirty="0" err="1"/>
              <a:t>kernel_size</a:t>
            </a:r>
            <a:r>
              <a:rPr lang="en-US" sz="800" dirty="0"/>
              <a:t>=2, stride=2)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downsample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self.pool</a:t>
            </a:r>
            <a:r>
              <a:rPr lang="en-US" sz="800" dirty="0"/>
              <a:t> = nn.MaxPool2d(</a:t>
            </a:r>
            <a:r>
              <a:rPr lang="en-US" sz="800" dirty="0" err="1"/>
              <a:t>kernel_size</a:t>
            </a:r>
            <a:r>
              <a:rPr lang="en-US" sz="800" dirty="0"/>
              <a:t>=2, stride=2, </a:t>
            </a:r>
            <a:r>
              <a:rPr lang="en-US" sz="800" dirty="0" err="1"/>
              <a:t>return_indices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# Bottleneck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downsample</a:t>
            </a:r>
            <a:r>
              <a:rPr lang="en-US" sz="800" dirty="0"/>
              <a:t>: </a:t>
            </a:r>
          </a:p>
          <a:p>
            <a:r>
              <a:rPr lang="en-US" sz="800" dirty="0"/>
              <a:t>            self.conv1 = nn.Conv2d(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2, stride=2, bias=False)</a:t>
            </a:r>
          </a:p>
          <a:p>
            <a:r>
              <a:rPr lang="en-US" sz="800" dirty="0"/>
              <a:t>        else:</a:t>
            </a:r>
          </a:p>
          <a:p>
            <a:r>
              <a:rPr lang="en-US" sz="800" dirty="0"/>
              <a:t>            self.conv1 = nn.Conv2d(</a:t>
            </a:r>
            <a:r>
              <a:rPr lang="en-US" sz="800" dirty="0" err="1"/>
              <a:t>in_channels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1, bias=False)</a:t>
            </a:r>
          </a:p>
          <a:p>
            <a:r>
              <a:rPr lang="en-US" sz="800" dirty="0"/>
              <a:t>        self.bn1 = nn.BatchNorm2d(</a:t>
            </a:r>
            <a:r>
              <a:rPr lang="en-US" sz="800" dirty="0" err="1"/>
              <a:t>inter_channels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self.prelu1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asymetric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self.conv2 = </a:t>
            </a:r>
            <a:r>
              <a:rPr lang="en-US" sz="800" dirty="0" err="1"/>
              <a:t>nn.Sequential</a:t>
            </a:r>
            <a:r>
              <a:rPr lang="en-US" sz="800" dirty="0"/>
              <a:t>(</a:t>
            </a:r>
          </a:p>
          <a:p>
            <a:r>
              <a:rPr lang="en-US" sz="800" dirty="0"/>
              <a:t>               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=(1,5), padding=(0,2)),</a:t>
            </a:r>
          </a:p>
          <a:p>
            <a:r>
              <a:rPr lang="en-US" sz="800" dirty="0"/>
              <a:t>                nn.BatchNorm2d(</a:t>
            </a:r>
            <a:r>
              <a:rPr lang="en-US" sz="800" dirty="0" err="1"/>
              <a:t>inter_channels</a:t>
            </a:r>
            <a:r>
              <a:rPr lang="en-US" sz="800" dirty="0"/>
              <a:t>),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=True),</a:t>
            </a:r>
          </a:p>
          <a:p>
            <a:r>
              <a:rPr lang="en-US" sz="800" dirty="0"/>
              <a:t>               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=(5,1), padding=(2,0)),</a:t>
            </a:r>
          </a:p>
          <a:p>
            <a:r>
              <a:rPr lang="en-US" sz="800" dirty="0"/>
              <a:t>            )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upsample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self.conv2 = nn.ConvTranspose2d(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kernel_size</a:t>
            </a:r>
            <a:r>
              <a:rPr lang="en-US" sz="800" dirty="0"/>
              <a:t>=3, padding=1,</a:t>
            </a:r>
          </a:p>
          <a:p>
            <a:r>
              <a:rPr lang="en-US" sz="800" dirty="0"/>
              <a:t>                                            </a:t>
            </a:r>
            <a:r>
              <a:rPr lang="en-US" sz="800" dirty="0" err="1"/>
              <a:t>output_padding</a:t>
            </a:r>
            <a:r>
              <a:rPr lang="en-US" sz="800" dirty="0"/>
              <a:t>=1, stride=2, bias=False)</a:t>
            </a:r>
          </a:p>
          <a:p>
            <a:r>
              <a:rPr lang="en-US" sz="800" dirty="0"/>
              <a:t>        else:</a:t>
            </a:r>
          </a:p>
          <a:p>
            <a:r>
              <a:rPr lang="en-US" sz="800" dirty="0"/>
              <a:t>            self.conv2 =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inter_channels</a:t>
            </a:r>
            <a:r>
              <a:rPr lang="en-US" sz="800" dirty="0"/>
              <a:t>, 3, padding=dilation, dilation=dilation, bias=False)</a:t>
            </a:r>
          </a:p>
          <a:p>
            <a:r>
              <a:rPr lang="en-US" sz="800" dirty="0"/>
              <a:t>        self.bn2 = nn.BatchNorm2d(</a:t>
            </a:r>
            <a:r>
              <a:rPr lang="en-US" sz="800" dirty="0" err="1"/>
              <a:t>inter_channels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self.prelu2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self.conv3 = nn.Conv2d(</a:t>
            </a:r>
            <a:r>
              <a:rPr lang="en-US" sz="800" dirty="0" err="1"/>
              <a:t>inter_channels</a:t>
            </a:r>
            <a:r>
              <a:rPr lang="en-US" sz="800" dirty="0"/>
              <a:t>, </a:t>
            </a:r>
            <a:r>
              <a:rPr lang="en-US" sz="800" dirty="0" err="1"/>
              <a:t>out_channels</a:t>
            </a:r>
            <a:r>
              <a:rPr lang="en-US" sz="800" dirty="0"/>
              <a:t>, 1, bias=False)</a:t>
            </a:r>
          </a:p>
          <a:p>
            <a:r>
              <a:rPr lang="en-US" sz="800" dirty="0"/>
              <a:t>        self.bn3 = nn.BatchNorm2d(</a:t>
            </a:r>
            <a:r>
              <a:rPr lang="en-US" sz="800" dirty="0" err="1"/>
              <a:t>out_channels</a:t>
            </a:r>
            <a:r>
              <a:rPr lang="en-US" sz="800" dirty="0"/>
              <a:t>)</a:t>
            </a:r>
          </a:p>
          <a:p>
            <a:r>
              <a:rPr lang="en-US" sz="800" dirty="0"/>
              <a:t>        self.prelu3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    </a:t>
            </a:r>
            <a:r>
              <a:rPr lang="en-US" sz="800" dirty="0" err="1"/>
              <a:t>self.regularizer</a:t>
            </a:r>
            <a:r>
              <a:rPr lang="en-US" sz="800" dirty="0"/>
              <a:t> = nn.Dropout2d(</a:t>
            </a:r>
            <a:r>
              <a:rPr lang="en-US" sz="800" dirty="0" err="1"/>
              <a:t>p_drop</a:t>
            </a:r>
            <a:r>
              <a:rPr lang="en-US" sz="800" dirty="0"/>
              <a:t>) if regularize else None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self.prelu_out</a:t>
            </a:r>
            <a:r>
              <a:rPr lang="en-US" sz="800" dirty="0"/>
              <a:t> = </a:t>
            </a:r>
            <a:r>
              <a:rPr lang="en-US" sz="800" dirty="0" err="1"/>
              <a:t>nn.PReLU</a:t>
            </a:r>
            <a:r>
              <a:rPr lang="en-US" sz="800" dirty="0"/>
              <a:t>() if </a:t>
            </a:r>
            <a:r>
              <a:rPr lang="en-US" sz="800" dirty="0" err="1"/>
              <a:t>use_prelu</a:t>
            </a:r>
            <a:r>
              <a:rPr lang="en-US" sz="800" dirty="0"/>
              <a:t> else </a:t>
            </a:r>
            <a:r>
              <a:rPr lang="en-US" sz="800" dirty="0" err="1"/>
              <a:t>nn.ReLU</a:t>
            </a:r>
            <a:r>
              <a:rPr lang="en-US" sz="800" dirty="0"/>
              <a:t>(</a:t>
            </a:r>
            <a:r>
              <a:rPr lang="en-US" sz="800" dirty="0" err="1"/>
              <a:t>inplace</a:t>
            </a:r>
            <a:r>
              <a:rPr lang="en-US" sz="800" dirty="0"/>
              <a:t>=True)</a:t>
            </a:r>
          </a:p>
          <a:p>
            <a:endParaRPr lang="en-US" sz="800" dirty="0"/>
          </a:p>
          <a:p>
            <a:r>
              <a:rPr lang="en-US" sz="800" dirty="0"/>
              <a:t>    def forward(self, x, indices=None, </a:t>
            </a:r>
            <a:r>
              <a:rPr lang="en-US" sz="800" dirty="0" err="1"/>
              <a:t>output_size</a:t>
            </a:r>
            <a:r>
              <a:rPr lang="en-US" sz="800" dirty="0"/>
              <a:t>=None):</a:t>
            </a:r>
          </a:p>
          <a:p>
            <a:r>
              <a:rPr lang="en-US" sz="800" dirty="0"/>
              <a:t>        # Main branch</a:t>
            </a:r>
          </a:p>
          <a:p>
            <a:r>
              <a:rPr lang="en-US" sz="800" dirty="0"/>
              <a:t>        identity = x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self.upsample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assert (indices is not None) and (</a:t>
            </a:r>
            <a:r>
              <a:rPr lang="en-US" sz="800" dirty="0" err="1"/>
              <a:t>output_size</a:t>
            </a:r>
            <a:r>
              <a:rPr lang="en-US" sz="800" dirty="0"/>
              <a:t> is not None)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self.bn_up</a:t>
            </a:r>
            <a:r>
              <a:rPr lang="en-US" sz="800" dirty="0"/>
              <a:t>(</a:t>
            </a:r>
            <a:r>
              <a:rPr lang="en-US" sz="800" dirty="0" err="1"/>
              <a:t>self.spatil_conv</a:t>
            </a:r>
            <a:r>
              <a:rPr lang="en-US" sz="800" dirty="0"/>
              <a:t>(identity))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identity.size</a:t>
            </a:r>
            <a:r>
              <a:rPr lang="en-US" sz="800" dirty="0"/>
              <a:t>() != </a:t>
            </a:r>
            <a:r>
              <a:rPr lang="en-US" sz="800" dirty="0" err="1"/>
              <a:t>indices.size</a:t>
            </a:r>
            <a:r>
              <a:rPr lang="en-US" sz="800" dirty="0"/>
              <a:t>():</a:t>
            </a:r>
          </a:p>
          <a:p>
            <a:r>
              <a:rPr lang="en-US" sz="800" dirty="0"/>
              <a:t>                pad = (</a:t>
            </a:r>
            <a:r>
              <a:rPr lang="en-US" sz="800" dirty="0" err="1"/>
              <a:t>indices.size</a:t>
            </a:r>
            <a:r>
              <a:rPr lang="en-US" sz="800" dirty="0"/>
              <a:t>(3) - </a:t>
            </a:r>
            <a:r>
              <a:rPr lang="en-US" sz="800" dirty="0" err="1"/>
              <a:t>identity.size</a:t>
            </a:r>
            <a:r>
              <a:rPr lang="en-US" sz="800" dirty="0"/>
              <a:t>(3), 0, </a:t>
            </a:r>
            <a:r>
              <a:rPr lang="en-US" sz="800" dirty="0" err="1"/>
              <a:t>indices.size</a:t>
            </a:r>
            <a:r>
              <a:rPr lang="en-US" sz="800" dirty="0"/>
              <a:t>(2) - </a:t>
            </a:r>
            <a:r>
              <a:rPr lang="en-US" sz="800" dirty="0" err="1"/>
              <a:t>identity.size</a:t>
            </a:r>
            <a:r>
              <a:rPr lang="en-US" sz="800" dirty="0"/>
              <a:t>(2), 0)</a:t>
            </a:r>
          </a:p>
          <a:p>
            <a:r>
              <a:rPr lang="en-US" sz="800" dirty="0"/>
              <a:t>                identity = </a:t>
            </a:r>
            <a:r>
              <a:rPr lang="en-US" sz="800" dirty="0" err="1"/>
              <a:t>F.pad</a:t>
            </a:r>
            <a:r>
              <a:rPr lang="en-US" sz="800" dirty="0"/>
              <a:t>(identity, pad, "constant", 0)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self.unpool</a:t>
            </a:r>
            <a:r>
              <a:rPr lang="en-US" sz="800" dirty="0"/>
              <a:t>(identity, indices=indices)#, </a:t>
            </a:r>
            <a:r>
              <a:rPr lang="en-US" sz="800" dirty="0" err="1"/>
              <a:t>output_size</a:t>
            </a:r>
            <a:r>
              <a:rPr lang="en-US" sz="800" dirty="0"/>
              <a:t>=</a:t>
            </a:r>
            <a:r>
              <a:rPr lang="en-US" sz="800" dirty="0" err="1"/>
              <a:t>output_size</a:t>
            </a:r>
            <a:r>
              <a:rPr lang="en-US" sz="800" dirty="0"/>
              <a:t>)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self.downsample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identity, </a:t>
            </a:r>
            <a:r>
              <a:rPr lang="en-US" sz="800" dirty="0" err="1"/>
              <a:t>idx</a:t>
            </a:r>
            <a:r>
              <a:rPr lang="en-US" sz="800" dirty="0"/>
              <a:t> = </a:t>
            </a:r>
            <a:r>
              <a:rPr lang="en-US" sz="800" dirty="0" err="1"/>
              <a:t>self.pool</a:t>
            </a:r>
            <a:r>
              <a:rPr lang="en-US" sz="800" dirty="0"/>
              <a:t>(identity)</a:t>
            </a:r>
          </a:p>
          <a:p>
            <a:endParaRPr lang="en-US" sz="800" dirty="0"/>
          </a:p>
          <a:p>
            <a:r>
              <a:rPr lang="en-US" sz="800" dirty="0"/>
              <a:t>        '''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self.pad</a:t>
            </a:r>
            <a:r>
              <a:rPr lang="en-US" sz="800" dirty="0"/>
              <a:t> &gt; 0: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self.pad</a:t>
            </a:r>
            <a:r>
              <a:rPr lang="en-US" sz="800" dirty="0"/>
              <a:t> % 2 == 0 : pad = (0, 0, 0, 0, </a:t>
            </a:r>
            <a:r>
              <a:rPr lang="en-US" sz="800" dirty="0" err="1"/>
              <a:t>self.pad</a:t>
            </a:r>
            <a:r>
              <a:rPr lang="en-US" sz="800" dirty="0"/>
              <a:t>//2, </a:t>
            </a:r>
            <a:r>
              <a:rPr lang="en-US" sz="800" dirty="0" err="1"/>
              <a:t>self.pad</a:t>
            </a:r>
            <a:r>
              <a:rPr lang="en-US" sz="800" dirty="0"/>
              <a:t>//2)</a:t>
            </a:r>
          </a:p>
          <a:p>
            <a:r>
              <a:rPr lang="en-US" sz="800" dirty="0"/>
              <a:t>            else: pad = (0, 0, 0, 0, </a:t>
            </a:r>
            <a:r>
              <a:rPr lang="en-US" sz="800" dirty="0" err="1"/>
              <a:t>self.pad</a:t>
            </a:r>
            <a:r>
              <a:rPr lang="en-US" sz="800" dirty="0"/>
              <a:t>//2, </a:t>
            </a:r>
            <a:r>
              <a:rPr lang="en-US" sz="800" dirty="0" err="1"/>
              <a:t>self.pad</a:t>
            </a:r>
            <a:r>
              <a:rPr lang="en-US" sz="800" dirty="0"/>
              <a:t>//2+1)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F.pad</a:t>
            </a:r>
            <a:r>
              <a:rPr lang="en-US" sz="800" dirty="0"/>
              <a:t>(identity, pad, "constant", 0)</a:t>
            </a:r>
          </a:p>
          <a:p>
            <a:r>
              <a:rPr lang="en-US" sz="800" dirty="0"/>
              <a:t>        '''</a:t>
            </a:r>
          </a:p>
          <a:p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self.pad</a:t>
            </a:r>
            <a:r>
              <a:rPr lang="en-US" sz="800" dirty="0"/>
              <a:t> &gt; 0:</a:t>
            </a:r>
          </a:p>
          <a:p>
            <a:r>
              <a:rPr lang="en-US" sz="800" dirty="0"/>
              <a:t>            extras = </a:t>
            </a:r>
            <a:r>
              <a:rPr lang="en-US" sz="800" dirty="0" err="1"/>
              <a:t>torch.zeros</a:t>
            </a:r>
            <a:r>
              <a:rPr lang="en-US" sz="800" dirty="0"/>
              <a:t>((</a:t>
            </a:r>
            <a:r>
              <a:rPr lang="en-US" sz="800" dirty="0" err="1"/>
              <a:t>identity.size</a:t>
            </a:r>
            <a:r>
              <a:rPr lang="en-US" sz="800" dirty="0"/>
              <a:t>(0), </a:t>
            </a:r>
            <a:r>
              <a:rPr lang="en-US" sz="800" dirty="0" err="1"/>
              <a:t>self.pad</a:t>
            </a:r>
            <a:r>
              <a:rPr lang="en-US" sz="800" dirty="0"/>
              <a:t>, </a:t>
            </a:r>
            <a:r>
              <a:rPr lang="en-US" sz="800" dirty="0" err="1"/>
              <a:t>identity.size</a:t>
            </a:r>
            <a:r>
              <a:rPr lang="en-US" sz="800" dirty="0"/>
              <a:t>(2), </a:t>
            </a:r>
            <a:r>
              <a:rPr lang="en-US" sz="800" dirty="0" err="1"/>
              <a:t>identity.size</a:t>
            </a:r>
            <a:r>
              <a:rPr lang="en-US" sz="800" dirty="0"/>
              <a:t>(3)))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torch.cuda.is_available</a:t>
            </a:r>
            <a:r>
              <a:rPr lang="en-US" sz="800" dirty="0"/>
              <a:t>(): extras = </a:t>
            </a:r>
            <a:r>
              <a:rPr lang="en-US" sz="800" dirty="0" err="1"/>
              <a:t>extras.cuda</a:t>
            </a:r>
            <a:r>
              <a:rPr lang="en-US" sz="800" dirty="0"/>
              <a:t>(0)</a:t>
            </a:r>
          </a:p>
          <a:p>
            <a:r>
              <a:rPr lang="en-US" sz="800" dirty="0"/>
              <a:t>            identity = </a:t>
            </a:r>
            <a:r>
              <a:rPr lang="en-US" sz="800" dirty="0" err="1"/>
              <a:t>torch.cat</a:t>
            </a:r>
            <a:r>
              <a:rPr lang="en-US" sz="800" dirty="0"/>
              <a:t>((identity, extras), dim = 1)</a:t>
            </a:r>
          </a:p>
          <a:p>
            <a:endParaRPr lang="en-US" sz="800" dirty="0"/>
          </a:p>
          <a:p>
            <a:r>
              <a:rPr lang="en-US" sz="800" dirty="0"/>
              <a:t>        # Bottleneck</a:t>
            </a:r>
          </a:p>
          <a:p>
            <a:r>
              <a:rPr lang="en-US" sz="800" dirty="0"/>
              <a:t>        x = self.conv1(x)</a:t>
            </a:r>
          </a:p>
          <a:p>
            <a:r>
              <a:rPr lang="en-US" sz="800" dirty="0"/>
              <a:t>        x = self.bn1(x)</a:t>
            </a:r>
          </a:p>
          <a:p>
            <a:r>
              <a:rPr lang="en-US" sz="800" dirty="0"/>
              <a:t>        x = self.prelu1(x)</a:t>
            </a:r>
          </a:p>
          <a:p>
            <a:r>
              <a:rPr lang="en-US" sz="800" dirty="0"/>
              <a:t>        x = self.conv2(x)</a:t>
            </a:r>
          </a:p>
          <a:p>
            <a:r>
              <a:rPr lang="en-US" sz="800" dirty="0"/>
              <a:t>        x = self.bn2(x)</a:t>
            </a:r>
          </a:p>
          <a:p>
            <a:r>
              <a:rPr lang="en-US" sz="800" dirty="0"/>
              <a:t>        x = self.prelu2(x)</a:t>
            </a:r>
          </a:p>
          <a:p>
            <a:r>
              <a:rPr lang="en-US" sz="800" dirty="0"/>
              <a:t>        x = self.conv3(x)</a:t>
            </a:r>
          </a:p>
          <a:p>
            <a:r>
              <a:rPr lang="en-US" sz="800" dirty="0"/>
              <a:t>        x = self.bn3(x)</a:t>
            </a:r>
          </a:p>
          <a:p>
            <a:r>
              <a:rPr lang="en-US" sz="800" dirty="0"/>
              <a:t>        x = self.prelu3(x)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self.regularizer</a:t>
            </a:r>
            <a:r>
              <a:rPr lang="en-US" sz="800" dirty="0"/>
              <a:t> is not None:</a:t>
            </a:r>
          </a:p>
          <a:p>
            <a:r>
              <a:rPr lang="en-US" sz="800" dirty="0"/>
              <a:t>            x = </a:t>
            </a:r>
            <a:r>
              <a:rPr lang="en-US" sz="800" dirty="0" err="1"/>
              <a:t>self.regularizer</a:t>
            </a:r>
            <a:r>
              <a:rPr lang="en-US" sz="800" dirty="0"/>
              <a:t>(x)</a:t>
            </a:r>
          </a:p>
          <a:p>
            <a:endParaRPr lang="en-US" sz="800" dirty="0"/>
          </a:p>
          <a:p>
            <a:r>
              <a:rPr lang="en-US" sz="800" dirty="0"/>
              <a:t>        # When the input dim is odd, we might have a mismatch of one pixel</a:t>
            </a:r>
          </a:p>
          <a:p>
            <a:r>
              <a:rPr lang="en-US" sz="800" dirty="0"/>
              <a:t>        if </a:t>
            </a:r>
            <a:r>
              <a:rPr lang="en-US" sz="800" dirty="0" err="1"/>
              <a:t>identity.size</a:t>
            </a:r>
            <a:r>
              <a:rPr lang="en-US" sz="800" dirty="0"/>
              <a:t>() != </a:t>
            </a:r>
            <a:r>
              <a:rPr lang="en-US" sz="800" dirty="0" err="1"/>
              <a:t>x.size</a:t>
            </a:r>
            <a:r>
              <a:rPr lang="en-US" sz="800" dirty="0"/>
              <a:t>():</a:t>
            </a:r>
          </a:p>
          <a:p>
            <a:r>
              <a:rPr lang="en-US" sz="800" dirty="0"/>
              <a:t>            pad = (</a:t>
            </a:r>
            <a:r>
              <a:rPr lang="en-US" sz="800" dirty="0" err="1"/>
              <a:t>identity.size</a:t>
            </a:r>
            <a:r>
              <a:rPr lang="en-US" sz="800" dirty="0"/>
              <a:t>(3) - </a:t>
            </a:r>
            <a:r>
              <a:rPr lang="en-US" sz="800" dirty="0" err="1"/>
              <a:t>x.size</a:t>
            </a:r>
            <a:r>
              <a:rPr lang="en-US" sz="800" dirty="0"/>
              <a:t>(3), 0, </a:t>
            </a:r>
            <a:r>
              <a:rPr lang="en-US" sz="800" dirty="0" err="1"/>
              <a:t>identity.size</a:t>
            </a:r>
            <a:r>
              <a:rPr lang="en-US" sz="800" dirty="0"/>
              <a:t>(2) - </a:t>
            </a:r>
            <a:r>
              <a:rPr lang="en-US" sz="800" dirty="0" err="1"/>
              <a:t>x.size</a:t>
            </a:r>
            <a:r>
              <a:rPr lang="en-US" sz="800" dirty="0"/>
              <a:t>(2), 0)</a:t>
            </a:r>
          </a:p>
          <a:p>
            <a:r>
              <a:rPr lang="en-US" sz="800" dirty="0"/>
              <a:t>            x = </a:t>
            </a:r>
            <a:r>
              <a:rPr lang="en-US" sz="800" dirty="0" err="1"/>
              <a:t>F.pad</a:t>
            </a:r>
            <a:r>
              <a:rPr lang="en-US" sz="800" dirty="0"/>
              <a:t>(x, pad, "constant", 0)</a:t>
            </a:r>
          </a:p>
          <a:p>
            <a:endParaRPr lang="en-US" sz="800" dirty="0"/>
          </a:p>
          <a:p>
            <a:r>
              <a:rPr lang="en-US" sz="800" dirty="0"/>
              <a:t>        x += identity</a:t>
            </a:r>
          </a:p>
          <a:p>
            <a:r>
              <a:rPr lang="en-US" sz="800" dirty="0"/>
              <a:t>        x = </a:t>
            </a:r>
            <a:r>
              <a:rPr lang="en-US" sz="800" dirty="0" err="1"/>
              <a:t>self.prelu_out</a:t>
            </a:r>
            <a:r>
              <a:rPr lang="en-US" sz="800" dirty="0"/>
              <a:t>(x)</a:t>
            </a:r>
          </a:p>
          <a:p>
            <a:endParaRPr lang="en-US" sz="800" dirty="0"/>
          </a:p>
          <a:p>
            <a:r>
              <a:rPr lang="en-US" sz="800" dirty="0"/>
              <a:t>        if </a:t>
            </a:r>
            <a:r>
              <a:rPr lang="en-US" sz="800" dirty="0" err="1"/>
              <a:t>self.downsample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return x, </a:t>
            </a:r>
            <a:r>
              <a:rPr lang="en-US" sz="800" dirty="0" err="1"/>
              <a:t>idx</a:t>
            </a:r>
            <a:endParaRPr lang="en-US" sz="800" dirty="0"/>
          </a:p>
          <a:p>
            <a:r>
              <a:rPr lang="en-US" sz="800" dirty="0"/>
              <a:t>        return 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70F91C-8B73-648E-5E09-3C063B9EA1B6}"/>
              </a:ext>
            </a:extLst>
          </p:cNvPr>
          <p:cNvSpPr txBox="1"/>
          <p:nvPr/>
        </p:nvSpPr>
        <p:spPr>
          <a:xfrm>
            <a:off x="3333987" y="255031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F18957-95A4-CCD3-CBFA-0A0FE1416F4E}"/>
              </a:ext>
            </a:extLst>
          </p:cNvPr>
          <p:cNvSpPr txBox="1"/>
          <p:nvPr/>
        </p:nvSpPr>
        <p:spPr>
          <a:xfrm>
            <a:off x="6479582" y="4481819"/>
            <a:ext cx="58439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x = self.conv1(x)</a:t>
            </a:r>
          </a:p>
          <a:p>
            <a:r>
              <a:rPr lang="en-US" sz="1800" dirty="0"/>
              <a:t>        x = self.bn1(x)</a:t>
            </a:r>
          </a:p>
          <a:p>
            <a:r>
              <a:rPr lang="en-US" sz="1800" dirty="0"/>
              <a:t>        x = self.prelu1(x)</a:t>
            </a:r>
          </a:p>
          <a:p>
            <a:r>
              <a:rPr lang="en-US" sz="1800" dirty="0"/>
              <a:t>        x = self.conv2(x)</a:t>
            </a:r>
          </a:p>
          <a:p>
            <a:r>
              <a:rPr lang="en-US" sz="1800" dirty="0"/>
              <a:t>        x = self.bn2(x)</a:t>
            </a:r>
          </a:p>
          <a:p>
            <a:r>
              <a:rPr lang="en-US" sz="1800" dirty="0"/>
              <a:t>        x = self.prelu2(x)</a:t>
            </a:r>
          </a:p>
          <a:p>
            <a:r>
              <a:rPr lang="en-US" sz="1800" dirty="0"/>
              <a:t>        x = self.conv3(x)</a:t>
            </a:r>
          </a:p>
          <a:p>
            <a:r>
              <a:rPr lang="en-US" sz="1800" dirty="0"/>
              <a:t>        x = self.bn3(x)</a:t>
            </a:r>
          </a:p>
          <a:p>
            <a:r>
              <a:rPr lang="en-US" sz="1800" dirty="0"/>
              <a:t>        x = self.prelu3(x)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B7C0F9-1768-E975-FAF8-CE7539987A48}"/>
                  </a:ext>
                </a:extLst>
              </p:cNvPr>
              <p:cNvSpPr txBox="1"/>
              <p:nvPr/>
            </p:nvSpPr>
            <p:spPr>
              <a:xfrm>
                <a:off x="6103772" y="68164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B7C0F9-1768-E975-FAF8-CE7539987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2" y="681648"/>
                <a:ext cx="1139051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D8D941F-CF21-F8F1-CEDB-12C686B858DB}"/>
              </a:ext>
            </a:extLst>
          </p:cNvPr>
          <p:cNvSpPr txBox="1"/>
          <p:nvPr/>
        </p:nvSpPr>
        <p:spPr>
          <a:xfrm>
            <a:off x="6181816" y="1112255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BCB6EC-A343-BD50-AED5-1E104DA9A111}"/>
              </a:ext>
            </a:extLst>
          </p:cNvPr>
          <p:cNvSpPr txBox="1"/>
          <p:nvPr/>
        </p:nvSpPr>
        <p:spPr>
          <a:xfrm>
            <a:off x="6432686" y="1516619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259470-1D15-D131-2007-0A3D3F09F3C6}"/>
              </a:ext>
            </a:extLst>
          </p:cNvPr>
          <p:cNvSpPr txBox="1"/>
          <p:nvPr/>
        </p:nvSpPr>
        <p:spPr>
          <a:xfrm>
            <a:off x="6259860" y="2306312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122B88-B89F-2D31-505B-6C5479A30915}"/>
              </a:ext>
            </a:extLst>
          </p:cNvPr>
          <p:cNvSpPr txBox="1"/>
          <p:nvPr/>
        </p:nvSpPr>
        <p:spPr>
          <a:xfrm>
            <a:off x="6439000" y="2830989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BD6174-C767-9BE7-6235-78C4EC5294BC}"/>
                  </a:ext>
                </a:extLst>
              </p:cNvPr>
              <p:cNvSpPr txBox="1"/>
              <p:nvPr/>
            </p:nvSpPr>
            <p:spPr>
              <a:xfrm>
                <a:off x="9323515" y="75739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BD6174-C767-9BE7-6235-78C4EC52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515" y="757399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CED4101-1EFE-542B-B3D0-B9D04F125571}"/>
              </a:ext>
            </a:extLst>
          </p:cNvPr>
          <p:cNvSpPr txBox="1"/>
          <p:nvPr/>
        </p:nvSpPr>
        <p:spPr>
          <a:xfrm>
            <a:off x="9401559" y="1112143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D063DD-C717-9B72-E218-E5D6B21502D0}"/>
              </a:ext>
            </a:extLst>
          </p:cNvPr>
          <p:cNvSpPr txBox="1"/>
          <p:nvPr/>
        </p:nvSpPr>
        <p:spPr>
          <a:xfrm>
            <a:off x="9652429" y="1424255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F73C64-89C2-CD53-DA9B-6AB13D610C8D}"/>
                  </a:ext>
                </a:extLst>
              </p:cNvPr>
              <p:cNvSpPr txBox="1"/>
              <p:nvPr/>
            </p:nvSpPr>
            <p:spPr>
              <a:xfrm>
                <a:off x="9374018" y="1752647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F73C64-89C2-CD53-DA9B-6AB13D61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018" y="1752647"/>
                <a:ext cx="1139051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0A7EB0-5C9A-99DE-D0CA-5AB08F5F0D26}"/>
                  </a:ext>
                </a:extLst>
              </p:cNvPr>
              <p:cNvSpPr txBox="1"/>
              <p:nvPr/>
            </p:nvSpPr>
            <p:spPr>
              <a:xfrm>
                <a:off x="6103771" y="192664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0A7EB0-5C9A-99DE-D0CA-5AB08F5F0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771" y="1926645"/>
                <a:ext cx="1139051" cy="2616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86674A-1500-F2AE-B867-571B81106EBE}"/>
                  </a:ext>
                </a:extLst>
              </p:cNvPr>
              <p:cNvSpPr txBox="1"/>
              <p:nvPr/>
            </p:nvSpPr>
            <p:spPr>
              <a:xfrm>
                <a:off x="6107709" y="3196390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86674A-1500-F2AE-B867-571B81106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709" y="3196390"/>
                <a:ext cx="1139051" cy="2616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AAEB048-47BA-1533-2CFB-61DCE89CD8DB}"/>
              </a:ext>
            </a:extLst>
          </p:cNvPr>
          <p:cNvSpPr txBox="1"/>
          <p:nvPr/>
        </p:nvSpPr>
        <p:spPr>
          <a:xfrm>
            <a:off x="6197477" y="3546873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D23C05-B886-1CED-3307-5442DBEF28EA}"/>
              </a:ext>
            </a:extLst>
          </p:cNvPr>
          <p:cNvSpPr txBox="1"/>
          <p:nvPr/>
        </p:nvSpPr>
        <p:spPr>
          <a:xfrm>
            <a:off x="6510730" y="3877404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695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/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6B3363E-30D5-E509-1A88-E50B229152E3}"/>
              </a:ext>
            </a:extLst>
          </p:cNvPr>
          <p:cNvSpPr txBox="1"/>
          <p:nvPr/>
        </p:nvSpPr>
        <p:spPr>
          <a:xfrm>
            <a:off x="401907" y="196446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D48405-4FD4-4C06-0C7D-57E3A5CDB225}"/>
              </a:ext>
            </a:extLst>
          </p:cNvPr>
          <p:cNvSpPr txBox="1"/>
          <p:nvPr/>
        </p:nvSpPr>
        <p:spPr>
          <a:xfrm>
            <a:off x="251520" y="242088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FFE09-BC5C-C9F0-0F6F-C9D0A57E709F}"/>
              </a:ext>
            </a:extLst>
          </p:cNvPr>
          <p:cNvSpPr txBox="1"/>
          <p:nvPr/>
        </p:nvSpPr>
        <p:spPr>
          <a:xfrm>
            <a:off x="384882" y="91349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/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EB9715C-9C79-CD63-0761-E8F61A8BB9F8}"/>
              </a:ext>
            </a:extLst>
          </p:cNvPr>
          <p:cNvSpPr txBox="1"/>
          <p:nvPr/>
        </p:nvSpPr>
        <p:spPr>
          <a:xfrm>
            <a:off x="3644165" y="193808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5B820C-AFE9-126E-40EB-2AD6CF7F9C39}"/>
              </a:ext>
            </a:extLst>
          </p:cNvPr>
          <p:cNvSpPr txBox="1"/>
          <p:nvPr/>
        </p:nvSpPr>
        <p:spPr>
          <a:xfrm>
            <a:off x="3493778" y="239450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6E964-39B1-FE30-1CC5-07657D40D389}"/>
              </a:ext>
            </a:extLst>
          </p:cNvPr>
          <p:cNvSpPr txBox="1"/>
          <p:nvPr/>
        </p:nvSpPr>
        <p:spPr>
          <a:xfrm>
            <a:off x="3627140" y="88711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/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D9A4A8D-0873-AEB5-6235-3EE3B6980042}"/>
              </a:ext>
            </a:extLst>
          </p:cNvPr>
          <p:cNvSpPr txBox="1"/>
          <p:nvPr/>
        </p:nvSpPr>
        <p:spPr>
          <a:xfrm>
            <a:off x="6838197" y="1739242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914DD-DE75-9145-7826-3A8091ED0A3E}"/>
              </a:ext>
            </a:extLst>
          </p:cNvPr>
          <p:cNvSpPr txBox="1"/>
          <p:nvPr/>
        </p:nvSpPr>
        <p:spPr>
          <a:xfrm>
            <a:off x="6687810" y="2195661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ABB0F-2390-4795-0528-83FFFBE3A234}"/>
              </a:ext>
            </a:extLst>
          </p:cNvPr>
          <p:cNvSpPr txBox="1"/>
          <p:nvPr/>
        </p:nvSpPr>
        <p:spPr>
          <a:xfrm>
            <a:off x="6821172" y="688264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/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0B941C8-080B-3C83-9D8F-49F106616A6F}"/>
              </a:ext>
            </a:extLst>
          </p:cNvPr>
          <p:cNvSpPr txBox="1"/>
          <p:nvPr/>
        </p:nvSpPr>
        <p:spPr>
          <a:xfrm>
            <a:off x="7127224" y="4227920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F9376-D818-CBB5-9AE4-F34BEF643F73}"/>
              </a:ext>
            </a:extLst>
          </p:cNvPr>
          <p:cNvSpPr txBox="1"/>
          <p:nvPr/>
        </p:nvSpPr>
        <p:spPr>
          <a:xfrm>
            <a:off x="6974939" y="4553534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3B96C-CAD1-620A-F24D-5CAD845763DA}"/>
              </a:ext>
            </a:extLst>
          </p:cNvPr>
          <p:cNvSpPr txBox="1"/>
          <p:nvPr/>
        </p:nvSpPr>
        <p:spPr>
          <a:xfrm>
            <a:off x="6652957" y="3295855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 if asymmetric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/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338C388-5E9C-9370-BA9E-21505527FADF}"/>
              </a:ext>
            </a:extLst>
          </p:cNvPr>
          <p:cNvSpPr txBox="1"/>
          <p:nvPr/>
        </p:nvSpPr>
        <p:spPr>
          <a:xfrm>
            <a:off x="7177159" y="5249563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74E2B6-EE85-2A1C-AAE7-A54B508F7479}"/>
              </a:ext>
            </a:extLst>
          </p:cNvPr>
          <p:cNvSpPr txBox="1"/>
          <p:nvPr/>
        </p:nvSpPr>
        <p:spPr>
          <a:xfrm>
            <a:off x="7005985" y="5575177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53A0F2-E808-EFA8-156E-83C08C1B8AAB}"/>
              </a:ext>
            </a:extLst>
          </p:cNvPr>
          <p:cNvSpPr txBox="1"/>
          <p:nvPr/>
        </p:nvSpPr>
        <p:spPr>
          <a:xfrm>
            <a:off x="1302955" y="4164013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56F25-7EE8-526B-FA6C-E350B73FEB61}"/>
              </a:ext>
            </a:extLst>
          </p:cNvPr>
          <p:cNvSpPr txBox="1"/>
          <p:nvPr/>
        </p:nvSpPr>
        <p:spPr>
          <a:xfrm>
            <a:off x="1302954" y="4620432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A2623-5144-0C9B-DDE7-DCCC0704E684}"/>
              </a:ext>
            </a:extLst>
          </p:cNvPr>
          <p:cNvSpPr txBox="1"/>
          <p:nvPr/>
        </p:nvSpPr>
        <p:spPr>
          <a:xfrm>
            <a:off x="1302953" y="503104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B5D9F3-0574-61FE-471A-85E47C6BD7BD}"/>
              </a:ext>
            </a:extLst>
          </p:cNvPr>
          <p:cNvSpPr txBox="1"/>
          <p:nvPr/>
        </p:nvSpPr>
        <p:spPr>
          <a:xfrm>
            <a:off x="721673" y="5575177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303AE-9B61-7D1A-BD96-CD0A017445F4}"/>
              </a:ext>
            </a:extLst>
          </p:cNvPr>
          <p:cNvSpPr/>
          <p:nvPr/>
        </p:nvSpPr>
        <p:spPr>
          <a:xfrm>
            <a:off x="1187624" y="3665187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F725DF-7FDE-66E3-89D8-FAC354765D96}"/>
              </a:ext>
            </a:extLst>
          </p:cNvPr>
          <p:cNvSpPr/>
          <p:nvPr/>
        </p:nvSpPr>
        <p:spPr>
          <a:xfrm>
            <a:off x="1194515" y="6076305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F8075C96-94F2-5588-3BFC-16FA0CB72AAE}"/>
              </a:ext>
            </a:extLst>
          </p:cNvPr>
          <p:cNvCxnSpPr>
            <a:stCxn id="5" idx="3"/>
            <a:endCxn id="41" idx="3"/>
          </p:cNvCxnSpPr>
          <p:nvPr/>
        </p:nvCxnSpPr>
        <p:spPr>
          <a:xfrm>
            <a:off x="2555776" y="3835126"/>
            <a:ext cx="6891" cy="2411118"/>
          </a:xfrm>
          <a:prstGeom prst="bentConnector3">
            <a:avLst>
              <a:gd name="adj1" fmla="val 3417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FE244FA-B7CF-B1FA-A97E-3C520664F941}"/>
              </a:ext>
            </a:extLst>
          </p:cNvPr>
          <p:cNvCxnSpPr>
            <a:stCxn id="39" idx="3"/>
            <a:endCxn id="41" idx="3"/>
          </p:cNvCxnSpPr>
          <p:nvPr/>
        </p:nvCxnSpPr>
        <p:spPr>
          <a:xfrm>
            <a:off x="2350645" y="5705982"/>
            <a:ext cx="212022" cy="540262"/>
          </a:xfrm>
          <a:prstGeom prst="bentConnector3">
            <a:avLst>
              <a:gd name="adj1" fmla="val 2078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4696C41-8CCA-EB31-67C1-19E575A536E3}"/>
              </a:ext>
            </a:extLst>
          </p:cNvPr>
          <p:cNvSpPr/>
          <p:nvPr/>
        </p:nvSpPr>
        <p:spPr>
          <a:xfrm>
            <a:off x="2565668" y="5510562"/>
            <a:ext cx="404845" cy="404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665C6-7F03-2A00-10D0-6CE5BBDA486A}"/>
              </a:ext>
            </a:extLst>
          </p:cNvPr>
          <p:cNvSpPr txBox="1"/>
          <p:nvPr/>
        </p:nvSpPr>
        <p:spPr>
          <a:xfrm>
            <a:off x="2615653" y="5537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09160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/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174CE2-B9F5-7962-54FE-E0856DCEA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22" y="1508050"/>
                <a:ext cx="1628972" cy="2616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6B3363E-30D5-E509-1A88-E50B229152E3}"/>
              </a:ext>
            </a:extLst>
          </p:cNvPr>
          <p:cNvSpPr txBox="1"/>
          <p:nvPr/>
        </p:nvSpPr>
        <p:spPr>
          <a:xfrm>
            <a:off x="401907" y="196446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D48405-4FD4-4C06-0C7D-57E3A5CDB225}"/>
              </a:ext>
            </a:extLst>
          </p:cNvPr>
          <p:cNvSpPr txBox="1"/>
          <p:nvPr/>
        </p:nvSpPr>
        <p:spPr>
          <a:xfrm>
            <a:off x="251520" y="242088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FFE09-BC5C-C9F0-0F6F-C9D0A57E709F}"/>
              </a:ext>
            </a:extLst>
          </p:cNvPr>
          <p:cNvSpPr txBox="1"/>
          <p:nvPr/>
        </p:nvSpPr>
        <p:spPr>
          <a:xfrm>
            <a:off x="384882" y="91349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/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00012-798D-2CDB-FCFA-81686D99A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1481670"/>
                <a:ext cx="1628972" cy="2616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EB9715C-9C79-CD63-0761-E8F61A8BB9F8}"/>
              </a:ext>
            </a:extLst>
          </p:cNvPr>
          <p:cNvSpPr txBox="1"/>
          <p:nvPr/>
        </p:nvSpPr>
        <p:spPr>
          <a:xfrm>
            <a:off x="3644165" y="1938089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5B820C-AFE9-126E-40EB-2AD6CF7F9C39}"/>
              </a:ext>
            </a:extLst>
          </p:cNvPr>
          <p:cNvSpPr txBox="1"/>
          <p:nvPr/>
        </p:nvSpPr>
        <p:spPr>
          <a:xfrm>
            <a:off x="3493778" y="2394508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6E964-39B1-FE30-1CC5-07657D40D389}"/>
              </a:ext>
            </a:extLst>
          </p:cNvPr>
          <p:cNvSpPr txBox="1"/>
          <p:nvPr/>
        </p:nvSpPr>
        <p:spPr>
          <a:xfrm>
            <a:off x="3627140" y="88711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/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E382-6337-5EB2-5A37-987EFF85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12" y="1282823"/>
                <a:ext cx="1628972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D9A4A8D-0873-AEB5-6235-3EE3B6980042}"/>
              </a:ext>
            </a:extLst>
          </p:cNvPr>
          <p:cNvSpPr txBox="1"/>
          <p:nvPr/>
        </p:nvSpPr>
        <p:spPr>
          <a:xfrm>
            <a:off x="6838197" y="1739242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914DD-DE75-9145-7826-3A8091ED0A3E}"/>
              </a:ext>
            </a:extLst>
          </p:cNvPr>
          <p:cNvSpPr txBox="1"/>
          <p:nvPr/>
        </p:nvSpPr>
        <p:spPr>
          <a:xfrm>
            <a:off x="6687810" y="2195661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ABB0F-2390-4795-0528-83FFFBE3A234}"/>
              </a:ext>
            </a:extLst>
          </p:cNvPr>
          <p:cNvSpPr txBox="1"/>
          <p:nvPr/>
        </p:nvSpPr>
        <p:spPr>
          <a:xfrm>
            <a:off x="6821172" y="688264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/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7230ED-49FA-B2A6-A0D6-7FC8913C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015" y="3871888"/>
                <a:ext cx="1628972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0B941C8-080B-3C83-9D8F-49F106616A6F}"/>
              </a:ext>
            </a:extLst>
          </p:cNvPr>
          <p:cNvSpPr txBox="1"/>
          <p:nvPr/>
        </p:nvSpPr>
        <p:spPr>
          <a:xfrm>
            <a:off x="7127224" y="4227920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F9376-D818-CBB5-9AE4-F34BEF643F73}"/>
              </a:ext>
            </a:extLst>
          </p:cNvPr>
          <p:cNvSpPr txBox="1"/>
          <p:nvPr/>
        </p:nvSpPr>
        <p:spPr>
          <a:xfrm>
            <a:off x="6974939" y="4553534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3B96C-CAD1-620A-F24D-5CAD845763DA}"/>
              </a:ext>
            </a:extLst>
          </p:cNvPr>
          <p:cNvSpPr txBox="1"/>
          <p:nvPr/>
        </p:nvSpPr>
        <p:spPr>
          <a:xfrm>
            <a:off x="6652957" y="3295855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 if asymmetric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/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05C0B8-9DC9-7354-991E-3B993646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848" y="4923949"/>
                <a:ext cx="1628972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338C388-5E9C-9370-BA9E-21505527FADF}"/>
              </a:ext>
            </a:extLst>
          </p:cNvPr>
          <p:cNvSpPr txBox="1"/>
          <p:nvPr/>
        </p:nvSpPr>
        <p:spPr>
          <a:xfrm>
            <a:off x="7177159" y="5249563"/>
            <a:ext cx="132440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74E2B6-EE85-2A1C-AAE7-A54B508F7479}"/>
              </a:ext>
            </a:extLst>
          </p:cNvPr>
          <p:cNvSpPr txBox="1"/>
          <p:nvPr/>
        </p:nvSpPr>
        <p:spPr>
          <a:xfrm>
            <a:off x="7005985" y="5575177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53A0F2-E808-EFA8-156E-83C08C1B8AAB}"/>
              </a:ext>
            </a:extLst>
          </p:cNvPr>
          <p:cNvSpPr txBox="1"/>
          <p:nvPr/>
        </p:nvSpPr>
        <p:spPr>
          <a:xfrm>
            <a:off x="1302955" y="4164013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56F25-7EE8-526B-FA6C-E350B73FEB61}"/>
              </a:ext>
            </a:extLst>
          </p:cNvPr>
          <p:cNvSpPr txBox="1"/>
          <p:nvPr/>
        </p:nvSpPr>
        <p:spPr>
          <a:xfrm>
            <a:off x="1302954" y="4620432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A2623-5144-0C9B-DDE7-DCCC0704E684}"/>
              </a:ext>
            </a:extLst>
          </p:cNvPr>
          <p:cNvSpPr txBox="1"/>
          <p:nvPr/>
        </p:nvSpPr>
        <p:spPr>
          <a:xfrm>
            <a:off x="1302953" y="503104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Ext_conv3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B5D9F3-0574-61FE-471A-85E47C6BD7BD}"/>
              </a:ext>
            </a:extLst>
          </p:cNvPr>
          <p:cNvSpPr txBox="1"/>
          <p:nvPr/>
        </p:nvSpPr>
        <p:spPr>
          <a:xfrm>
            <a:off x="721673" y="5575177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303AE-9B61-7D1A-BD96-CD0A017445F4}"/>
              </a:ext>
            </a:extLst>
          </p:cNvPr>
          <p:cNvSpPr/>
          <p:nvPr/>
        </p:nvSpPr>
        <p:spPr>
          <a:xfrm>
            <a:off x="1187624" y="3665187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F725DF-7FDE-66E3-89D8-FAC354765D96}"/>
              </a:ext>
            </a:extLst>
          </p:cNvPr>
          <p:cNvSpPr/>
          <p:nvPr/>
        </p:nvSpPr>
        <p:spPr>
          <a:xfrm>
            <a:off x="1194515" y="6076305"/>
            <a:ext cx="1368152" cy="33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F8075C96-94F2-5588-3BFC-16FA0CB72AAE}"/>
              </a:ext>
            </a:extLst>
          </p:cNvPr>
          <p:cNvCxnSpPr>
            <a:stCxn id="5" idx="3"/>
            <a:endCxn id="41" idx="3"/>
          </p:cNvCxnSpPr>
          <p:nvPr/>
        </p:nvCxnSpPr>
        <p:spPr>
          <a:xfrm>
            <a:off x="2555776" y="3835126"/>
            <a:ext cx="6891" cy="2411118"/>
          </a:xfrm>
          <a:prstGeom prst="bentConnector3">
            <a:avLst>
              <a:gd name="adj1" fmla="val 3417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FE244FA-B7CF-B1FA-A97E-3C520664F941}"/>
              </a:ext>
            </a:extLst>
          </p:cNvPr>
          <p:cNvCxnSpPr>
            <a:stCxn id="39" idx="3"/>
            <a:endCxn id="41" idx="3"/>
          </p:cNvCxnSpPr>
          <p:nvPr/>
        </p:nvCxnSpPr>
        <p:spPr>
          <a:xfrm>
            <a:off x="2350645" y="5705982"/>
            <a:ext cx="212022" cy="540262"/>
          </a:xfrm>
          <a:prstGeom prst="bentConnector3">
            <a:avLst>
              <a:gd name="adj1" fmla="val 2078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4696C41-8CCA-EB31-67C1-19E575A536E3}"/>
              </a:ext>
            </a:extLst>
          </p:cNvPr>
          <p:cNvSpPr/>
          <p:nvPr/>
        </p:nvSpPr>
        <p:spPr>
          <a:xfrm>
            <a:off x="2565668" y="5510562"/>
            <a:ext cx="404845" cy="404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665C6-7F03-2A00-10D0-6CE5BBDA486A}"/>
              </a:ext>
            </a:extLst>
          </p:cNvPr>
          <p:cNvSpPr txBox="1"/>
          <p:nvPr/>
        </p:nvSpPr>
        <p:spPr>
          <a:xfrm>
            <a:off x="2615653" y="5537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0143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/>
              <p:nvPr/>
            </p:nvSpPr>
            <p:spPr>
              <a:xfrm rot="16200000">
                <a:off x="-2761518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C657E-499B-59C4-C200-E5259CE5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761518" y="998766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/>
              <p:nvPr/>
            </p:nvSpPr>
            <p:spPr>
              <a:xfrm rot="16200000">
                <a:off x="-2265944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421B60-6C2C-3147-8E30-2005EA8D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265944" y="998766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/>
              <p:nvPr/>
            </p:nvSpPr>
            <p:spPr>
              <a:xfrm>
                <a:off x="9064734" y="18385"/>
                <a:ext cx="29306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+ Conv (3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27708C-068B-F7B9-7EA7-CF0C6444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734" y="18385"/>
                <a:ext cx="2930610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7188735" y="7632511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8EF614C-F4CC-5738-49FF-9528310CC5F4}"/>
              </a:ext>
            </a:extLst>
          </p:cNvPr>
          <p:cNvSpPr/>
          <p:nvPr/>
        </p:nvSpPr>
        <p:spPr>
          <a:xfrm>
            <a:off x="-1880146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FFD16D1-BED6-99B9-3D75-ABC5660AE1FE}"/>
              </a:ext>
            </a:extLst>
          </p:cNvPr>
          <p:cNvSpPr/>
          <p:nvPr/>
        </p:nvSpPr>
        <p:spPr>
          <a:xfrm>
            <a:off x="-1398453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/>
              <p:nvPr/>
            </p:nvSpPr>
            <p:spPr>
              <a:xfrm rot="16200000">
                <a:off x="-1788197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87943B-C807-AD6C-997A-2D4D8B9F8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788197" y="998766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F965D9E1-7788-271F-70AA-E7D2B052E81F}"/>
              </a:ext>
            </a:extLst>
          </p:cNvPr>
          <p:cNvSpPr/>
          <p:nvPr/>
        </p:nvSpPr>
        <p:spPr>
          <a:xfrm>
            <a:off x="-906483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/>
              <p:nvPr/>
            </p:nvSpPr>
            <p:spPr>
              <a:xfrm rot="16200000">
                <a:off x="-1297408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5388A0-50B3-427E-3EAA-E32E803B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97408" y="998766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64BBF8F4-1FD7-6103-0E5A-81EB8ADA8852}"/>
              </a:ext>
            </a:extLst>
          </p:cNvPr>
          <p:cNvSpPr/>
          <p:nvPr/>
        </p:nvSpPr>
        <p:spPr>
          <a:xfrm>
            <a:off x="-410964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/>
              <p:nvPr/>
            </p:nvSpPr>
            <p:spPr>
              <a:xfrm rot="16200000">
                <a:off x="-793352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F017D2-75B1-F8AC-CA65-A953B7AC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93352" y="998766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-1533009" y="4696063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7338470" y="7162609"/>
            <a:ext cx="1181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BatchNorm2d(2) 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79F6C72-C60B-9C63-CCD9-B1063821ABC5}"/>
              </a:ext>
            </a:extLst>
          </p:cNvPr>
          <p:cNvSpPr/>
          <p:nvPr/>
        </p:nvSpPr>
        <p:spPr>
          <a:xfrm>
            <a:off x="62891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/>
              <p:nvPr/>
            </p:nvSpPr>
            <p:spPr>
              <a:xfrm rot="16200000">
                <a:off x="-334883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64A6BC-6CF9-4A39-CDF9-0A6330E5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4883" y="998767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Arrow 42">
            <a:extLst>
              <a:ext uri="{FF2B5EF4-FFF2-40B4-BE49-F238E27FC236}">
                <a16:creationId xmlns:a16="http://schemas.microsoft.com/office/drawing/2014/main" id="{776932CD-81BF-30AA-5A8F-17345AE8EA3C}"/>
              </a:ext>
            </a:extLst>
          </p:cNvPr>
          <p:cNvSpPr/>
          <p:nvPr/>
        </p:nvSpPr>
        <p:spPr>
          <a:xfrm>
            <a:off x="566947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/>
              <p:nvPr/>
            </p:nvSpPr>
            <p:spPr>
              <a:xfrm rot="16200000">
                <a:off x="183771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65E286-F5F0-E26C-5CE0-FF6D39BBA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3771" y="998767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Arrow 47">
            <a:extLst>
              <a:ext uri="{FF2B5EF4-FFF2-40B4-BE49-F238E27FC236}">
                <a16:creationId xmlns:a16="http://schemas.microsoft.com/office/drawing/2014/main" id="{486620B9-2050-D941-EDE9-ED2D26034089}"/>
              </a:ext>
            </a:extLst>
          </p:cNvPr>
          <p:cNvSpPr/>
          <p:nvPr/>
        </p:nvSpPr>
        <p:spPr>
          <a:xfrm>
            <a:off x="1071003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/>
              <p:nvPr/>
            </p:nvSpPr>
            <p:spPr>
              <a:xfrm rot="16200000">
                <a:off x="724423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9650DF-2805-B9CB-4D31-112F7252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4423" y="998767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>
            <a:extLst>
              <a:ext uri="{FF2B5EF4-FFF2-40B4-BE49-F238E27FC236}">
                <a16:creationId xmlns:a16="http://schemas.microsoft.com/office/drawing/2014/main" id="{D493CA9D-2FDF-4F61-77C3-887F60667965}"/>
              </a:ext>
            </a:extLst>
          </p:cNvPr>
          <p:cNvSpPr/>
          <p:nvPr/>
        </p:nvSpPr>
        <p:spPr>
          <a:xfrm>
            <a:off x="1599954" y="961239"/>
            <a:ext cx="144016" cy="33666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/>
              <p:nvPr/>
            </p:nvSpPr>
            <p:spPr>
              <a:xfrm rot="16200000">
                <a:off x="1222873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116BEF-0A18-0058-A47A-E26F657A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22873" y="998767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EA587CE3-75AF-1B55-DFC3-232DE91C68C3}"/>
              </a:ext>
            </a:extLst>
          </p:cNvPr>
          <p:cNvSpPr/>
          <p:nvPr/>
        </p:nvSpPr>
        <p:spPr>
          <a:xfrm>
            <a:off x="2093370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/>
              <p:nvPr/>
            </p:nvSpPr>
            <p:spPr>
              <a:xfrm rot="16200000">
                <a:off x="1726928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1024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C2FC6E-BC19-4579-8633-4F6D87F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26928" y="998767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ight Arrow 56">
            <a:extLst>
              <a:ext uri="{FF2B5EF4-FFF2-40B4-BE49-F238E27FC236}">
                <a16:creationId xmlns:a16="http://schemas.microsoft.com/office/drawing/2014/main" id="{E4EFF101-17C7-71F6-BCA0-0E0D0BDF0C87}"/>
              </a:ext>
            </a:extLst>
          </p:cNvPr>
          <p:cNvSpPr/>
          <p:nvPr/>
        </p:nvSpPr>
        <p:spPr>
          <a:xfrm>
            <a:off x="2610328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E307CD34-EC1B-7C90-EAC7-1674DDDCC4D1}"/>
              </a:ext>
            </a:extLst>
          </p:cNvPr>
          <p:cNvSpPr/>
          <p:nvPr/>
        </p:nvSpPr>
        <p:spPr>
          <a:xfrm>
            <a:off x="7536175" y="-618206"/>
            <a:ext cx="115939" cy="2710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/>
              <p:nvPr/>
            </p:nvSpPr>
            <p:spPr>
              <a:xfrm>
                <a:off x="9133277" y="896486"/>
                <a:ext cx="22942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Upsample (2) + Conv(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ReLU 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027C2F-2714-6E88-612A-85FCCA01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277" y="896486"/>
                <a:ext cx="2294218" cy="261610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/>
              <p:nvPr/>
            </p:nvSpPr>
            <p:spPr>
              <a:xfrm rot="16200000">
                <a:off x="2230984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AC7404-61EC-B543-F31A-4243E715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0984" y="998766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49A0D7-5F75-E305-3F92-04438E5291DB}"/>
              </a:ext>
            </a:extLst>
          </p:cNvPr>
          <p:cNvSpPr/>
          <p:nvPr/>
        </p:nvSpPr>
        <p:spPr>
          <a:xfrm>
            <a:off x="2810611" y="2188799"/>
            <a:ext cx="250194" cy="2365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/>
              <p:nvPr/>
            </p:nvSpPr>
            <p:spPr>
              <a:xfrm rot="16200000">
                <a:off x="2504769" y="998766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BB3C79A-93E2-0B62-A658-6F1E0CCC0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504769" y="998766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Arrow 75">
            <a:extLst>
              <a:ext uri="{FF2B5EF4-FFF2-40B4-BE49-F238E27FC236}">
                <a16:creationId xmlns:a16="http://schemas.microsoft.com/office/drawing/2014/main" id="{8AA0B4CB-9ABB-E320-DE17-96C3F4F8412A}"/>
              </a:ext>
            </a:extLst>
          </p:cNvPr>
          <p:cNvSpPr/>
          <p:nvPr/>
        </p:nvSpPr>
        <p:spPr>
          <a:xfrm>
            <a:off x="3393230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/>
              <p:nvPr/>
            </p:nvSpPr>
            <p:spPr>
              <a:xfrm rot="16200000">
                <a:off x="3031207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512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03A0E89-2C7E-6E66-A164-7089F039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31207" y="998766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ight Arrow 77">
            <a:extLst>
              <a:ext uri="{FF2B5EF4-FFF2-40B4-BE49-F238E27FC236}">
                <a16:creationId xmlns:a16="http://schemas.microsoft.com/office/drawing/2014/main" id="{0989CFFE-6FC5-E450-167C-D23D35067F2B}"/>
              </a:ext>
            </a:extLst>
          </p:cNvPr>
          <p:cNvSpPr/>
          <p:nvPr/>
        </p:nvSpPr>
        <p:spPr>
          <a:xfrm>
            <a:off x="3901985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/>
              <p:nvPr/>
            </p:nvSpPr>
            <p:spPr>
              <a:xfrm rot="16200000">
                <a:off x="3561864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4868131-3C52-AD9E-9FD4-BB312897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61864" y="998766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72C73D7-4927-4988-98F7-05493DC37A65}"/>
              </a:ext>
            </a:extLst>
          </p:cNvPr>
          <p:cNvSpPr/>
          <p:nvPr/>
        </p:nvSpPr>
        <p:spPr>
          <a:xfrm>
            <a:off x="4141490" y="2510681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B31EA516-6819-9733-DD6C-2A680CC0202E}"/>
              </a:ext>
            </a:extLst>
          </p:cNvPr>
          <p:cNvCxnSpPr>
            <a:cxnSpLocks/>
            <a:stCxn id="42" idx="1"/>
            <a:endCxn id="82" idx="1"/>
          </p:cNvCxnSpPr>
          <p:nvPr/>
        </p:nvCxnSpPr>
        <p:spPr>
          <a:xfrm rot="16200000" flipH="1">
            <a:off x="1852629" y="340091"/>
            <a:ext cx="800365" cy="37773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/>
              <p:nvPr/>
            </p:nvSpPr>
            <p:spPr>
              <a:xfrm rot="16200000">
                <a:off x="3841582" y="99876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A512A6C-EEC1-F76E-94D2-6531F194F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41582" y="998767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BCC03625-D8D8-E4E7-232D-DFEDED053357}"/>
              </a:ext>
            </a:extLst>
          </p:cNvPr>
          <p:cNvSpPr/>
          <p:nvPr/>
        </p:nvSpPr>
        <p:spPr>
          <a:xfrm>
            <a:off x="4733298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/>
              <p:nvPr/>
            </p:nvSpPr>
            <p:spPr>
              <a:xfrm rot="16200000">
                <a:off x="4380614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0A66EC0-5D04-EC51-511A-4A9CF9AB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80614" y="998767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>
            <a:extLst>
              <a:ext uri="{FF2B5EF4-FFF2-40B4-BE49-F238E27FC236}">
                <a16:creationId xmlns:a16="http://schemas.microsoft.com/office/drawing/2014/main" id="{0782E692-67E1-3D75-50F2-9522482160B9}"/>
              </a:ext>
            </a:extLst>
          </p:cNvPr>
          <p:cNvSpPr/>
          <p:nvPr/>
        </p:nvSpPr>
        <p:spPr>
          <a:xfrm>
            <a:off x="5259231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/>
              <p:nvPr/>
            </p:nvSpPr>
            <p:spPr>
              <a:xfrm rot="16200000">
                <a:off x="4895280" y="9987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2D11D61-BB20-C8F7-0C5D-1E426101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95280" y="998767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A84F8F-1AA2-D574-F020-FDCA7E92AAAA}"/>
              </a:ext>
            </a:extLst>
          </p:cNvPr>
          <p:cNvSpPr/>
          <p:nvPr/>
        </p:nvSpPr>
        <p:spPr>
          <a:xfrm>
            <a:off x="5465487" y="-625265"/>
            <a:ext cx="250195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/>
              <p:nvPr/>
            </p:nvSpPr>
            <p:spPr>
              <a:xfrm rot="16200000">
                <a:off x="5178173" y="998767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441EC7-1662-461B-8793-B2FA7AB1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178173" y="998767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ight Arrow 105">
            <a:extLst>
              <a:ext uri="{FF2B5EF4-FFF2-40B4-BE49-F238E27FC236}">
                <a16:creationId xmlns:a16="http://schemas.microsoft.com/office/drawing/2014/main" id="{1F46C72A-393C-3A11-5C7C-344E67B791ED}"/>
              </a:ext>
            </a:extLst>
          </p:cNvPr>
          <p:cNvSpPr/>
          <p:nvPr/>
        </p:nvSpPr>
        <p:spPr>
          <a:xfrm>
            <a:off x="6111563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/>
              <p:nvPr/>
            </p:nvSpPr>
            <p:spPr>
              <a:xfrm rot="16200000">
                <a:off x="5749949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0482F-4A03-EEBA-1AE7-E2A40200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749949" y="998766"/>
                <a:ext cx="1398032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78DE55A9-CB1B-83ED-D23E-4457705630F0}"/>
              </a:ext>
            </a:extLst>
          </p:cNvPr>
          <p:cNvSpPr/>
          <p:nvPr/>
        </p:nvSpPr>
        <p:spPr>
          <a:xfrm>
            <a:off x="6647994" y="961239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/>
              <p:nvPr/>
            </p:nvSpPr>
            <p:spPr>
              <a:xfrm rot="16200000">
                <a:off x="6263432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EF8891-E7E9-8E49-F7B1-F9FD754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263432" y="998766"/>
                <a:ext cx="1398032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-2323354" y="351552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/>
              <p:nvPr/>
            </p:nvSpPr>
            <p:spPr>
              <a:xfrm rot="16200000">
                <a:off x="6561507" y="998766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65912BE-7BD3-7FE5-F007-212AD8A29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61507" y="998766"/>
                <a:ext cx="1398032" cy="2616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ight Arrow 120">
            <a:extLst>
              <a:ext uri="{FF2B5EF4-FFF2-40B4-BE49-F238E27FC236}">
                <a16:creationId xmlns:a16="http://schemas.microsoft.com/office/drawing/2014/main" id="{760F7FB0-A4AD-BD0D-5DA1-F957C5B4E525}"/>
              </a:ext>
            </a:extLst>
          </p:cNvPr>
          <p:cNvSpPr/>
          <p:nvPr/>
        </p:nvSpPr>
        <p:spPr>
          <a:xfrm>
            <a:off x="7476132" y="961239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/>
              <p:nvPr/>
            </p:nvSpPr>
            <p:spPr>
              <a:xfrm rot="16200000">
                <a:off x="7151940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B3DF2E5-DD83-BBB5-FD5A-E693EDDF4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151940" y="998766"/>
                <a:ext cx="1398032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ight Arrow 122">
            <a:extLst>
              <a:ext uri="{FF2B5EF4-FFF2-40B4-BE49-F238E27FC236}">
                <a16:creationId xmlns:a16="http://schemas.microsoft.com/office/drawing/2014/main" id="{0FE0B6EC-4F04-98BE-3993-8A9C7EED44F6}"/>
              </a:ext>
            </a:extLst>
          </p:cNvPr>
          <p:cNvSpPr/>
          <p:nvPr/>
        </p:nvSpPr>
        <p:spPr>
          <a:xfrm>
            <a:off x="7983771" y="961239"/>
            <a:ext cx="144016" cy="3366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/>
              <p:nvPr/>
            </p:nvSpPr>
            <p:spPr>
              <a:xfrm rot="16200000">
                <a:off x="7585998" y="99876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256×3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5CDA8FE-D6F4-784D-071D-DC72C9A2D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585998" y="998766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BBA1FF77-3D0A-67BF-233C-F1A838B610A1}"/>
              </a:ext>
            </a:extLst>
          </p:cNvPr>
          <p:cNvCxnSpPr>
            <a:cxnSpLocks/>
            <a:stCxn id="49" idx="1"/>
            <a:endCxn id="63" idx="1"/>
          </p:cNvCxnSpPr>
          <p:nvPr/>
        </p:nvCxnSpPr>
        <p:spPr>
          <a:xfrm rot="16200000" flipH="1">
            <a:off x="1877784" y="1374243"/>
            <a:ext cx="478483" cy="13871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0D7882-E5F2-54EF-5FB2-D73C1A032913}"/>
              </a:ext>
            </a:extLst>
          </p:cNvPr>
          <p:cNvCxnSpPr>
            <a:cxnSpLocks/>
            <a:stCxn id="62" idx="1"/>
            <a:endCxn id="63" idx="0"/>
          </p:cNvCxnSpPr>
          <p:nvPr/>
        </p:nvCxnSpPr>
        <p:spPr>
          <a:xfrm>
            <a:off x="2930000" y="1828587"/>
            <a:ext cx="5708" cy="360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AAA42D74-E94A-0BA7-87EF-DE4CB453B6C2}"/>
              </a:ext>
            </a:extLst>
          </p:cNvPr>
          <p:cNvCxnSpPr>
            <a:cxnSpLocks/>
            <a:stCxn id="63" idx="3"/>
            <a:endCxn id="72" idx="1"/>
          </p:cNvCxnSpPr>
          <p:nvPr/>
        </p:nvCxnSpPr>
        <p:spPr>
          <a:xfrm flipV="1">
            <a:off x="3060805" y="1828587"/>
            <a:ext cx="142980" cy="4784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2A22B38-4004-5774-C9A9-8FB4E57C70A6}"/>
              </a:ext>
            </a:extLst>
          </p:cNvPr>
          <p:cNvCxnSpPr>
            <a:cxnSpLocks/>
            <a:stCxn id="81" idx="1"/>
            <a:endCxn id="82" idx="0"/>
          </p:cNvCxnSpPr>
          <p:nvPr/>
        </p:nvCxnSpPr>
        <p:spPr>
          <a:xfrm>
            <a:off x="4260880" y="1828587"/>
            <a:ext cx="5708" cy="682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4821267D-9926-CE91-7619-9F52893CDA17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 flipV="1">
            <a:off x="4391685" y="1828588"/>
            <a:ext cx="148913" cy="800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4B49AFC2-96B7-1111-668B-E645E5AC249E}"/>
              </a:ext>
            </a:extLst>
          </p:cNvPr>
          <p:cNvCxnSpPr>
            <a:stCxn id="33" idx="3"/>
            <a:endCxn id="97" idx="1"/>
          </p:cNvCxnSpPr>
          <p:nvPr/>
        </p:nvCxnSpPr>
        <p:spPr>
          <a:xfrm rot="5400000" flipH="1" flipV="1">
            <a:off x="1964773" y="-3070158"/>
            <a:ext cx="937548" cy="6063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1688032B-DC2E-C509-43F3-E89ABC4457CB}"/>
              </a:ext>
            </a:extLst>
          </p:cNvPr>
          <p:cNvCxnSpPr>
            <a:stCxn id="96" idx="3"/>
            <a:endCxn id="97" idx="2"/>
          </p:cNvCxnSpPr>
          <p:nvPr/>
        </p:nvCxnSpPr>
        <p:spPr>
          <a:xfrm flipH="1" flipV="1">
            <a:off x="5590585" y="-388721"/>
            <a:ext cx="3711" cy="819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DA50BFF6-3969-6859-F84D-954E2CFF00F0}"/>
              </a:ext>
            </a:extLst>
          </p:cNvPr>
          <p:cNvCxnSpPr>
            <a:stCxn id="97" idx="3"/>
            <a:endCxn id="102" idx="3"/>
          </p:cNvCxnSpPr>
          <p:nvPr/>
        </p:nvCxnSpPr>
        <p:spPr>
          <a:xfrm>
            <a:off x="5715682" y="-506993"/>
            <a:ext cx="161507" cy="9375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cxnSpLocks/>
            <a:stCxn id="89" idx="3"/>
            <a:endCxn id="112" idx="1"/>
          </p:cNvCxnSpPr>
          <p:nvPr/>
        </p:nvCxnSpPr>
        <p:spPr>
          <a:xfrm rot="5400000" flipH="1" flipV="1">
            <a:off x="-2707944" y="3710295"/>
            <a:ext cx="461091" cy="308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cxnSpLocks/>
            <a:stCxn id="112" idx="3"/>
            <a:endCxn id="98" idx="3"/>
          </p:cNvCxnSpPr>
          <p:nvPr/>
        </p:nvCxnSpPr>
        <p:spPr>
          <a:xfrm>
            <a:off x="-2073160" y="3633794"/>
            <a:ext cx="308700" cy="4549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7156090" y="8094176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7413350" y="7971331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F3753-6E3C-6E64-E76E-8B3D6836C13B}"/>
              </a:ext>
            </a:extLst>
          </p:cNvPr>
          <p:cNvSpPr/>
          <p:nvPr/>
        </p:nvSpPr>
        <p:spPr>
          <a:xfrm>
            <a:off x="8831026" y="-16453"/>
            <a:ext cx="2984782" cy="196170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E1E7AC36-7290-D67B-3178-F62BE317CAE3}"/>
              </a:ext>
            </a:extLst>
          </p:cNvPr>
          <p:cNvSpPr/>
          <p:nvPr/>
        </p:nvSpPr>
        <p:spPr>
          <a:xfrm>
            <a:off x="7536174" y="-230395"/>
            <a:ext cx="115939" cy="2710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70313-5974-24F4-9AEA-E90900D8EBD1}"/>
              </a:ext>
            </a:extLst>
          </p:cNvPr>
          <p:cNvSpPr/>
          <p:nvPr/>
        </p:nvSpPr>
        <p:spPr>
          <a:xfrm>
            <a:off x="7338849" y="6703984"/>
            <a:ext cx="48122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/>
              <p:nvPr/>
            </p:nvSpPr>
            <p:spPr>
              <a:xfrm rot="16200000">
                <a:off x="-3330460" y="466309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30460" y="4663096"/>
                <a:ext cx="1398032" cy="2616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ight Arrow 89">
            <a:extLst>
              <a:ext uri="{FF2B5EF4-FFF2-40B4-BE49-F238E27FC236}">
                <a16:creationId xmlns:a16="http://schemas.microsoft.com/office/drawing/2014/main" id="{17DAD53F-9D06-9E77-B75B-52758B1DFFFA}"/>
              </a:ext>
            </a:extLst>
          </p:cNvPr>
          <p:cNvSpPr/>
          <p:nvPr/>
        </p:nvSpPr>
        <p:spPr>
          <a:xfrm>
            <a:off x="-2424135" y="4619413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/>
              <p:nvPr/>
            </p:nvSpPr>
            <p:spPr>
              <a:xfrm rot="16200000">
                <a:off x="-2739151" y="465694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739151" y="4656940"/>
                <a:ext cx="1398032" cy="2616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D57F8A2-A162-96B6-B8C9-9E5651B91D86}"/>
                  </a:ext>
                </a:extLst>
              </p:cNvPr>
              <p:cNvSpPr txBox="1"/>
              <p:nvPr/>
            </p:nvSpPr>
            <p:spPr>
              <a:xfrm>
                <a:off x="7242322" y="7486367"/>
                <a:ext cx="1661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D57F8A2-A162-96B6-B8C9-9E5651B91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322" y="7486367"/>
                <a:ext cx="1661039" cy="461665"/>
              </a:xfrm>
              <a:prstGeom prst="rect">
                <a:avLst/>
              </a:prstGeom>
              <a:blipFill>
                <a:blip r:embed="rId29"/>
                <a:stretch>
                  <a:fillRect r="-6061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/>
              <p:nvPr/>
            </p:nvSpPr>
            <p:spPr>
              <a:xfrm rot="16200000">
                <a:off x="-2463476" y="4656940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463476" y="4656940"/>
                <a:ext cx="1398032" cy="2616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ight Arrow 98">
            <a:extLst>
              <a:ext uri="{FF2B5EF4-FFF2-40B4-BE49-F238E27FC236}">
                <a16:creationId xmlns:a16="http://schemas.microsoft.com/office/drawing/2014/main" id="{EE642B5D-0E43-1754-6009-A07499463D75}"/>
              </a:ext>
            </a:extLst>
          </p:cNvPr>
          <p:cNvSpPr/>
          <p:nvPr/>
        </p:nvSpPr>
        <p:spPr>
          <a:xfrm>
            <a:off x="7166922" y="719753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26957B17-187F-949A-EF3A-12870083D664}"/>
              </a:ext>
            </a:extLst>
          </p:cNvPr>
          <p:cNvSpPr/>
          <p:nvPr/>
        </p:nvSpPr>
        <p:spPr>
          <a:xfrm>
            <a:off x="-1317245" y="4685523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>
            <a:extLst>
              <a:ext uri="{FF2B5EF4-FFF2-40B4-BE49-F238E27FC236}">
                <a16:creationId xmlns:a16="http://schemas.microsoft.com/office/drawing/2014/main" id="{07A40881-4BD3-1AC2-CF3B-344555A0CE5E}"/>
              </a:ext>
            </a:extLst>
          </p:cNvPr>
          <p:cNvSpPr/>
          <p:nvPr/>
        </p:nvSpPr>
        <p:spPr>
          <a:xfrm>
            <a:off x="7159567" y="6677946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/>
              <p:nvPr/>
            </p:nvSpPr>
            <p:spPr>
              <a:xfrm rot="16200000">
                <a:off x="-1684799" y="466445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684799" y="4664454"/>
                <a:ext cx="1398032" cy="2616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5DDEAC-FE35-B5F5-20FB-2CB8FAA486C5}"/>
                  </a:ext>
                </a:extLst>
              </p:cNvPr>
              <p:cNvSpPr txBox="1"/>
              <p:nvPr/>
            </p:nvSpPr>
            <p:spPr>
              <a:xfrm>
                <a:off x="9959239" y="6670621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5DDEAC-FE35-B5F5-20FB-2CB8FAA48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239" y="6670621"/>
                <a:ext cx="1139051" cy="261610"/>
              </a:xfrm>
              <a:prstGeom prst="rect">
                <a:avLst/>
              </a:prstGeom>
              <a:blipFill>
                <a:blip r:embed="rId3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C8EC3A72-20D6-3BB7-8015-7473E6148CC1}"/>
              </a:ext>
            </a:extLst>
          </p:cNvPr>
          <p:cNvSpPr txBox="1"/>
          <p:nvPr/>
        </p:nvSpPr>
        <p:spPr>
          <a:xfrm>
            <a:off x="10037283" y="7101228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C71A7BD-2F1D-02E4-834F-24E0D8E1A72D}"/>
              </a:ext>
            </a:extLst>
          </p:cNvPr>
          <p:cNvSpPr txBox="1"/>
          <p:nvPr/>
        </p:nvSpPr>
        <p:spPr>
          <a:xfrm>
            <a:off x="10288153" y="750559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78D191-8476-F184-8480-96F7CE2B01B9}"/>
              </a:ext>
            </a:extLst>
          </p:cNvPr>
          <p:cNvSpPr txBox="1"/>
          <p:nvPr/>
        </p:nvSpPr>
        <p:spPr>
          <a:xfrm>
            <a:off x="10115327" y="8295285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4B06E61-A0DE-888F-E43E-DB61BE1EA46F}"/>
              </a:ext>
            </a:extLst>
          </p:cNvPr>
          <p:cNvSpPr txBox="1"/>
          <p:nvPr/>
        </p:nvSpPr>
        <p:spPr>
          <a:xfrm>
            <a:off x="10294467" y="881996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5B132A-6951-FA12-D4FD-7B6FBB5E9613}"/>
                  </a:ext>
                </a:extLst>
              </p:cNvPr>
              <p:cNvSpPr txBox="1"/>
              <p:nvPr/>
            </p:nvSpPr>
            <p:spPr>
              <a:xfrm>
                <a:off x="9959238" y="791561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5B132A-6951-FA12-D4FD-7B6FBB5E9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238" y="7915618"/>
                <a:ext cx="1139051" cy="261610"/>
              </a:xfrm>
              <a:prstGeom prst="rect">
                <a:avLst/>
              </a:prstGeom>
              <a:blipFill>
                <a:blip r:embed="rId33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D6B8401-B010-2964-D110-EF0CED87C13A}"/>
                  </a:ext>
                </a:extLst>
              </p:cNvPr>
              <p:cNvSpPr txBox="1"/>
              <p:nvPr/>
            </p:nvSpPr>
            <p:spPr>
              <a:xfrm>
                <a:off x="9963176" y="9185363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D6B8401-B010-2964-D110-EF0CED87C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176" y="9185363"/>
                <a:ext cx="1139051" cy="261610"/>
              </a:xfrm>
              <a:prstGeom prst="rect">
                <a:avLst/>
              </a:prstGeom>
              <a:blipFill>
                <a:blip r:embed="rId3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4A56B8DB-155F-F09C-819B-ADA5191C6BF9}"/>
              </a:ext>
            </a:extLst>
          </p:cNvPr>
          <p:cNvSpPr txBox="1"/>
          <p:nvPr/>
        </p:nvSpPr>
        <p:spPr>
          <a:xfrm>
            <a:off x="10052944" y="9535846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D0E3CA5-EF66-DFF7-B39C-416D1B336C6C}"/>
              </a:ext>
            </a:extLst>
          </p:cNvPr>
          <p:cNvSpPr txBox="1"/>
          <p:nvPr/>
        </p:nvSpPr>
        <p:spPr>
          <a:xfrm>
            <a:off x="10366197" y="9866377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62ACA319-696E-DA19-D2C9-56D08DE3CB60}"/>
              </a:ext>
            </a:extLst>
          </p:cNvPr>
          <p:cNvSpPr/>
          <p:nvPr/>
        </p:nvSpPr>
        <p:spPr>
          <a:xfrm>
            <a:off x="-776818" y="4707618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5526F18-67F1-6AAA-0FD2-9393F03E84C7}"/>
                  </a:ext>
                </a:extLst>
              </p:cNvPr>
              <p:cNvSpPr txBox="1"/>
              <p:nvPr/>
            </p:nvSpPr>
            <p:spPr>
              <a:xfrm>
                <a:off x="4745957" y="888808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5526F18-67F1-6AAA-0FD2-9393F03E8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957" y="8888086"/>
                <a:ext cx="1139051" cy="261610"/>
              </a:xfrm>
              <a:prstGeom prst="rect">
                <a:avLst/>
              </a:prstGeom>
              <a:blipFill>
                <a:blip r:embed="rId35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ight Arrow 132">
            <a:extLst>
              <a:ext uri="{FF2B5EF4-FFF2-40B4-BE49-F238E27FC236}">
                <a16:creationId xmlns:a16="http://schemas.microsoft.com/office/drawing/2014/main" id="{30CF2A6C-1414-3EBA-F160-8E6E33C42752}"/>
              </a:ext>
            </a:extLst>
          </p:cNvPr>
          <p:cNvSpPr/>
          <p:nvPr/>
        </p:nvSpPr>
        <p:spPr>
          <a:xfrm>
            <a:off x="6039690" y="884454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ight Arrow 133">
            <a:extLst>
              <a:ext uri="{FF2B5EF4-FFF2-40B4-BE49-F238E27FC236}">
                <a16:creationId xmlns:a16="http://schemas.microsoft.com/office/drawing/2014/main" id="{BD521762-1994-8BB3-005C-2A7E800F74EC}"/>
              </a:ext>
            </a:extLst>
          </p:cNvPr>
          <p:cNvSpPr/>
          <p:nvPr/>
        </p:nvSpPr>
        <p:spPr>
          <a:xfrm>
            <a:off x="6292509" y="8825174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C8C3EE64-EC68-84E6-4648-C4F1406849CD}"/>
              </a:ext>
            </a:extLst>
          </p:cNvPr>
          <p:cNvSpPr/>
          <p:nvPr/>
        </p:nvSpPr>
        <p:spPr>
          <a:xfrm>
            <a:off x="6602813" y="8909228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ight Arrow 135">
            <a:extLst>
              <a:ext uri="{FF2B5EF4-FFF2-40B4-BE49-F238E27FC236}">
                <a16:creationId xmlns:a16="http://schemas.microsoft.com/office/drawing/2014/main" id="{90017558-B808-16FF-9752-5234B76221BF}"/>
              </a:ext>
            </a:extLst>
          </p:cNvPr>
          <p:cNvSpPr/>
          <p:nvPr/>
        </p:nvSpPr>
        <p:spPr>
          <a:xfrm>
            <a:off x="6800986" y="8899116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Arrow 136">
            <a:extLst>
              <a:ext uri="{FF2B5EF4-FFF2-40B4-BE49-F238E27FC236}">
                <a16:creationId xmlns:a16="http://schemas.microsoft.com/office/drawing/2014/main" id="{8A196979-8B7F-AB69-55CD-FE49C0F17008}"/>
              </a:ext>
            </a:extLst>
          </p:cNvPr>
          <p:cNvSpPr/>
          <p:nvPr/>
        </p:nvSpPr>
        <p:spPr>
          <a:xfrm>
            <a:off x="7053805" y="8879748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33033E-5354-2E46-D287-91D928C64FFE}"/>
                  </a:ext>
                </a:extLst>
              </p:cNvPr>
              <p:cNvSpPr txBox="1"/>
              <p:nvPr/>
            </p:nvSpPr>
            <p:spPr>
              <a:xfrm>
                <a:off x="7302028" y="892060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33033E-5354-2E46-D287-91D928C6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028" y="8920606"/>
                <a:ext cx="1139051" cy="261610"/>
              </a:xfrm>
              <a:prstGeom prst="rect">
                <a:avLst/>
              </a:prstGeom>
              <a:blipFill>
                <a:blip r:embed="rId36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ight Arrow 138">
            <a:extLst>
              <a:ext uri="{FF2B5EF4-FFF2-40B4-BE49-F238E27FC236}">
                <a16:creationId xmlns:a16="http://schemas.microsoft.com/office/drawing/2014/main" id="{BC189ACF-5EA5-16C0-F7D2-AB8F7185A503}"/>
              </a:ext>
            </a:extLst>
          </p:cNvPr>
          <p:cNvSpPr/>
          <p:nvPr/>
        </p:nvSpPr>
        <p:spPr>
          <a:xfrm>
            <a:off x="8595761" y="887706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Arrow 139">
            <a:extLst>
              <a:ext uri="{FF2B5EF4-FFF2-40B4-BE49-F238E27FC236}">
                <a16:creationId xmlns:a16="http://schemas.microsoft.com/office/drawing/2014/main" id="{55484C82-305F-88B6-A679-9F71F4F17248}"/>
              </a:ext>
            </a:extLst>
          </p:cNvPr>
          <p:cNvSpPr/>
          <p:nvPr/>
        </p:nvSpPr>
        <p:spPr>
          <a:xfrm>
            <a:off x="8848580" y="8857694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B31DB-5535-C3ED-943D-A4BFBBD46130}"/>
              </a:ext>
            </a:extLst>
          </p:cNvPr>
          <p:cNvSpPr/>
          <p:nvPr/>
        </p:nvSpPr>
        <p:spPr>
          <a:xfrm>
            <a:off x="9667615" y="6450731"/>
            <a:ext cx="1710910" cy="3912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F1E2B05-A235-EBCE-9181-BB64D2174C7E}"/>
              </a:ext>
            </a:extLst>
          </p:cNvPr>
          <p:cNvSpPr/>
          <p:nvPr/>
        </p:nvSpPr>
        <p:spPr>
          <a:xfrm>
            <a:off x="-410964" y="4707618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/>
              <p:nvPr/>
            </p:nvSpPr>
            <p:spPr>
              <a:xfrm rot="16200000">
                <a:off x="-693732" y="47365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93732" y="4736562"/>
                <a:ext cx="1398032" cy="2616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8E12C1AB-2C1F-E6D7-FB8F-2E4C82636342}"/>
              </a:ext>
            </a:extLst>
          </p:cNvPr>
          <p:cNvSpPr/>
          <p:nvPr/>
        </p:nvSpPr>
        <p:spPr>
          <a:xfrm>
            <a:off x="246298" y="472304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/>
              <p:nvPr/>
            </p:nvSpPr>
            <p:spPr>
              <a:xfrm rot="16200000">
                <a:off x="-1264" y="47365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64" y="4736562"/>
                <a:ext cx="1398032" cy="2616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CEB97400-0184-46CF-C6CD-AE6EEFA06869}"/>
              </a:ext>
            </a:extLst>
          </p:cNvPr>
          <p:cNvSpPr/>
          <p:nvPr/>
        </p:nvSpPr>
        <p:spPr>
          <a:xfrm>
            <a:off x="937881" y="473050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/>
              <p:nvPr/>
            </p:nvSpPr>
            <p:spPr>
              <a:xfrm rot="16200000">
                <a:off x="690319" y="474402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0319" y="4744020"/>
                <a:ext cx="1398032" cy="2616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angle 147">
            <a:extLst>
              <a:ext uri="{FF2B5EF4-FFF2-40B4-BE49-F238E27FC236}">
                <a16:creationId xmlns:a16="http://schemas.microsoft.com/office/drawing/2014/main" id="{9B926101-E255-BBFD-23F5-94E396774295}"/>
              </a:ext>
            </a:extLst>
          </p:cNvPr>
          <p:cNvSpPr/>
          <p:nvPr/>
        </p:nvSpPr>
        <p:spPr>
          <a:xfrm>
            <a:off x="1618936" y="472304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/>
              <p:nvPr/>
            </p:nvSpPr>
            <p:spPr>
              <a:xfrm rot="16200000">
                <a:off x="1371374" y="473656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71374" y="4736562"/>
                <a:ext cx="1398032" cy="2616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61EB44A-6FB2-9AD5-F2C7-80A58F8C7CF4}"/>
              </a:ext>
            </a:extLst>
          </p:cNvPr>
          <p:cNvSpPr/>
          <p:nvPr/>
        </p:nvSpPr>
        <p:spPr>
          <a:xfrm>
            <a:off x="2374566" y="4735987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F85EDBB-031E-41F3-B2C0-E968CBE1A0C0}"/>
              </a:ext>
            </a:extLst>
          </p:cNvPr>
          <p:cNvSpPr/>
          <p:nvPr/>
        </p:nvSpPr>
        <p:spPr>
          <a:xfrm>
            <a:off x="2740420" y="473598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/>
              <p:nvPr/>
            </p:nvSpPr>
            <p:spPr>
              <a:xfrm rot="16200000">
                <a:off x="2457652" y="476493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57652" y="4764931"/>
                <a:ext cx="1398032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295A6924-7B82-38FE-F044-E06E6D07613D}"/>
              </a:ext>
            </a:extLst>
          </p:cNvPr>
          <p:cNvSpPr/>
          <p:nvPr/>
        </p:nvSpPr>
        <p:spPr>
          <a:xfrm>
            <a:off x="3362636" y="4745981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/>
              <p:nvPr/>
            </p:nvSpPr>
            <p:spPr>
              <a:xfrm rot="16200000">
                <a:off x="3079868" y="477492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79868" y="4774925"/>
                <a:ext cx="1398032" cy="2616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ectangle 154">
            <a:extLst>
              <a:ext uri="{FF2B5EF4-FFF2-40B4-BE49-F238E27FC236}">
                <a16:creationId xmlns:a16="http://schemas.microsoft.com/office/drawing/2014/main" id="{2312433D-1B43-D53C-F4FC-762DCE8BE7DD}"/>
              </a:ext>
            </a:extLst>
          </p:cNvPr>
          <p:cNvSpPr/>
          <p:nvPr/>
        </p:nvSpPr>
        <p:spPr>
          <a:xfrm>
            <a:off x="4029648" y="476994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/>
              <p:nvPr/>
            </p:nvSpPr>
            <p:spPr>
              <a:xfrm rot="16200000">
                <a:off x="3746880" y="479889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46880" y="4798891"/>
                <a:ext cx="1398032" cy="2616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4007A87D-C29C-0AD4-ABEA-52A313824095}"/>
              </a:ext>
            </a:extLst>
          </p:cNvPr>
          <p:cNvSpPr/>
          <p:nvPr/>
        </p:nvSpPr>
        <p:spPr>
          <a:xfrm>
            <a:off x="4639059" y="6450731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3A3A3B7-36F7-ECED-83BE-6B63DED2941D}"/>
              </a:ext>
            </a:extLst>
          </p:cNvPr>
          <p:cNvSpPr/>
          <p:nvPr/>
        </p:nvSpPr>
        <p:spPr>
          <a:xfrm>
            <a:off x="4674120" y="4785753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/>
              <p:nvPr/>
            </p:nvSpPr>
            <p:spPr>
              <a:xfrm rot="16200000">
                <a:off x="4434513" y="481218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34513" y="4812188"/>
                <a:ext cx="1398032" cy="2616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5F471AF0-6F17-ECD7-82C7-A30C3C27931A}"/>
              </a:ext>
            </a:extLst>
          </p:cNvPr>
          <p:cNvSpPr/>
          <p:nvPr/>
        </p:nvSpPr>
        <p:spPr>
          <a:xfrm>
            <a:off x="5402135" y="482278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/>
              <p:nvPr/>
            </p:nvSpPr>
            <p:spPr>
              <a:xfrm rot="16200000">
                <a:off x="5119367" y="485173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119367" y="4851733"/>
                <a:ext cx="1398032" cy="2616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ectangle 161">
            <a:extLst>
              <a:ext uri="{FF2B5EF4-FFF2-40B4-BE49-F238E27FC236}">
                <a16:creationId xmlns:a16="http://schemas.microsoft.com/office/drawing/2014/main" id="{B063C707-E602-585A-B844-B7C9A16A651A}"/>
              </a:ext>
            </a:extLst>
          </p:cNvPr>
          <p:cNvSpPr/>
          <p:nvPr/>
        </p:nvSpPr>
        <p:spPr>
          <a:xfrm>
            <a:off x="6007066" y="4887615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/>
              <p:nvPr/>
            </p:nvSpPr>
            <p:spPr>
              <a:xfrm rot="16200000">
                <a:off x="5724298" y="49165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724298" y="4916559"/>
                <a:ext cx="1398032" cy="2616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Rectangle 163">
            <a:extLst>
              <a:ext uri="{FF2B5EF4-FFF2-40B4-BE49-F238E27FC236}">
                <a16:creationId xmlns:a16="http://schemas.microsoft.com/office/drawing/2014/main" id="{1CA2D062-41E4-0860-39D2-BBC9C63E40CF}"/>
              </a:ext>
            </a:extLst>
          </p:cNvPr>
          <p:cNvSpPr/>
          <p:nvPr/>
        </p:nvSpPr>
        <p:spPr>
          <a:xfrm>
            <a:off x="6688847" y="485977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/>
              <p:nvPr/>
            </p:nvSpPr>
            <p:spPr>
              <a:xfrm rot="16200000">
                <a:off x="6406079" y="48887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406079" y="4888723"/>
                <a:ext cx="1398032" cy="2616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Rectangle 165">
            <a:extLst>
              <a:ext uri="{FF2B5EF4-FFF2-40B4-BE49-F238E27FC236}">
                <a16:creationId xmlns:a16="http://schemas.microsoft.com/office/drawing/2014/main" id="{7D534292-3642-C235-FA1D-0B220162F319}"/>
              </a:ext>
            </a:extLst>
          </p:cNvPr>
          <p:cNvSpPr/>
          <p:nvPr/>
        </p:nvSpPr>
        <p:spPr>
          <a:xfrm>
            <a:off x="7337530" y="4825297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/>
              <p:nvPr/>
            </p:nvSpPr>
            <p:spPr>
              <a:xfrm rot="16200000">
                <a:off x="7097923" y="485173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097923" y="4851732"/>
                <a:ext cx="1398032" cy="2616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Rectangle 167">
            <a:extLst>
              <a:ext uri="{FF2B5EF4-FFF2-40B4-BE49-F238E27FC236}">
                <a16:creationId xmlns:a16="http://schemas.microsoft.com/office/drawing/2014/main" id="{8B74475F-69FC-C8B4-6710-E67F6F763730}"/>
              </a:ext>
            </a:extLst>
          </p:cNvPr>
          <p:cNvSpPr/>
          <p:nvPr/>
        </p:nvSpPr>
        <p:spPr>
          <a:xfrm>
            <a:off x="8072536" y="483236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/>
              <p:nvPr/>
            </p:nvSpPr>
            <p:spPr>
              <a:xfrm rot="16200000">
                <a:off x="7789768" y="486131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89768" y="4861313"/>
                <a:ext cx="1398032" cy="2616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ectangle 169">
            <a:extLst>
              <a:ext uri="{FF2B5EF4-FFF2-40B4-BE49-F238E27FC236}">
                <a16:creationId xmlns:a16="http://schemas.microsoft.com/office/drawing/2014/main" id="{1099166E-DAB2-EE04-472A-85DFF694C3CC}"/>
              </a:ext>
            </a:extLst>
          </p:cNvPr>
          <p:cNvSpPr/>
          <p:nvPr/>
        </p:nvSpPr>
        <p:spPr>
          <a:xfrm>
            <a:off x="5402135" y="7031803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F6F9E6C-836B-2E81-2780-94DA573FFE45}"/>
              </a:ext>
            </a:extLst>
          </p:cNvPr>
          <p:cNvSpPr/>
          <p:nvPr/>
        </p:nvSpPr>
        <p:spPr>
          <a:xfrm>
            <a:off x="8741682" y="4793901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/>
              <p:nvPr/>
            </p:nvSpPr>
            <p:spPr>
              <a:xfrm rot="16200000">
                <a:off x="8565066" y="483399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565066" y="4833996"/>
                <a:ext cx="1398032" cy="2616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Rectangle 172">
            <a:extLst>
              <a:ext uri="{FF2B5EF4-FFF2-40B4-BE49-F238E27FC236}">
                <a16:creationId xmlns:a16="http://schemas.microsoft.com/office/drawing/2014/main" id="{3F28E1A0-2BF8-EDA7-A3DF-3DFE5525230D}"/>
              </a:ext>
            </a:extLst>
          </p:cNvPr>
          <p:cNvSpPr/>
          <p:nvPr/>
        </p:nvSpPr>
        <p:spPr>
          <a:xfrm>
            <a:off x="9469166" y="4770484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/>
              <p:nvPr/>
            </p:nvSpPr>
            <p:spPr>
              <a:xfrm rot="16200000">
                <a:off x="9222429" y="484591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222429" y="4845913"/>
                <a:ext cx="1398032" cy="2616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Rectangle 174">
            <a:extLst>
              <a:ext uri="{FF2B5EF4-FFF2-40B4-BE49-F238E27FC236}">
                <a16:creationId xmlns:a16="http://schemas.microsoft.com/office/drawing/2014/main" id="{50B2DF36-B451-0A1C-9F50-E8711D0A7137}"/>
              </a:ext>
            </a:extLst>
          </p:cNvPr>
          <p:cNvSpPr/>
          <p:nvPr/>
        </p:nvSpPr>
        <p:spPr>
          <a:xfrm>
            <a:off x="10129191" y="4813522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/>
              <p:nvPr/>
            </p:nvSpPr>
            <p:spPr>
              <a:xfrm rot="16200000">
                <a:off x="9882454" y="488895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882454" y="4888951"/>
                <a:ext cx="1398032" cy="2616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Rectangle 176">
            <a:extLst>
              <a:ext uri="{FF2B5EF4-FFF2-40B4-BE49-F238E27FC236}">
                <a16:creationId xmlns:a16="http://schemas.microsoft.com/office/drawing/2014/main" id="{00F2C450-A192-6D64-3D15-CA5974F6C911}"/>
              </a:ext>
            </a:extLst>
          </p:cNvPr>
          <p:cNvSpPr/>
          <p:nvPr/>
        </p:nvSpPr>
        <p:spPr>
          <a:xfrm>
            <a:off x="10834663" y="4819493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B295640-BA32-586D-EE32-FF87B83DC954}"/>
                  </a:ext>
                </a:extLst>
              </p:cNvPr>
              <p:cNvSpPr txBox="1"/>
              <p:nvPr/>
            </p:nvSpPr>
            <p:spPr>
              <a:xfrm rot="16200000">
                <a:off x="10658047" y="490129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B295640-BA32-586D-EE32-FF87B83D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658047" y="4901290"/>
                <a:ext cx="1398032" cy="2616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79C75B99-073D-543E-D871-7E49535BB144}"/>
              </a:ext>
            </a:extLst>
          </p:cNvPr>
          <p:cNvSpPr/>
          <p:nvPr/>
        </p:nvSpPr>
        <p:spPr>
          <a:xfrm>
            <a:off x="11602012" y="479066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F9E0875-DB7E-C992-171A-E6F16EF0A278}"/>
                  </a:ext>
                </a:extLst>
              </p:cNvPr>
              <p:cNvSpPr txBox="1"/>
              <p:nvPr/>
            </p:nvSpPr>
            <p:spPr>
              <a:xfrm rot="16200000">
                <a:off x="11427133" y="486679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F9E0875-DB7E-C992-171A-E6F16EF0A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27133" y="4866793"/>
                <a:ext cx="1398032" cy="2616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601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Arrow 22">
            <a:extLst>
              <a:ext uri="{FF2B5EF4-FFF2-40B4-BE49-F238E27FC236}">
                <a16:creationId xmlns:a16="http://schemas.microsoft.com/office/drawing/2014/main" id="{E495EBCD-2755-096D-F36A-5EEDEAB78BF7}"/>
              </a:ext>
            </a:extLst>
          </p:cNvPr>
          <p:cNvSpPr/>
          <p:nvPr/>
        </p:nvSpPr>
        <p:spPr>
          <a:xfrm>
            <a:off x="6005484" y="4022519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-3936604" y="1106981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E2EBD-B3FB-D51B-58D2-45F961E2D7A7}"/>
              </a:ext>
            </a:extLst>
          </p:cNvPr>
          <p:cNvSpPr txBox="1"/>
          <p:nvPr/>
        </p:nvSpPr>
        <p:spPr>
          <a:xfrm>
            <a:off x="6155219" y="3552617"/>
            <a:ext cx="1181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BatchNorm2d(2) 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-4726949" y="-73560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cxnSpLocks/>
            <a:stCxn id="89" idx="3"/>
            <a:endCxn id="112" idx="1"/>
          </p:cNvCxnSpPr>
          <p:nvPr/>
        </p:nvCxnSpPr>
        <p:spPr>
          <a:xfrm rot="5400000" flipH="1" flipV="1">
            <a:off x="-5111539" y="121213"/>
            <a:ext cx="461091" cy="308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cxnSpLocks/>
            <a:stCxn id="112" idx="3"/>
            <a:endCxn id="98" idx="3"/>
          </p:cNvCxnSpPr>
          <p:nvPr/>
        </p:nvCxnSpPr>
        <p:spPr>
          <a:xfrm>
            <a:off x="-4476755" y="44712"/>
            <a:ext cx="308700" cy="4549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FA03155A-2308-667E-F415-19FEA8349965}"/>
              </a:ext>
            </a:extLst>
          </p:cNvPr>
          <p:cNvSpPr/>
          <p:nvPr/>
        </p:nvSpPr>
        <p:spPr>
          <a:xfrm>
            <a:off x="5972839" y="4484184"/>
            <a:ext cx="150971" cy="142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09AFB65-0B34-93C7-2FFD-534F1FD2DB59}"/>
              </a:ext>
            </a:extLst>
          </p:cNvPr>
          <p:cNvSpPr txBox="1"/>
          <p:nvPr/>
        </p:nvSpPr>
        <p:spPr>
          <a:xfrm>
            <a:off x="6230099" y="4361339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70313-5974-24F4-9AEA-E90900D8EBD1}"/>
              </a:ext>
            </a:extLst>
          </p:cNvPr>
          <p:cNvSpPr/>
          <p:nvPr/>
        </p:nvSpPr>
        <p:spPr>
          <a:xfrm>
            <a:off x="6155598" y="3093992"/>
            <a:ext cx="48122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/>
              <p:nvPr/>
            </p:nvSpPr>
            <p:spPr>
              <a:xfrm rot="16200000">
                <a:off x="-5734055" y="107401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734055" y="1074014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ight Arrow 89">
            <a:extLst>
              <a:ext uri="{FF2B5EF4-FFF2-40B4-BE49-F238E27FC236}">
                <a16:creationId xmlns:a16="http://schemas.microsoft.com/office/drawing/2014/main" id="{17DAD53F-9D06-9E77-B75B-52758B1DFFFA}"/>
              </a:ext>
            </a:extLst>
          </p:cNvPr>
          <p:cNvSpPr/>
          <p:nvPr/>
        </p:nvSpPr>
        <p:spPr>
          <a:xfrm>
            <a:off x="-4827730" y="1030331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/>
              <p:nvPr/>
            </p:nvSpPr>
            <p:spPr>
              <a:xfrm rot="16200000">
                <a:off x="-5142746" y="106785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142746" y="1067858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D57F8A2-A162-96B6-B8C9-9E5651B91D86}"/>
                  </a:ext>
                </a:extLst>
              </p:cNvPr>
              <p:cNvSpPr txBox="1"/>
              <p:nvPr/>
            </p:nvSpPr>
            <p:spPr>
              <a:xfrm>
                <a:off x="6059071" y="3876375"/>
                <a:ext cx="1661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D57F8A2-A162-96B6-B8C9-9E5651B91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071" y="3876375"/>
                <a:ext cx="166103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/>
              <p:nvPr/>
            </p:nvSpPr>
            <p:spPr>
              <a:xfrm rot="16200000">
                <a:off x="-4867071" y="1067858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867071" y="1067858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ight Arrow 98">
            <a:extLst>
              <a:ext uri="{FF2B5EF4-FFF2-40B4-BE49-F238E27FC236}">
                <a16:creationId xmlns:a16="http://schemas.microsoft.com/office/drawing/2014/main" id="{EE642B5D-0E43-1754-6009-A07499463D75}"/>
              </a:ext>
            </a:extLst>
          </p:cNvPr>
          <p:cNvSpPr/>
          <p:nvPr/>
        </p:nvSpPr>
        <p:spPr>
          <a:xfrm>
            <a:off x="5983671" y="3587540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26957B17-187F-949A-EF3A-12870083D664}"/>
              </a:ext>
            </a:extLst>
          </p:cNvPr>
          <p:cNvSpPr/>
          <p:nvPr/>
        </p:nvSpPr>
        <p:spPr>
          <a:xfrm>
            <a:off x="-3720840" y="1096441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>
            <a:extLst>
              <a:ext uri="{FF2B5EF4-FFF2-40B4-BE49-F238E27FC236}">
                <a16:creationId xmlns:a16="http://schemas.microsoft.com/office/drawing/2014/main" id="{07A40881-4BD3-1AC2-CF3B-344555A0CE5E}"/>
              </a:ext>
            </a:extLst>
          </p:cNvPr>
          <p:cNvSpPr/>
          <p:nvPr/>
        </p:nvSpPr>
        <p:spPr>
          <a:xfrm>
            <a:off x="5976316" y="3067954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/>
              <p:nvPr/>
            </p:nvSpPr>
            <p:spPr>
              <a:xfrm rot="16200000">
                <a:off x="-4088394" y="107537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088394" y="1075372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5DDEAC-FE35-B5F5-20FB-2CB8FAA486C5}"/>
                  </a:ext>
                </a:extLst>
              </p:cNvPr>
              <p:cNvSpPr txBox="1"/>
              <p:nvPr/>
            </p:nvSpPr>
            <p:spPr>
              <a:xfrm>
                <a:off x="8775988" y="306062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5DDEAC-FE35-B5F5-20FB-2CB8FAA48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988" y="3060629"/>
                <a:ext cx="1139051" cy="261610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C8EC3A72-20D6-3BB7-8015-7473E6148CC1}"/>
              </a:ext>
            </a:extLst>
          </p:cNvPr>
          <p:cNvSpPr txBox="1"/>
          <p:nvPr/>
        </p:nvSpPr>
        <p:spPr>
          <a:xfrm>
            <a:off x="8854032" y="3491236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C71A7BD-2F1D-02E4-834F-24E0D8E1A72D}"/>
              </a:ext>
            </a:extLst>
          </p:cNvPr>
          <p:cNvSpPr txBox="1"/>
          <p:nvPr/>
        </p:nvSpPr>
        <p:spPr>
          <a:xfrm>
            <a:off x="9104902" y="3895600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78D191-8476-F184-8480-96F7CE2B01B9}"/>
              </a:ext>
            </a:extLst>
          </p:cNvPr>
          <p:cNvSpPr txBox="1"/>
          <p:nvPr/>
        </p:nvSpPr>
        <p:spPr>
          <a:xfrm>
            <a:off x="8932076" y="4685293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4B06E61-A0DE-888F-E43E-DB61BE1EA46F}"/>
              </a:ext>
            </a:extLst>
          </p:cNvPr>
          <p:cNvSpPr txBox="1"/>
          <p:nvPr/>
        </p:nvSpPr>
        <p:spPr>
          <a:xfrm>
            <a:off x="9111216" y="5209970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5B132A-6951-FA12-D4FD-7B6FBB5E9613}"/>
                  </a:ext>
                </a:extLst>
              </p:cNvPr>
              <p:cNvSpPr txBox="1"/>
              <p:nvPr/>
            </p:nvSpPr>
            <p:spPr>
              <a:xfrm>
                <a:off x="8775987" y="430562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5B132A-6951-FA12-D4FD-7B6FBB5E9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987" y="4305626"/>
                <a:ext cx="1139051" cy="26161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D6B8401-B010-2964-D110-EF0CED87C13A}"/>
                  </a:ext>
                </a:extLst>
              </p:cNvPr>
              <p:cNvSpPr txBox="1"/>
              <p:nvPr/>
            </p:nvSpPr>
            <p:spPr>
              <a:xfrm>
                <a:off x="8779925" y="5575371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D6B8401-B010-2964-D110-EF0CED87C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925" y="5575371"/>
                <a:ext cx="1139051" cy="261610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4A56B8DB-155F-F09C-819B-ADA5191C6BF9}"/>
              </a:ext>
            </a:extLst>
          </p:cNvPr>
          <p:cNvSpPr txBox="1"/>
          <p:nvPr/>
        </p:nvSpPr>
        <p:spPr>
          <a:xfrm>
            <a:off x="8869693" y="5925854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D0E3CA5-EF66-DFF7-B39C-416D1B336C6C}"/>
              </a:ext>
            </a:extLst>
          </p:cNvPr>
          <p:cNvSpPr txBox="1"/>
          <p:nvPr/>
        </p:nvSpPr>
        <p:spPr>
          <a:xfrm>
            <a:off x="9182946" y="6256385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62ACA319-696E-DA19-D2C9-56D08DE3CB60}"/>
              </a:ext>
            </a:extLst>
          </p:cNvPr>
          <p:cNvSpPr/>
          <p:nvPr/>
        </p:nvSpPr>
        <p:spPr>
          <a:xfrm>
            <a:off x="-3091719" y="-70316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5526F18-67F1-6AAA-0FD2-9393F03E84C7}"/>
                  </a:ext>
                </a:extLst>
              </p:cNvPr>
              <p:cNvSpPr txBox="1"/>
              <p:nvPr/>
            </p:nvSpPr>
            <p:spPr>
              <a:xfrm>
                <a:off x="3562706" y="5278094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5526F18-67F1-6AAA-0FD2-9393F03E8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06" y="5278094"/>
                <a:ext cx="1139051" cy="261610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ight Arrow 132">
            <a:extLst>
              <a:ext uri="{FF2B5EF4-FFF2-40B4-BE49-F238E27FC236}">
                <a16:creationId xmlns:a16="http://schemas.microsoft.com/office/drawing/2014/main" id="{30CF2A6C-1414-3EBA-F160-8E6E33C42752}"/>
              </a:ext>
            </a:extLst>
          </p:cNvPr>
          <p:cNvSpPr/>
          <p:nvPr/>
        </p:nvSpPr>
        <p:spPr>
          <a:xfrm>
            <a:off x="4856439" y="5234550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ight Arrow 133">
            <a:extLst>
              <a:ext uri="{FF2B5EF4-FFF2-40B4-BE49-F238E27FC236}">
                <a16:creationId xmlns:a16="http://schemas.microsoft.com/office/drawing/2014/main" id="{BD521762-1994-8BB3-005C-2A7E800F74EC}"/>
              </a:ext>
            </a:extLst>
          </p:cNvPr>
          <p:cNvSpPr/>
          <p:nvPr/>
        </p:nvSpPr>
        <p:spPr>
          <a:xfrm>
            <a:off x="5109258" y="5215182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C8C3EE64-EC68-84E6-4648-C4F1406849CD}"/>
              </a:ext>
            </a:extLst>
          </p:cNvPr>
          <p:cNvSpPr/>
          <p:nvPr/>
        </p:nvSpPr>
        <p:spPr>
          <a:xfrm>
            <a:off x="5419562" y="5299236"/>
            <a:ext cx="107175" cy="25054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ight Arrow 135">
            <a:extLst>
              <a:ext uri="{FF2B5EF4-FFF2-40B4-BE49-F238E27FC236}">
                <a16:creationId xmlns:a16="http://schemas.microsoft.com/office/drawing/2014/main" id="{90017558-B808-16FF-9752-5234B76221BF}"/>
              </a:ext>
            </a:extLst>
          </p:cNvPr>
          <p:cNvSpPr/>
          <p:nvPr/>
        </p:nvSpPr>
        <p:spPr>
          <a:xfrm>
            <a:off x="5617735" y="5289124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Arrow 136">
            <a:extLst>
              <a:ext uri="{FF2B5EF4-FFF2-40B4-BE49-F238E27FC236}">
                <a16:creationId xmlns:a16="http://schemas.microsoft.com/office/drawing/2014/main" id="{8A196979-8B7F-AB69-55CD-FE49C0F17008}"/>
              </a:ext>
            </a:extLst>
          </p:cNvPr>
          <p:cNvSpPr/>
          <p:nvPr/>
        </p:nvSpPr>
        <p:spPr>
          <a:xfrm>
            <a:off x="5870554" y="5269756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33033E-5354-2E46-D287-91D928C64FFE}"/>
                  </a:ext>
                </a:extLst>
              </p:cNvPr>
              <p:cNvSpPr txBox="1"/>
              <p:nvPr/>
            </p:nvSpPr>
            <p:spPr>
              <a:xfrm>
                <a:off x="6118777" y="5310614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533033E-5354-2E46-D287-91D928C6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777" y="5310614"/>
                <a:ext cx="1139051" cy="261610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ight Arrow 138">
            <a:extLst>
              <a:ext uri="{FF2B5EF4-FFF2-40B4-BE49-F238E27FC236}">
                <a16:creationId xmlns:a16="http://schemas.microsoft.com/office/drawing/2014/main" id="{BC189ACF-5EA5-16C0-F7D2-AB8F7185A503}"/>
              </a:ext>
            </a:extLst>
          </p:cNvPr>
          <p:cNvSpPr/>
          <p:nvPr/>
        </p:nvSpPr>
        <p:spPr>
          <a:xfrm>
            <a:off x="7412510" y="5267070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Arrow 139">
            <a:extLst>
              <a:ext uri="{FF2B5EF4-FFF2-40B4-BE49-F238E27FC236}">
                <a16:creationId xmlns:a16="http://schemas.microsoft.com/office/drawing/2014/main" id="{55484C82-305F-88B6-A679-9F71F4F17248}"/>
              </a:ext>
            </a:extLst>
          </p:cNvPr>
          <p:cNvSpPr/>
          <p:nvPr/>
        </p:nvSpPr>
        <p:spPr>
          <a:xfrm>
            <a:off x="7665329" y="5247702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B31DB-5535-C3ED-943D-A4BFBBD46130}"/>
              </a:ext>
            </a:extLst>
          </p:cNvPr>
          <p:cNvSpPr/>
          <p:nvPr/>
        </p:nvSpPr>
        <p:spPr>
          <a:xfrm>
            <a:off x="8484364" y="2840739"/>
            <a:ext cx="1710910" cy="3912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F1E2B05-A235-EBCE-9181-BB64D2174C7E}"/>
              </a:ext>
            </a:extLst>
          </p:cNvPr>
          <p:cNvSpPr/>
          <p:nvPr/>
        </p:nvSpPr>
        <p:spPr>
          <a:xfrm>
            <a:off x="-3148314" y="1092300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/>
              <p:nvPr/>
            </p:nvSpPr>
            <p:spPr>
              <a:xfrm rot="16200000">
                <a:off x="-3132922" y="107921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132922" y="1079217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8E12C1AB-2C1F-E6D7-FB8F-2E4C82636342}"/>
              </a:ext>
            </a:extLst>
          </p:cNvPr>
          <p:cNvSpPr/>
          <p:nvPr/>
        </p:nvSpPr>
        <p:spPr>
          <a:xfrm>
            <a:off x="-2157297" y="113396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/>
              <p:nvPr/>
            </p:nvSpPr>
            <p:spPr>
              <a:xfrm rot="16200000">
                <a:off x="-2404859" y="114748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404859" y="1147480"/>
                <a:ext cx="1398032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CEB97400-0184-46CF-C6CD-AE6EEFA06869}"/>
              </a:ext>
            </a:extLst>
          </p:cNvPr>
          <p:cNvSpPr/>
          <p:nvPr/>
        </p:nvSpPr>
        <p:spPr>
          <a:xfrm>
            <a:off x="-1465714" y="1141425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/>
              <p:nvPr/>
            </p:nvSpPr>
            <p:spPr>
              <a:xfrm rot="16200000">
                <a:off x="-1713276" y="115493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713276" y="1154938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angle 147">
            <a:extLst>
              <a:ext uri="{FF2B5EF4-FFF2-40B4-BE49-F238E27FC236}">
                <a16:creationId xmlns:a16="http://schemas.microsoft.com/office/drawing/2014/main" id="{9B926101-E255-BBFD-23F5-94E396774295}"/>
              </a:ext>
            </a:extLst>
          </p:cNvPr>
          <p:cNvSpPr/>
          <p:nvPr/>
        </p:nvSpPr>
        <p:spPr>
          <a:xfrm>
            <a:off x="-765260" y="1141425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/>
              <p:nvPr/>
            </p:nvSpPr>
            <p:spPr>
              <a:xfrm rot="16200000">
                <a:off x="-982388" y="114748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982388" y="1147480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61EB44A-6FB2-9AD5-F2C7-80A58F8C7CF4}"/>
              </a:ext>
            </a:extLst>
          </p:cNvPr>
          <p:cNvSpPr/>
          <p:nvPr/>
        </p:nvSpPr>
        <p:spPr>
          <a:xfrm>
            <a:off x="674214" y="44712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F85EDBB-031E-41F3-B2C0-E968CBE1A0C0}"/>
              </a:ext>
            </a:extLst>
          </p:cNvPr>
          <p:cNvSpPr/>
          <p:nvPr/>
        </p:nvSpPr>
        <p:spPr>
          <a:xfrm>
            <a:off x="710612" y="1175710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/>
              <p:nvPr/>
            </p:nvSpPr>
            <p:spPr>
              <a:xfrm rot="16200000">
                <a:off x="842508" y="116493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2508" y="1164934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295A6924-7B82-38FE-F044-E06E6D07613D}"/>
              </a:ext>
            </a:extLst>
          </p:cNvPr>
          <p:cNvSpPr/>
          <p:nvPr/>
        </p:nvSpPr>
        <p:spPr>
          <a:xfrm>
            <a:off x="1817508" y="1221844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/>
              <p:nvPr/>
            </p:nvSpPr>
            <p:spPr>
              <a:xfrm rot="16200000">
                <a:off x="1619286" y="1202196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19286" y="1202196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ectangle 154">
            <a:extLst>
              <a:ext uri="{FF2B5EF4-FFF2-40B4-BE49-F238E27FC236}">
                <a16:creationId xmlns:a16="http://schemas.microsoft.com/office/drawing/2014/main" id="{2312433D-1B43-D53C-F4FC-762DCE8BE7DD}"/>
              </a:ext>
            </a:extLst>
          </p:cNvPr>
          <p:cNvSpPr/>
          <p:nvPr/>
        </p:nvSpPr>
        <p:spPr>
          <a:xfrm>
            <a:off x="2570226" y="123582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/>
              <p:nvPr/>
            </p:nvSpPr>
            <p:spPr>
              <a:xfrm rot="16200000">
                <a:off x="2344475" y="125680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344475" y="1256801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4007A87D-C29C-0AD4-ABEA-52A313824095}"/>
              </a:ext>
            </a:extLst>
          </p:cNvPr>
          <p:cNvSpPr/>
          <p:nvPr/>
        </p:nvSpPr>
        <p:spPr>
          <a:xfrm>
            <a:off x="3455808" y="2840739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3A3A3B7-36F7-ECED-83BE-6B63DED2941D}"/>
              </a:ext>
            </a:extLst>
          </p:cNvPr>
          <p:cNvSpPr/>
          <p:nvPr/>
        </p:nvSpPr>
        <p:spPr>
          <a:xfrm>
            <a:off x="3252983" y="1281978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/>
              <p:nvPr/>
            </p:nvSpPr>
            <p:spPr>
              <a:xfrm rot="16200000">
                <a:off x="3117438" y="125694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17438" y="1256947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5F471AF0-6F17-ECD7-82C7-A30C3C27931A}"/>
              </a:ext>
            </a:extLst>
          </p:cNvPr>
          <p:cNvSpPr/>
          <p:nvPr/>
        </p:nvSpPr>
        <p:spPr>
          <a:xfrm>
            <a:off x="4075414" y="1298682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/>
              <p:nvPr/>
            </p:nvSpPr>
            <p:spPr>
              <a:xfrm rot="16200000">
                <a:off x="3849153" y="125132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49153" y="1251321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ectangle 161">
            <a:extLst>
              <a:ext uri="{FF2B5EF4-FFF2-40B4-BE49-F238E27FC236}">
                <a16:creationId xmlns:a16="http://schemas.microsoft.com/office/drawing/2014/main" id="{B063C707-E602-585A-B844-B7C9A16A651A}"/>
              </a:ext>
            </a:extLst>
          </p:cNvPr>
          <p:cNvSpPr/>
          <p:nvPr/>
        </p:nvSpPr>
        <p:spPr>
          <a:xfrm>
            <a:off x="4823815" y="1277623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/>
              <p:nvPr/>
            </p:nvSpPr>
            <p:spPr>
              <a:xfrm rot="16200000">
                <a:off x="4541047" y="130656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41047" y="1306567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Rectangle 163">
            <a:extLst>
              <a:ext uri="{FF2B5EF4-FFF2-40B4-BE49-F238E27FC236}">
                <a16:creationId xmlns:a16="http://schemas.microsoft.com/office/drawing/2014/main" id="{1CA2D062-41E4-0860-39D2-BBC9C63E40CF}"/>
              </a:ext>
            </a:extLst>
          </p:cNvPr>
          <p:cNvSpPr/>
          <p:nvPr/>
        </p:nvSpPr>
        <p:spPr>
          <a:xfrm>
            <a:off x="5505596" y="124978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/>
              <p:nvPr/>
            </p:nvSpPr>
            <p:spPr>
              <a:xfrm rot="16200000">
                <a:off x="5222828" y="127873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22828" y="1278731"/>
                <a:ext cx="139803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Rectangle 165">
            <a:extLst>
              <a:ext uri="{FF2B5EF4-FFF2-40B4-BE49-F238E27FC236}">
                <a16:creationId xmlns:a16="http://schemas.microsoft.com/office/drawing/2014/main" id="{7D534292-3642-C235-FA1D-0B220162F319}"/>
              </a:ext>
            </a:extLst>
          </p:cNvPr>
          <p:cNvSpPr/>
          <p:nvPr/>
        </p:nvSpPr>
        <p:spPr>
          <a:xfrm>
            <a:off x="6154279" y="1215305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/>
              <p:nvPr/>
            </p:nvSpPr>
            <p:spPr>
              <a:xfrm rot="16200000">
                <a:off x="5914672" y="124174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14672" y="1241740"/>
                <a:ext cx="139803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Rectangle 167">
            <a:extLst>
              <a:ext uri="{FF2B5EF4-FFF2-40B4-BE49-F238E27FC236}">
                <a16:creationId xmlns:a16="http://schemas.microsoft.com/office/drawing/2014/main" id="{8B74475F-69FC-C8B4-6710-E67F6F763730}"/>
              </a:ext>
            </a:extLst>
          </p:cNvPr>
          <p:cNvSpPr/>
          <p:nvPr/>
        </p:nvSpPr>
        <p:spPr>
          <a:xfrm>
            <a:off x="6889285" y="1222377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/>
              <p:nvPr/>
            </p:nvSpPr>
            <p:spPr>
              <a:xfrm rot="16200000">
                <a:off x="6606517" y="125132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06517" y="1251321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ectangle 169">
            <a:extLst>
              <a:ext uri="{FF2B5EF4-FFF2-40B4-BE49-F238E27FC236}">
                <a16:creationId xmlns:a16="http://schemas.microsoft.com/office/drawing/2014/main" id="{1099166E-DAB2-EE04-472A-85DFF694C3CC}"/>
              </a:ext>
            </a:extLst>
          </p:cNvPr>
          <p:cNvSpPr/>
          <p:nvPr/>
        </p:nvSpPr>
        <p:spPr>
          <a:xfrm>
            <a:off x="4218884" y="3421811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F6F9E6C-836B-2E81-2780-94DA573FFE45}"/>
              </a:ext>
            </a:extLst>
          </p:cNvPr>
          <p:cNvSpPr/>
          <p:nvPr/>
        </p:nvSpPr>
        <p:spPr>
          <a:xfrm>
            <a:off x="7577120" y="1307056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/>
              <p:nvPr/>
            </p:nvSpPr>
            <p:spPr>
              <a:xfrm rot="16200000">
                <a:off x="7813306" y="122340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13306" y="1223404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Rectangle 172">
            <a:extLst>
              <a:ext uri="{FF2B5EF4-FFF2-40B4-BE49-F238E27FC236}">
                <a16:creationId xmlns:a16="http://schemas.microsoft.com/office/drawing/2014/main" id="{3F28E1A0-2BF8-EDA7-A3DF-3DFE5525230D}"/>
              </a:ext>
            </a:extLst>
          </p:cNvPr>
          <p:cNvSpPr/>
          <p:nvPr/>
        </p:nvSpPr>
        <p:spPr>
          <a:xfrm>
            <a:off x="8717406" y="1159892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/>
              <p:nvPr/>
            </p:nvSpPr>
            <p:spPr>
              <a:xfrm rot="16200000">
                <a:off x="8470669" y="123532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70669" y="1235321"/>
                <a:ext cx="139803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Rectangle 174">
            <a:extLst>
              <a:ext uri="{FF2B5EF4-FFF2-40B4-BE49-F238E27FC236}">
                <a16:creationId xmlns:a16="http://schemas.microsoft.com/office/drawing/2014/main" id="{50B2DF36-B451-0A1C-9F50-E8711D0A7137}"/>
              </a:ext>
            </a:extLst>
          </p:cNvPr>
          <p:cNvSpPr/>
          <p:nvPr/>
        </p:nvSpPr>
        <p:spPr>
          <a:xfrm>
            <a:off x="9377431" y="1202930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/>
              <p:nvPr/>
            </p:nvSpPr>
            <p:spPr>
              <a:xfrm rot="16200000">
                <a:off x="9130694" y="127835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30694" y="1278359"/>
                <a:ext cx="1398032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Rectangle 176">
            <a:extLst>
              <a:ext uri="{FF2B5EF4-FFF2-40B4-BE49-F238E27FC236}">
                <a16:creationId xmlns:a16="http://schemas.microsoft.com/office/drawing/2014/main" id="{00F2C450-A192-6D64-3D15-CA5974F6C911}"/>
              </a:ext>
            </a:extLst>
          </p:cNvPr>
          <p:cNvSpPr/>
          <p:nvPr/>
        </p:nvSpPr>
        <p:spPr>
          <a:xfrm>
            <a:off x="11651223" y="5753484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B295640-BA32-586D-EE32-FF87B83DC954}"/>
                  </a:ext>
                </a:extLst>
              </p:cNvPr>
              <p:cNvSpPr txBox="1"/>
              <p:nvPr/>
            </p:nvSpPr>
            <p:spPr>
              <a:xfrm rot="16200000">
                <a:off x="11474607" y="583528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B295640-BA32-586D-EE32-FF87B83D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74607" y="5835281"/>
                <a:ext cx="1398032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Rectangle 178">
            <a:extLst>
              <a:ext uri="{FF2B5EF4-FFF2-40B4-BE49-F238E27FC236}">
                <a16:creationId xmlns:a16="http://schemas.microsoft.com/office/drawing/2014/main" id="{79C75B99-073D-543E-D871-7E49535BB144}"/>
              </a:ext>
            </a:extLst>
          </p:cNvPr>
          <p:cNvSpPr/>
          <p:nvPr/>
        </p:nvSpPr>
        <p:spPr>
          <a:xfrm>
            <a:off x="12418572" y="5724658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F9E0875-DB7E-C992-171A-E6F16EF0A278}"/>
                  </a:ext>
                </a:extLst>
              </p:cNvPr>
              <p:cNvSpPr txBox="1"/>
              <p:nvPr/>
            </p:nvSpPr>
            <p:spPr>
              <a:xfrm rot="16200000">
                <a:off x="12243693" y="580078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F9E0875-DB7E-C992-171A-E6F16EF0A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243693" y="5800784"/>
                <a:ext cx="1398032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49102A0-49DF-4A2F-B6E6-3DC3461B05B2}"/>
              </a:ext>
            </a:extLst>
          </p:cNvPr>
          <p:cNvCxnSpPr>
            <a:stCxn id="103" idx="3"/>
            <a:endCxn id="119" idx="1"/>
          </p:cNvCxnSpPr>
          <p:nvPr/>
        </p:nvCxnSpPr>
        <p:spPr>
          <a:xfrm rot="5400000" flipH="1" flipV="1">
            <a:off x="-3470151" y="128730"/>
            <a:ext cx="459205" cy="2976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4CF3E88-D974-488C-9F6E-9202EC859988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-2841525" y="47956"/>
            <a:ext cx="66861" cy="11519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E503D5-0479-44BD-9FCD-DE0375E8FB35}"/>
              </a:ext>
            </a:extLst>
          </p:cNvPr>
          <p:cNvCxnSpPr>
            <a:stCxn id="141" idx="3"/>
            <a:endCxn id="143" idx="0"/>
          </p:cNvCxnSpPr>
          <p:nvPr/>
        </p:nvCxnSpPr>
        <p:spPr>
          <a:xfrm flipV="1">
            <a:off x="-2934518" y="1210022"/>
            <a:ext cx="369807" cy="1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6841C4-8BC2-440E-8B75-16B471712BF9}"/>
              </a:ext>
            </a:extLst>
          </p:cNvPr>
          <p:cNvGrpSpPr/>
          <p:nvPr/>
        </p:nvGrpSpPr>
        <p:grpSpPr>
          <a:xfrm>
            <a:off x="-2894927" y="1011376"/>
            <a:ext cx="300082" cy="369332"/>
            <a:chOff x="-1569749" y="2883288"/>
            <a:chExt cx="300082" cy="36933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DB815F-9B18-4DCF-B262-3A72DE117FE6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0F5E73-058A-41EA-9CF5-097701E0DA18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70CC3A1-7B5E-4686-B772-39FE9B7C08E1}"/>
              </a:ext>
            </a:extLst>
          </p:cNvPr>
          <p:cNvSpPr/>
          <p:nvPr/>
        </p:nvSpPr>
        <p:spPr>
          <a:xfrm>
            <a:off x="-98485" y="1158879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276416A-3860-4CF1-B6E3-6C5700143590}"/>
                  </a:ext>
                </a:extLst>
              </p:cNvPr>
              <p:cNvSpPr txBox="1"/>
              <p:nvPr/>
            </p:nvSpPr>
            <p:spPr>
              <a:xfrm rot="16200000">
                <a:off x="-315613" y="116493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276416A-3860-4CF1-B6E3-6C5700143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15613" y="1164934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F26B2F5-C8DF-48AE-A52C-913B73DE7491}"/>
              </a:ext>
            </a:extLst>
          </p:cNvPr>
          <p:cNvCxnSpPr>
            <a:stCxn id="182" idx="3"/>
            <a:endCxn id="150" idx="1"/>
          </p:cNvCxnSpPr>
          <p:nvPr/>
        </p:nvCxnSpPr>
        <p:spPr>
          <a:xfrm rot="5400000" flipH="1" flipV="1">
            <a:off x="311939" y="234449"/>
            <a:ext cx="433739" cy="2908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8B02FC-B1AC-44AD-A737-5D7882535DA5}"/>
              </a:ext>
            </a:extLst>
          </p:cNvPr>
          <p:cNvCxnSpPr>
            <a:stCxn id="151" idx="3"/>
            <a:endCxn id="152" idx="0"/>
          </p:cNvCxnSpPr>
          <p:nvPr/>
        </p:nvCxnSpPr>
        <p:spPr>
          <a:xfrm flipV="1">
            <a:off x="924408" y="1295739"/>
            <a:ext cx="486311" cy="1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AC24124-E2D6-4015-BE0B-7F8BA6D28ED7}"/>
              </a:ext>
            </a:extLst>
          </p:cNvPr>
          <p:cNvCxnSpPr>
            <a:stCxn id="150" idx="3"/>
          </p:cNvCxnSpPr>
          <p:nvPr/>
        </p:nvCxnSpPr>
        <p:spPr>
          <a:xfrm>
            <a:off x="924408" y="162984"/>
            <a:ext cx="243155" cy="11695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C310E34-6A90-4DC6-9FD1-C3A1276611A5}"/>
              </a:ext>
            </a:extLst>
          </p:cNvPr>
          <p:cNvGrpSpPr/>
          <p:nvPr/>
        </p:nvGrpSpPr>
        <p:grpSpPr>
          <a:xfrm>
            <a:off x="1030021" y="1133967"/>
            <a:ext cx="300082" cy="369332"/>
            <a:chOff x="-1569749" y="2883288"/>
            <a:chExt cx="300082" cy="369332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8FCA243-D4DB-402F-ACBE-C25D130AF4D9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BAF1F8DD-450F-4AE1-B320-DA7DB38455E9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AD48A4F-027B-47A7-88A5-FFDE9E2ECAF8}"/>
                  </a:ext>
                </a:extLst>
              </p:cNvPr>
              <p:cNvSpPr txBox="1"/>
              <p:nvPr/>
            </p:nvSpPr>
            <p:spPr>
              <a:xfrm>
                <a:off x="7173344" y="-36839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AD48A4F-027B-47A7-88A5-FFDE9E2EC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344" y="-368398"/>
                <a:ext cx="1139051" cy="261610"/>
              </a:xfrm>
              <a:prstGeom prst="rect">
                <a:avLst/>
              </a:prstGeom>
              <a:blipFill>
                <a:blip r:embed="rId22"/>
                <a:stretch>
                  <a:fillRect b="-1590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86DB739-2C36-457F-A51B-1593BED5DFC3}"/>
              </a:ext>
            </a:extLst>
          </p:cNvPr>
          <p:cNvCxnSpPr>
            <a:stCxn id="169" idx="3"/>
            <a:endCxn id="186" idx="1"/>
          </p:cNvCxnSpPr>
          <p:nvPr/>
        </p:nvCxnSpPr>
        <p:spPr>
          <a:xfrm rot="16200000" flipV="1">
            <a:off x="6779088" y="156664"/>
            <a:ext cx="920703" cy="132189"/>
          </a:xfrm>
          <a:prstGeom prst="bentConnector4">
            <a:avLst>
              <a:gd name="adj1" fmla="val 73754"/>
              <a:gd name="adj2" fmla="val 7017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E7FF171-8448-4CE2-980B-009CD4FF222C}"/>
              </a:ext>
            </a:extLst>
          </p:cNvPr>
          <p:cNvCxnSpPr>
            <a:cxnSpLocks/>
            <a:stCxn id="186" idx="3"/>
          </p:cNvCxnSpPr>
          <p:nvPr/>
        </p:nvCxnSpPr>
        <p:spPr>
          <a:xfrm flipH="1">
            <a:off x="8071368" y="-237593"/>
            <a:ext cx="241027" cy="1604228"/>
          </a:xfrm>
          <a:prstGeom prst="bentConnector4">
            <a:avLst>
              <a:gd name="adj1" fmla="val -94844"/>
              <a:gd name="adj2" fmla="val 540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20354A0-F8D2-47DA-8415-0B5D1BFB59CC}"/>
              </a:ext>
            </a:extLst>
          </p:cNvPr>
          <p:cNvCxnSpPr>
            <a:stCxn id="171" idx="3"/>
            <a:endCxn id="172" idx="0"/>
          </p:cNvCxnSpPr>
          <p:nvPr/>
        </p:nvCxnSpPr>
        <p:spPr>
          <a:xfrm flipV="1">
            <a:off x="7790916" y="1354209"/>
            <a:ext cx="590601" cy="83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569C52-D309-415C-B925-3599B8DFA3C2}"/>
              </a:ext>
            </a:extLst>
          </p:cNvPr>
          <p:cNvGrpSpPr/>
          <p:nvPr/>
        </p:nvGrpSpPr>
        <p:grpSpPr>
          <a:xfrm>
            <a:off x="7924587" y="1190961"/>
            <a:ext cx="300082" cy="369332"/>
            <a:chOff x="-1569749" y="2883288"/>
            <a:chExt cx="300082" cy="369332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477852E1-8DCF-4636-B3B6-30705C217AB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F5025DE-77CC-4AB7-943A-90F842F82AB9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4D9CB53-6B33-4802-8334-485580745287}"/>
              </a:ext>
            </a:extLst>
          </p:cNvPr>
          <p:cNvGrpSpPr/>
          <p:nvPr/>
        </p:nvGrpSpPr>
        <p:grpSpPr>
          <a:xfrm>
            <a:off x="10914007" y="-1467544"/>
            <a:ext cx="300082" cy="369332"/>
            <a:chOff x="-1569749" y="2883288"/>
            <a:chExt cx="300082" cy="369332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29418FED-3F35-4768-94EA-0139B912973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C04D9F1-14F7-4558-A5B1-3E3D6972DF4B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3E501C1-967A-4122-A7A0-0BB245C58742}"/>
                  </a:ext>
                </a:extLst>
              </p:cNvPr>
              <p:cNvSpPr txBox="1"/>
              <p:nvPr/>
            </p:nvSpPr>
            <p:spPr>
              <a:xfrm>
                <a:off x="10198854" y="1231467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3E501C1-967A-4122-A7A0-0BB245C58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854" y="1231467"/>
                <a:ext cx="1139051" cy="261610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D693EFFE-2128-434C-8EE1-3A0D49B31BB9}"/>
                  </a:ext>
                </a:extLst>
              </p:cNvPr>
              <p:cNvSpPr txBox="1"/>
              <p:nvPr/>
            </p:nvSpPr>
            <p:spPr>
              <a:xfrm rot="16200000">
                <a:off x="10820852" y="125680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D693EFFE-2128-434C-8EE1-3A0D49B31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20852" y="1256800"/>
                <a:ext cx="139803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0A807B4-71E5-48FA-A333-68F2F6D5B111}"/>
                  </a:ext>
                </a:extLst>
              </p:cNvPr>
              <p:cNvSpPr txBox="1"/>
              <p:nvPr/>
            </p:nvSpPr>
            <p:spPr>
              <a:xfrm>
                <a:off x="11865019" y="1289684"/>
                <a:ext cx="1139051" cy="4308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0A807B4-71E5-48FA-A333-68F2F6D5B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5019" y="1289684"/>
                <a:ext cx="1139051" cy="430887"/>
              </a:xfrm>
              <a:prstGeom prst="rect">
                <a:avLst/>
              </a:prstGeom>
              <a:blipFill>
                <a:blip r:embed="rId24"/>
                <a:stretch>
                  <a:fillRect b="-972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C260B97-7A0E-4026-8263-2A5EE03D9432}"/>
                  </a:ext>
                </a:extLst>
              </p:cNvPr>
              <p:cNvSpPr txBox="1"/>
              <p:nvPr/>
            </p:nvSpPr>
            <p:spPr>
              <a:xfrm rot="16200000">
                <a:off x="12435859" y="138059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C260B97-7A0E-4026-8263-2A5EE03D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435859" y="1380593"/>
                <a:ext cx="1398032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0E4483F-32B7-46C3-AF56-9AE2C7278040}"/>
                  </a:ext>
                </a:extLst>
              </p:cNvPr>
              <p:cNvSpPr txBox="1"/>
              <p:nvPr/>
            </p:nvSpPr>
            <p:spPr>
              <a:xfrm>
                <a:off x="13477675" y="1298682"/>
                <a:ext cx="1139051" cy="4308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0E4483F-32B7-46C3-AF56-9AE2C7278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7675" y="1298682"/>
                <a:ext cx="1139051" cy="430887"/>
              </a:xfrm>
              <a:prstGeom prst="rect">
                <a:avLst/>
              </a:prstGeom>
              <a:blipFill>
                <a:blip r:embed="rId25"/>
                <a:stretch>
                  <a:fillRect b="-821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AE21097-0BC8-4C01-B9C0-25666E997613}"/>
                  </a:ext>
                </a:extLst>
              </p:cNvPr>
              <p:cNvSpPr txBox="1"/>
              <p:nvPr/>
            </p:nvSpPr>
            <p:spPr>
              <a:xfrm rot="16200000">
                <a:off x="14168072" y="140842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AE21097-0BC8-4C01-B9C0-25666E997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168072" y="1408429"/>
                <a:ext cx="1398032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415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ight Arrow 35">
            <a:extLst>
              <a:ext uri="{FF2B5EF4-FFF2-40B4-BE49-F238E27FC236}">
                <a16:creationId xmlns:a16="http://schemas.microsoft.com/office/drawing/2014/main" id="{300BCF9F-21EC-AF28-1E65-6BD76EE87CB5}"/>
              </a:ext>
            </a:extLst>
          </p:cNvPr>
          <p:cNvSpPr/>
          <p:nvPr/>
        </p:nvSpPr>
        <p:spPr>
          <a:xfrm>
            <a:off x="-4081698" y="153932"/>
            <a:ext cx="111073" cy="25965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4B54CA3-AD35-2DCC-C519-D4F70CF63FA1}"/>
              </a:ext>
            </a:extLst>
          </p:cNvPr>
          <p:cNvSpPr/>
          <p:nvPr/>
        </p:nvSpPr>
        <p:spPr>
          <a:xfrm>
            <a:off x="-4872043" y="-1026609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Elbow Connector 247">
            <a:extLst>
              <a:ext uri="{FF2B5EF4-FFF2-40B4-BE49-F238E27FC236}">
                <a16:creationId xmlns:a16="http://schemas.microsoft.com/office/drawing/2014/main" id="{8C443F82-19A5-F65E-6439-C3E90F87FA5D}"/>
              </a:ext>
            </a:extLst>
          </p:cNvPr>
          <p:cNvCxnSpPr>
            <a:cxnSpLocks/>
            <a:stCxn id="89" idx="3"/>
            <a:endCxn id="112" idx="1"/>
          </p:cNvCxnSpPr>
          <p:nvPr/>
        </p:nvCxnSpPr>
        <p:spPr>
          <a:xfrm rot="5400000" flipH="1" flipV="1">
            <a:off x="-5256633" y="-831836"/>
            <a:ext cx="461091" cy="308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94C5FC99-47EC-598A-A665-FF74291E6FF8}"/>
              </a:ext>
            </a:extLst>
          </p:cNvPr>
          <p:cNvCxnSpPr>
            <a:cxnSpLocks/>
            <a:stCxn id="112" idx="3"/>
            <a:endCxn id="98" idx="3"/>
          </p:cNvCxnSpPr>
          <p:nvPr/>
        </p:nvCxnSpPr>
        <p:spPr>
          <a:xfrm>
            <a:off x="-4621849" y="-908337"/>
            <a:ext cx="308700" cy="4549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/>
              <p:nvPr/>
            </p:nvSpPr>
            <p:spPr>
              <a:xfrm rot="16200000">
                <a:off x="-5879149" y="12096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409405-814F-5883-660D-00EC6BBD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879149" y="120965"/>
                <a:ext cx="139803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ight Arrow 89">
            <a:extLst>
              <a:ext uri="{FF2B5EF4-FFF2-40B4-BE49-F238E27FC236}">
                <a16:creationId xmlns:a16="http://schemas.microsoft.com/office/drawing/2014/main" id="{17DAD53F-9D06-9E77-B75B-52758B1DFFFA}"/>
              </a:ext>
            </a:extLst>
          </p:cNvPr>
          <p:cNvSpPr/>
          <p:nvPr/>
        </p:nvSpPr>
        <p:spPr>
          <a:xfrm>
            <a:off x="-4972824" y="77282"/>
            <a:ext cx="144016" cy="3366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/>
              <p:nvPr/>
            </p:nvSpPr>
            <p:spPr>
              <a:xfrm rot="16200000">
                <a:off x="-5287840" y="11480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A80EB7E-E8ED-A320-F92B-D99A0BDDF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287840" y="114809"/>
                <a:ext cx="1398032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/>
              <p:nvPr/>
            </p:nvSpPr>
            <p:spPr>
              <a:xfrm rot="16200000">
                <a:off x="-5012165" y="114809"/>
                <a:ext cx="1398032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3B23879-51D2-8F45-FD5A-64B85CD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012165" y="114809"/>
                <a:ext cx="1398032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ight Arrow 99">
            <a:extLst>
              <a:ext uri="{FF2B5EF4-FFF2-40B4-BE49-F238E27FC236}">
                <a16:creationId xmlns:a16="http://schemas.microsoft.com/office/drawing/2014/main" id="{26957B17-187F-949A-EF3A-12870083D664}"/>
              </a:ext>
            </a:extLst>
          </p:cNvPr>
          <p:cNvSpPr/>
          <p:nvPr/>
        </p:nvSpPr>
        <p:spPr>
          <a:xfrm>
            <a:off x="-3865934" y="143392"/>
            <a:ext cx="144016" cy="33666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/>
              <p:nvPr/>
            </p:nvSpPr>
            <p:spPr>
              <a:xfrm rot="16200000">
                <a:off x="-4233488" y="122323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0F5D8EA-3859-8170-2B13-39F250AD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233488" y="122323"/>
                <a:ext cx="1398032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62ACA319-696E-DA19-D2C9-56D08DE3CB60}"/>
              </a:ext>
            </a:extLst>
          </p:cNvPr>
          <p:cNvSpPr/>
          <p:nvPr/>
        </p:nvSpPr>
        <p:spPr>
          <a:xfrm>
            <a:off x="-3236813" y="-1023365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F1E2B05-A235-EBCE-9181-BB64D2174C7E}"/>
              </a:ext>
            </a:extLst>
          </p:cNvPr>
          <p:cNvSpPr/>
          <p:nvPr/>
        </p:nvSpPr>
        <p:spPr>
          <a:xfrm>
            <a:off x="-3293408" y="139251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/>
              <p:nvPr/>
            </p:nvSpPr>
            <p:spPr>
              <a:xfrm rot="16200000">
                <a:off x="-3278016" y="12616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A672658-860C-22A4-DF66-50D0B1ED1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278016" y="126168"/>
                <a:ext cx="1398032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8E12C1AB-2C1F-E6D7-FB8F-2E4C82636342}"/>
              </a:ext>
            </a:extLst>
          </p:cNvPr>
          <p:cNvSpPr/>
          <p:nvPr/>
        </p:nvSpPr>
        <p:spPr>
          <a:xfrm>
            <a:off x="-2302391" y="180918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/>
              <p:nvPr/>
            </p:nvSpPr>
            <p:spPr>
              <a:xfrm rot="16200000">
                <a:off x="-2549953" y="19443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F8298D0-A448-B23D-50AC-72481ACAC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549953" y="194431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CEB97400-0184-46CF-C6CD-AE6EEFA06869}"/>
              </a:ext>
            </a:extLst>
          </p:cNvPr>
          <p:cNvSpPr/>
          <p:nvPr/>
        </p:nvSpPr>
        <p:spPr>
          <a:xfrm>
            <a:off x="-1610808" y="188376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/>
              <p:nvPr/>
            </p:nvSpPr>
            <p:spPr>
              <a:xfrm rot="16200000">
                <a:off x="-1858370" y="201889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FAC153F-1074-B83F-9DEE-C7650171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58370" y="201889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angle 147">
            <a:extLst>
              <a:ext uri="{FF2B5EF4-FFF2-40B4-BE49-F238E27FC236}">
                <a16:creationId xmlns:a16="http://schemas.microsoft.com/office/drawing/2014/main" id="{9B926101-E255-BBFD-23F5-94E396774295}"/>
              </a:ext>
            </a:extLst>
          </p:cNvPr>
          <p:cNvSpPr/>
          <p:nvPr/>
        </p:nvSpPr>
        <p:spPr>
          <a:xfrm>
            <a:off x="-910354" y="188376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/>
              <p:nvPr/>
            </p:nvSpPr>
            <p:spPr>
              <a:xfrm rot="16200000">
                <a:off x="-1127482" y="19443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EE0BBAF-E5B3-9856-C05B-FD91E9237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127482" y="194431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61EB44A-6FB2-9AD5-F2C7-80A58F8C7CF4}"/>
              </a:ext>
            </a:extLst>
          </p:cNvPr>
          <p:cNvSpPr/>
          <p:nvPr/>
        </p:nvSpPr>
        <p:spPr>
          <a:xfrm>
            <a:off x="529120" y="-908337"/>
            <a:ext cx="250194" cy="2365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F85EDBB-031E-41F3-B2C0-E968CBE1A0C0}"/>
              </a:ext>
            </a:extLst>
          </p:cNvPr>
          <p:cNvSpPr/>
          <p:nvPr/>
        </p:nvSpPr>
        <p:spPr>
          <a:xfrm>
            <a:off x="565518" y="222661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/>
              <p:nvPr/>
            </p:nvSpPr>
            <p:spPr>
              <a:xfrm rot="16200000">
                <a:off x="697414" y="21188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E4D80EC-8071-519E-33E0-0FFEB8F6F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7414" y="211885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295A6924-7B82-38FE-F044-E06E6D07613D}"/>
              </a:ext>
            </a:extLst>
          </p:cNvPr>
          <p:cNvSpPr/>
          <p:nvPr/>
        </p:nvSpPr>
        <p:spPr>
          <a:xfrm>
            <a:off x="1672414" y="268795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/>
              <p:nvPr/>
            </p:nvSpPr>
            <p:spPr>
              <a:xfrm rot="16200000">
                <a:off x="1474192" y="249147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BA1E8C0-0836-E8A8-481C-DA6A2BBD0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74192" y="249147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ectangle 154">
            <a:extLst>
              <a:ext uri="{FF2B5EF4-FFF2-40B4-BE49-F238E27FC236}">
                <a16:creationId xmlns:a16="http://schemas.microsoft.com/office/drawing/2014/main" id="{2312433D-1B43-D53C-F4FC-762DCE8BE7DD}"/>
              </a:ext>
            </a:extLst>
          </p:cNvPr>
          <p:cNvSpPr/>
          <p:nvPr/>
        </p:nvSpPr>
        <p:spPr>
          <a:xfrm>
            <a:off x="2425132" y="282780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/>
              <p:nvPr/>
            </p:nvSpPr>
            <p:spPr>
              <a:xfrm rot="16200000">
                <a:off x="2199381" y="30375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3D41300-5C61-40AC-E677-1BDC851CA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99381" y="303752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>
            <a:extLst>
              <a:ext uri="{FF2B5EF4-FFF2-40B4-BE49-F238E27FC236}">
                <a16:creationId xmlns:a16="http://schemas.microsoft.com/office/drawing/2014/main" id="{43A3A3B7-36F7-ECED-83BE-6B63DED2941D}"/>
              </a:ext>
            </a:extLst>
          </p:cNvPr>
          <p:cNvSpPr/>
          <p:nvPr/>
        </p:nvSpPr>
        <p:spPr>
          <a:xfrm>
            <a:off x="3107889" y="328929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/>
              <p:nvPr/>
            </p:nvSpPr>
            <p:spPr>
              <a:xfrm rot="16200000">
                <a:off x="2972344" y="30389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0C18621-8D71-69C5-B1DC-4464BD4D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72344" y="303898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5F471AF0-6F17-ECD7-82C7-A30C3C27931A}"/>
              </a:ext>
            </a:extLst>
          </p:cNvPr>
          <p:cNvSpPr/>
          <p:nvPr/>
        </p:nvSpPr>
        <p:spPr>
          <a:xfrm>
            <a:off x="3930320" y="345633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/>
              <p:nvPr/>
            </p:nvSpPr>
            <p:spPr>
              <a:xfrm rot="16200000">
                <a:off x="3704059" y="29827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C438F9A-70F6-491C-38A9-12F29258B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04059" y="298272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ectangle 161">
            <a:extLst>
              <a:ext uri="{FF2B5EF4-FFF2-40B4-BE49-F238E27FC236}">
                <a16:creationId xmlns:a16="http://schemas.microsoft.com/office/drawing/2014/main" id="{B063C707-E602-585A-B844-B7C9A16A651A}"/>
              </a:ext>
            </a:extLst>
          </p:cNvPr>
          <p:cNvSpPr/>
          <p:nvPr/>
        </p:nvSpPr>
        <p:spPr>
          <a:xfrm>
            <a:off x="4678721" y="324574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/>
              <p:nvPr/>
            </p:nvSpPr>
            <p:spPr>
              <a:xfrm rot="16200000">
                <a:off x="4395953" y="353518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0842FB5-CBB6-1CDE-F5AD-7AD816A8D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95953" y="353518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Rectangle 163">
            <a:extLst>
              <a:ext uri="{FF2B5EF4-FFF2-40B4-BE49-F238E27FC236}">
                <a16:creationId xmlns:a16="http://schemas.microsoft.com/office/drawing/2014/main" id="{1CA2D062-41E4-0860-39D2-BBC9C63E40CF}"/>
              </a:ext>
            </a:extLst>
          </p:cNvPr>
          <p:cNvSpPr/>
          <p:nvPr/>
        </p:nvSpPr>
        <p:spPr>
          <a:xfrm>
            <a:off x="5360502" y="296738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/>
              <p:nvPr/>
            </p:nvSpPr>
            <p:spPr>
              <a:xfrm rot="16200000">
                <a:off x="5077734" y="32568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3C809D3-1CD1-255F-164E-A21810AF8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77734" y="325682"/>
                <a:ext cx="139803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Rectangle 165">
            <a:extLst>
              <a:ext uri="{FF2B5EF4-FFF2-40B4-BE49-F238E27FC236}">
                <a16:creationId xmlns:a16="http://schemas.microsoft.com/office/drawing/2014/main" id="{7D534292-3642-C235-FA1D-0B220162F319}"/>
              </a:ext>
            </a:extLst>
          </p:cNvPr>
          <p:cNvSpPr/>
          <p:nvPr/>
        </p:nvSpPr>
        <p:spPr>
          <a:xfrm>
            <a:off x="6009185" y="262256"/>
            <a:ext cx="213796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/>
              <p:nvPr/>
            </p:nvSpPr>
            <p:spPr>
              <a:xfrm rot="16200000">
                <a:off x="5769578" y="28869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B2B5BCA-A119-7D8D-E4F7-B09AAE8B3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769578" y="288691"/>
                <a:ext cx="1398032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Rectangle 167">
            <a:extLst>
              <a:ext uri="{FF2B5EF4-FFF2-40B4-BE49-F238E27FC236}">
                <a16:creationId xmlns:a16="http://schemas.microsoft.com/office/drawing/2014/main" id="{8B74475F-69FC-C8B4-6710-E67F6F763730}"/>
              </a:ext>
            </a:extLst>
          </p:cNvPr>
          <p:cNvSpPr/>
          <p:nvPr/>
        </p:nvSpPr>
        <p:spPr>
          <a:xfrm>
            <a:off x="6744191" y="269328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/>
              <p:nvPr/>
            </p:nvSpPr>
            <p:spPr>
              <a:xfrm rot="16200000">
                <a:off x="6461423" y="29827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128×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32×1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438A434-11E4-0BA6-9A9D-A84A1EBF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461423" y="298272"/>
                <a:ext cx="139803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Rectangle 170">
            <a:extLst>
              <a:ext uri="{FF2B5EF4-FFF2-40B4-BE49-F238E27FC236}">
                <a16:creationId xmlns:a16="http://schemas.microsoft.com/office/drawing/2014/main" id="{AF6F9E6C-836B-2E81-2780-94DA573FFE45}"/>
              </a:ext>
            </a:extLst>
          </p:cNvPr>
          <p:cNvSpPr/>
          <p:nvPr/>
        </p:nvSpPr>
        <p:spPr>
          <a:xfrm>
            <a:off x="7432026" y="354007"/>
            <a:ext cx="213796" cy="261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/>
              <p:nvPr/>
            </p:nvSpPr>
            <p:spPr>
              <a:xfrm rot="16200000">
                <a:off x="7668212" y="27035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CC1F962-89A3-683A-7E21-8CB1045AF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668212" y="270355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Rectangle 172">
            <a:extLst>
              <a:ext uri="{FF2B5EF4-FFF2-40B4-BE49-F238E27FC236}">
                <a16:creationId xmlns:a16="http://schemas.microsoft.com/office/drawing/2014/main" id="{3F28E1A0-2BF8-EDA7-A3DF-3DFE5525230D}"/>
              </a:ext>
            </a:extLst>
          </p:cNvPr>
          <p:cNvSpPr/>
          <p:nvPr/>
        </p:nvSpPr>
        <p:spPr>
          <a:xfrm>
            <a:off x="8572312" y="206843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/>
              <p:nvPr/>
            </p:nvSpPr>
            <p:spPr>
              <a:xfrm rot="16200000">
                <a:off x="8325575" y="282272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97F6950-D32D-AE82-D440-3F31AC716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25575" y="282272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Rectangle 174">
            <a:extLst>
              <a:ext uri="{FF2B5EF4-FFF2-40B4-BE49-F238E27FC236}">
                <a16:creationId xmlns:a16="http://schemas.microsoft.com/office/drawing/2014/main" id="{50B2DF36-B451-0A1C-9F50-E8711D0A7137}"/>
              </a:ext>
            </a:extLst>
          </p:cNvPr>
          <p:cNvSpPr/>
          <p:nvPr/>
        </p:nvSpPr>
        <p:spPr>
          <a:xfrm>
            <a:off x="9232337" y="249881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/>
              <p:nvPr/>
            </p:nvSpPr>
            <p:spPr>
              <a:xfrm rot="16200000">
                <a:off x="8985600" y="32531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9551AB7-8019-BB90-C6B9-45F23D27A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985600" y="325310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49102A0-49DF-4A2F-B6E6-3DC3461B05B2}"/>
              </a:ext>
            </a:extLst>
          </p:cNvPr>
          <p:cNvCxnSpPr>
            <a:stCxn id="103" idx="3"/>
            <a:endCxn id="119" idx="1"/>
          </p:cNvCxnSpPr>
          <p:nvPr/>
        </p:nvCxnSpPr>
        <p:spPr>
          <a:xfrm rot="5400000" flipH="1" flipV="1">
            <a:off x="-3615245" y="-824319"/>
            <a:ext cx="459205" cy="2976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4CF3E88-D974-488C-9F6E-9202EC859988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-2986619" y="-905093"/>
            <a:ext cx="66861" cy="11519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E503D5-0479-44BD-9FCD-DE0375E8FB35}"/>
              </a:ext>
            </a:extLst>
          </p:cNvPr>
          <p:cNvCxnSpPr>
            <a:stCxn id="141" idx="3"/>
            <a:endCxn id="143" idx="0"/>
          </p:cNvCxnSpPr>
          <p:nvPr/>
        </p:nvCxnSpPr>
        <p:spPr>
          <a:xfrm flipV="1">
            <a:off x="-3079612" y="256973"/>
            <a:ext cx="369807" cy="1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6841C4-8BC2-440E-8B75-16B471712BF9}"/>
              </a:ext>
            </a:extLst>
          </p:cNvPr>
          <p:cNvGrpSpPr/>
          <p:nvPr/>
        </p:nvGrpSpPr>
        <p:grpSpPr>
          <a:xfrm>
            <a:off x="-3040021" y="58327"/>
            <a:ext cx="300082" cy="369332"/>
            <a:chOff x="-1569749" y="2883288"/>
            <a:chExt cx="300082" cy="36933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DB815F-9B18-4DCF-B262-3A72DE117FE6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0F5E73-058A-41EA-9CF5-097701E0DA18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70CC3A1-7B5E-4686-B772-39FE9B7C08E1}"/>
              </a:ext>
            </a:extLst>
          </p:cNvPr>
          <p:cNvSpPr/>
          <p:nvPr/>
        </p:nvSpPr>
        <p:spPr>
          <a:xfrm>
            <a:off x="-243579" y="205830"/>
            <a:ext cx="213796" cy="261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276416A-3860-4CF1-B6E3-6C5700143590}"/>
                  </a:ext>
                </a:extLst>
              </p:cNvPr>
              <p:cNvSpPr txBox="1"/>
              <p:nvPr/>
            </p:nvSpPr>
            <p:spPr>
              <a:xfrm rot="16200000">
                <a:off x="-460707" y="211885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276416A-3860-4CF1-B6E3-6C5700143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0707" y="211885"/>
                <a:ext cx="13980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F26B2F5-C8DF-48AE-A52C-913B73DE7491}"/>
              </a:ext>
            </a:extLst>
          </p:cNvPr>
          <p:cNvCxnSpPr>
            <a:stCxn id="182" idx="3"/>
            <a:endCxn id="150" idx="1"/>
          </p:cNvCxnSpPr>
          <p:nvPr/>
        </p:nvCxnSpPr>
        <p:spPr>
          <a:xfrm rot="5400000" flipH="1" flipV="1">
            <a:off x="166845" y="-718600"/>
            <a:ext cx="433739" cy="2908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8B02FC-B1AC-44AD-A737-5D7882535DA5}"/>
              </a:ext>
            </a:extLst>
          </p:cNvPr>
          <p:cNvCxnSpPr>
            <a:stCxn id="151" idx="3"/>
            <a:endCxn id="152" idx="0"/>
          </p:cNvCxnSpPr>
          <p:nvPr/>
        </p:nvCxnSpPr>
        <p:spPr>
          <a:xfrm flipV="1">
            <a:off x="779314" y="342690"/>
            <a:ext cx="486311" cy="1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AC24124-E2D6-4015-BE0B-7F8BA6D28ED7}"/>
              </a:ext>
            </a:extLst>
          </p:cNvPr>
          <p:cNvCxnSpPr>
            <a:stCxn id="150" idx="3"/>
          </p:cNvCxnSpPr>
          <p:nvPr/>
        </p:nvCxnSpPr>
        <p:spPr>
          <a:xfrm>
            <a:off x="779314" y="-790065"/>
            <a:ext cx="243155" cy="11695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C310E34-6A90-4DC6-9FD1-C3A1276611A5}"/>
              </a:ext>
            </a:extLst>
          </p:cNvPr>
          <p:cNvGrpSpPr/>
          <p:nvPr/>
        </p:nvGrpSpPr>
        <p:grpSpPr>
          <a:xfrm>
            <a:off x="884927" y="180918"/>
            <a:ext cx="300082" cy="369332"/>
            <a:chOff x="-1569749" y="2883288"/>
            <a:chExt cx="300082" cy="369332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8FCA243-D4DB-402F-ACBE-C25D130AF4D9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BAF1F8DD-450F-4AE1-B320-DA7DB38455E9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AD48A4F-027B-47A7-88A5-FFDE9E2ECAF8}"/>
                  </a:ext>
                </a:extLst>
              </p:cNvPr>
              <p:cNvSpPr txBox="1"/>
              <p:nvPr/>
            </p:nvSpPr>
            <p:spPr>
              <a:xfrm>
                <a:off x="7028250" y="-1321447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AD48A4F-027B-47A7-88A5-FFDE9E2EC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250" y="-1321447"/>
                <a:ext cx="1139051" cy="261610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86DB739-2C36-457F-A51B-1593BED5DFC3}"/>
              </a:ext>
            </a:extLst>
          </p:cNvPr>
          <p:cNvCxnSpPr>
            <a:stCxn id="169" idx="3"/>
            <a:endCxn id="186" idx="1"/>
          </p:cNvCxnSpPr>
          <p:nvPr/>
        </p:nvCxnSpPr>
        <p:spPr>
          <a:xfrm rot="16200000" flipV="1">
            <a:off x="6633994" y="-796385"/>
            <a:ext cx="920703" cy="132189"/>
          </a:xfrm>
          <a:prstGeom prst="bentConnector4">
            <a:avLst>
              <a:gd name="adj1" fmla="val 73754"/>
              <a:gd name="adj2" fmla="val 7017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E7FF171-8448-4CE2-980B-009CD4FF222C}"/>
              </a:ext>
            </a:extLst>
          </p:cNvPr>
          <p:cNvCxnSpPr>
            <a:cxnSpLocks/>
            <a:stCxn id="186" idx="3"/>
          </p:cNvCxnSpPr>
          <p:nvPr/>
        </p:nvCxnSpPr>
        <p:spPr>
          <a:xfrm flipH="1">
            <a:off x="7926274" y="-1190642"/>
            <a:ext cx="241027" cy="1604228"/>
          </a:xfrm>
          <a:prstGeom prst="bentConnector4">
            <a:avLst>
              <a:gd name="adj1" fmla="val -94844"/>
              <a:gd name="adj2" fmla="val 540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20354A0-F8D2-47DA-8415-0B5D1BFB59CC}"/>
              </a:ext>
            </a:extLst>
          </p:cNvPr>
          <p:cNvCxnSpPr>
            <a:stCxn id="171" idx="3"/>
            <a:endCxn id="172" idx="0"/>
          </p:cNvCxnSpPr>
          <p:nvPr/>
        </p:nvCxnSpPr>
        <p:spPr>
          <a:xfrm flipV="1">
            <a:off x="7645822" y="401160"/>
            <a:ext cx="590601" cy="83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569C52-D309-415C-B925-3599B8DFA3C2}"/>
              </a:ext>
            </a:extLst>
          </p:cNvPr>
          <p:cNvGrpSpPr/>
          <p:nvPr/>
        </p:nvGrpSpPr>
        <p:grpSpPr>
          <a:xfrm>
            <a:off x="7779493" y="237912"/>
            <a:ext cx="300082" cy="369332"/>
            <a:chOff x="-1569749" y="2883288"/>
            <a:chExt cx="300082" cy="369332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477852E1-8DCF-4636-B3B6-30705C217AB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F5025DE-77CC-4AB7-943A-90F842F82AB9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4D9CB53-6B33-4802-8334-485580745287}"/>
              </a:ext>
            </a:extLst>
          </p:cNvPr>
          <p:cNvGrpSpPr/>
          <p:nvPr/>
        </p:nvGrpSpPr>
        <p:grpSpPr>
          <a:xfrm>
            <a:off x="-2473267" y="4815171"/>
            <a:ext cx="300082" cy="369332"/>
            <a:chOff x="-1569749" y="2883288"/>
            <a:chExt cx="300082" cy="369332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29418FED-3F35-4768-94EA-0139B912973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C04D9F1-14F7-4558-A5B1-3E3D6972DF4B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3E501C1-967A-4122-A7A0-0BB245C58742}"/>
                  </a:ext>
                </a:extLst>
              </p:cNvPr>
              <p:cNvSpPr txBox="1"/>
              <p:nvPr/>
            </p:nvSpPr>
            <p:spPr>
              <a:xfrm>
                <a:off x="10053760" y="27841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3E501C1-967A-4122-A7A0-0BB245C58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760" y="278418"/>
                <a:ext cx="1139051" cy="261610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D693EFFE-2128-434C-8EE1-3A0D49B31BB9}"/>
                  </a:ext>
                </a:extLst>
              </p:cNvPr>
              <p:cNvSpPr txBox="1"/>
              <p:nvPr/>
            </p:nvSpPr>
            <p:spPr>
              <a:xfrm rot="16200000">
                <a:off x="10675758" y="303751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D693EFFE-2128-434C-8EE1-3A0D49B31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675758" y="303751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0A807B4-71E5-48FA-A333-68F2F6D5B111}"/>
                  </a:ext>
                </a:extLst>
              </p:cNvPr>
              <p:cNvSpPr txBox="1"/>
              <p:nvPr/>
            </p:nvSpPr>
            <p:spPr>
              <a:xfrm>
                <a:off x="11719925" y="336635"/>
                <a:ext cx="1139051" cy="4308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0A807B4-71E5-48FA-A333-68F2F6D5B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9925" y="336635"/>
                <a:ext cx="1139051" cy="430887"/>
              </a:xfrm>
              <a:prstGeom prst="rect">
                <a:avLst/>
              </a:prstGeom>
              <a:blipFill>
                <a:blip r:embed="rId14"/>
                <a:stretch>
                  <a:fillRect b="-821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C260B97-7A0E-4026-8263-2A5EE03D9432}"/>
                  </a:ext>
                </a:extLst>
              </p:cNvPr>
              <p:cNvSpPr txBox="1"/>
              <p:nvPr/>
            </p:nvSpPr>
            <p:spPr>
              <a:xfrm rot="16200000">
                <a:off x="12290765" y="427544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64×1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C260B97-7A0E-4026-8263-2A5EE03D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290765" y="427544"/>
                <a:ext cx="13980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0E4483F-32B7-46C3-AF56-9AE2C7278040}"/>
                  </a:ext>
                </a:extLst>
              </p:cNvPr>
              <p:cNvSpPr txBox="1"/>
              <p:nvPr/>
            </p:nvSpPr>
            <p:spPr>
              <a:xfrm>
                <a:off x="13332581" y="345633"/>
                <a:ext cx="1139051" cy="4308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0E4483F-32B7-46C3-AF56-9AE2C7278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2581" y="345633"/>
                <a:ext cx="1139051" cy="430887"/>
              </a:xfrm>
              <a:prstGeom prst="rect">
                <a:avLst/>
              </a:prstGeom>
              <a:blipFill>
                <a:blip r:embed="rId15"/>
                <a:stretch>
                  <a:fillRect b="-972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AE21097-0BC8-4C01-B9C0-25666E997613}"/>
                  </a:ext>
                </a:extLst>
              </p:cNvPr>
              <p:cNvSpPr txBox="1"/>
              <p:nvPr/>
            </p:nvSpPr>
            <p:spPr>
              <a:xfrm rot="16200000">
                <a:off x="14022978" y="455380"/>
                <a:ext cx="1398032" cy="2616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1×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256×1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AE21097-0BC8-4C01-B9C0-25666E997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022978" y="455380"/>
                <a:ext cx="1398032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/>
              <p:nvPr/>
            </p:nvSpPr>
            <p:spPr>
              <a:xfrm>
                <a:off x="-4192776" y="2877880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92776" y="2877880"/>
                <a:ext cx="1628972" cy="261610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5A96C606-55AF-4739-9FBA-67E690976C4B}"/>
              </a:ext>
            </a:extLst>
          </p:cNvPr>
          <p:cNvSpPr txBox="1"/>
          <p:nvPr/>
        </p:nvSpPr>
        <p:spPr>
          <a:xfrm>
            <a:off x="-2089449" y="2894350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B1DD44C-223C-44D2-B683-5DD6B915D507}"/>
              </a:ext>
            </a:extLst>
          </p:cNvPr>
          <p:cNvSpPr txBox="1"/>
          <p:nvPr/>
        </p:nvSpPr>
        <p:spPr>
          <a:xfrm>
            <a:off x="-3136919" y="4187745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0548EDB-CCAE-4776-8711-0394F61C6175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 rot="16200000" flipH="1">
            <a:off x="-3084690" y="2845890"/>
            <a:ext cx="460808" cy="10480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B88E19E-4492-4E1F-8FCF-DB3663E7FE09}"/>
              </a:ext>
            </a:extLst>
          </p:cNvPr>
          <p:cNvCxnSpPr>
            <a:cxnSpLocks/>
            <a:stCxn id="121" idx="2"/>
            <a:endCxn id="125" idx="0"/>
          </p:cNvCxnSpPr>
          <p:nvPr/>
        </p:nvCxnSpPr>
        <p:spPr>
          <a:xfrm rot="5400000">
            <a:off x="-2024791" y="2850470"/>
            <a:ext cx="444338" cy="10553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5D57FD6-0DEA-4327-995B-5BCE475E1814}"/>
              </a:ext>
            </a:extLst>
          </p:cNvPr>
          <p:cNvSpPr txBox="1"/>
          <p:nvPr/>
        </p:nvSpPr>
        <p:spPr>
          <a:xfrm>
            <a:off x="-2903516" y="3600298"/>
            <a:ext cx="114646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(0.7)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CC264A4-B282-4DB2-8962-6154F08DB35F}"/>
              </a:ext>
            </a:extLst>
          </p:cNvPr>
          <p:cNvSpPr txBox="1"/>
          <p:nvPr/>
        </p:nvSpPr>
        <p:spPr>
          <a:xfrm>
            <a:off x="-2097507" y="4665998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/>
              <p:nvPr/>
            </p:nvSpPr>
            <p:spPr>
              <a:xfrm>
                <a:off x="-4344826" y="466599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44826" y="4665998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36364F3-FB32-49E9-9605-FB67C014558A}"/>
              </a:ext>
            </a:extLst>
          </p:cNvPr>
          <p:cNvCxnSpPr>
            <a:stCxn id="122" idx="2"/>
            <a:endCxn id="142" idx="0"/>
          </p:cNvCxnSpPr>
          <p:nvPr/>
        </p:nvCxnSpPr>
        <p:spPr>
          <a:xfrm rot="5400000">
            <a:off x="-2957784" y="4030646"/>
            <a:ext cx="216643" cy="10540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DBEA18D-B568-4042-A3C4-D2600AF319F2}"/>
              </a:ext>
            </a:extLst>
          </p:cNvPr>
          <p:cNvCxnSpPr>
            <a:stCxn id="122" idx="2"/>
            <a:endCxn id="132" idx="0"/>
          </p:cNvCxnSpPr>
          <p:nvPr/>
        </p:nvCxnSpPr>
        <p:spPr>
          <a:xfrm rot="16200000" flipH="1">
            <a:off x="-1911048" y="4037970"/>
            <a:ext cx="216643" cy="10394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0354FBF4-098F-48A1-8824-95BC5C9CF00C}"/>
                  </a:ext>
                </a:extLst>
              </p:cNvPr>
              <p:cNvSpPr txBox="1"/>
              <p:nvPr/>
            </p:nvSpPr>
            <p:spPr>
              <a:xfrm>
                <a:off x="-3309838" y="5164057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0354FBF4-098F-48A1-8824-95BC5C9CF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09838" y="5164057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9B0D8F7-0385-4A7A-BBD9-54723993F29E}"/>
                  </a:ext>
                </a:extLst>
              </p:cNvPr>
              <p:cNvSpPr txBox="1"/>
              <p:nvPr/>
            </p:nvSpPr>
            <p:spPr>
              <a:xfrm>
                <a:off x="-3313181" y="556769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9B0D8F7-0385-4A7A-BBD9-54723993F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3181" y="5567699"/>
                <a:ext cx="1936666" cy="261610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A6EDB585-01D2-42ED-8FA9-5BEDA2513CFE}"/>
                  </a:ext>
                </a:extLst>
              </p:cNvPr>
              <p:cNvSpPr txBox="1"/>
              <p:nvPr/>
            </p:nvSpPr>
            <p:spPr>
              <a:xfrm>
                <a:off x="-3313181" y="599107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A6EDB585-01D2-42ED-8FA9-5BEDA2513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3181" y="5991078"/>
                <a:ext cx="1936666" cy="261610"/>
              </a:xfrm>
              <a:prstGeom prst="rect">
                <a:avLst/>
              </a:prstGeom>
              <a:blipFill>
                <a:blip r:embed="rId20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1BECF0B-0261-4E41-A6F3-46D5688102AC}"/>
                  </a:ext>
                </a:extLst>
              </p:cNvPr>
              <p:cNvSpPr txBox="1"/>
              <p:nvPr/>
            </p:nvSpPr>
            <p:spPr>
              <a:xfrm>
                <a:off x="-3296773" y="641203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1BECF0B-0261-4E41-A6F3-46D568810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6773" y="6412032"/>
                <a:ext cx="1936666" cy="261610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TextBox 202">
            <a:extLst>
              <a:ext uri="{FF2B5EF4-FFF2-40B4-BE49-F238E27FC236}">
                <a16:creationId xmlns:a16="http://schemas.microsoft.com/office/drawing/2014/main" id="{AA063F23-FD2F-4A65-937A-91AF1A047F15}"/>
              </a:ext>
            </a:extLst>
          </p:cNvPr>
          <p:cNvSpPr txBox="1"/>
          <p:nvPr/>
        </p:nvSpPr>
        <p:spPr>
          <a:xfrm>
            <a:off x="-2026351" y="6914792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2BF13D02-DE52-4631-8B81-94329F9A6D5A}"/>
                  </a:ext>
                </a:extLst>
              </p:cNvPr>
              <p:cNvSpPr txBox="1"/>
              <p:nvPr/>
            </p:nvSpPr>
            <p:spPr>
              <a:xfrm>
                <a:off x="-4344826" y="691009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2BF13D02-DE52-4631-8B81-94329F9A6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44826" y="6910091"/>
                <a:ext cx="1936666" cy="261610"/>
              </a:xfrm>
              <a:prstGeom prst="rect">
                <a:avLst/>
              </a:prstGeom>
              <a:blipFill>
                <a:blip r:embed="rId22"/>
                <a:stretch>
                  <a:fillRect b="-15909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5F4BCA46-779A-4AFE-9A76-56CA623645C8}"/>
                  </a:ext>
                </a:extLst>
              </p:cNvPr>
              <p:cNvSpPr txBox="1"/>
              <p:nvPr/>
            </p:nvSpPr>
            <p:spPr>
              <a:xfrm>
                <a:off x="-3292279" y="7358253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5F4BCA46-779A-4AFE-9A76-56CA62364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2279" y="7358253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01A53A1-9569-4414-948C-696FABD81090}"/>
                  </a:ext>
                </a:extLst>
              </p:cNvPr>
              <p:cNvSpPr txBox="1"/>
              <p:nvPr/>
            </p:nvSpPr>
            <p:spPr>
              <a:xfrm>
                <a:off x="-3271434" y="782910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01A53A1-9569-4414-948C-696FABD81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71434" y="7829104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5945E864-712F-4688-A9A8-C11142CCC6BF}"/>
                  </a:ext>
                </a:extLst>
              </p:cNvPr>
              <p:cNvSpPr txBox="1"/>
              <p:nvPr/>
            </p:nvSpPr>
            <p:spPr>
              <a:xfrm>
                <a:off x="3107081" y="832272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5945E864-712F-4688-A9A8-C11142CCC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081" y="8322726"/>
                <a:ext cx="1936666" cy="261610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5769918-D7CF-4FA5-A810-8F7D8E80516B}"/>
                  </a:ext>
                </a:extLst>
              </p:cNvPr>
              <p:cNvSpPr txBox="1"/>
              <p:nvPr/>
            </p:nvSpPr>
            <p:spPr>
              <a:xfrm>
                <a:off x="1094709" y="832029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5769918-D7CF-4FA5-A810-8F7D8E805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09" y="8320294"/>
                <a:ext cx="1936666" cy="261610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46FDDF4-3249-4566-AC26-57C27ADF95EF}"/>
                  </a:ext>
                </a:extLst>
              </p:cNvPr>
              <p:cNvSpPr txBox="1"/>
              <p:nvPr/>
            </p:nvSpPr>
            <p:spPr>
              <a:xfrm>
                <a:off x="-1048203" y="8322084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46FDDF4-3249-4566-AC26-57C27ADF9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8203" y="8322084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Rectangle 209">
            <a:extLst>
              <a:ext uri="{FF2B5EF4-FFF2-40B4-BE49-F238E27FC236}">
                <a16:creationId xmlns:a16="http://schemas.microsoft.com/office/drawing/2014/main" id="{55A71B22-D94F-4709-8E36-C5C4C2B5685C}"/>
              </a:ext>
            </a:extLst>
          </p:cNvPr>
          <p:cNvSpPr/>
          <p:nvPr/>
        </p:nvSpPr>
        <p:spPr>
          <a:xfrm>
            <a:off x="-3263966" y="8341147"/>
            <a:ext cx="1936665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77825125-3F2D-4CE9-BD8D-C566BD059A13}"/>
              </a:ext>
            </a:extLst>
          </p:cNvPr>
          <p:cNvSpPr/>
          <p:nvPr/>
        </p:nvSpPr>
        <p:spPr>
          <a:xfrm>
            <a:off x="5365070" y="8261389"/>
            <a:ext cx="1936665" cy="261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F5CD03BF-7ED9-461B-9E2A-19C9D616F38D}"/>
                  </a:ext>
                </a:extLst>
              </p:cNvPr>
              <p:cNvSpPr txBox="1"/>
              <p:nvPr/>
            </p:nvSpPr>
            <p:spPr>
              <a:xfrm>
                <a:off x="5292844" y="770122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F5CD03BF-7ED9-461B-9E2A-19C9D616F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844" y="7701226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A749CC7E-5418-4839-A459-ED12F0435163}"/>
                  </a:ext>
                </a:extLst>
              </p:cNvPr>
              <p:cNvSpPr txBox="1"/>
              <p:nvPr/>
            </p:nvSpPr>
            <p:spPr>
              <a:xfrm>
                <a:off x="4186039" y="7163619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A749CC7E-5418-4839-A459-ED12F0435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039" y="7163619"/>
                <a:ext cx="1936666" cy="261610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/>
              <p:nvPr/>
            </p:nvSpPr>
            <p:spPr>
              <a:xfrm>
                <a:off x="6517406" y="7170813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406" y="7170813"/>
                <a:ext cx="1139051" cy="261610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52456FA-658E-4255-BC93-4A3DBD080401}"/>
                  </a:ext>
                </a:extLst>
              </p:cNvPr>
              <p:cNvSpPr txBox="1"/>
              <p:nvPr/>
            </p:nvSpPr>
            <p:spPr>
              <a:xfrm>
                <a:off x="5251519" y="653061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52456FA-658E-4255-BC93-4A3DBD080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519" y="6530611"/>
                <a:ext cx="1936666" cy="261610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C9897CC-42D5-494A-80E3-6EA64BE931DF}"/>
                  </a:ext>
                </a:extLst>
              </p:cNvPr>
              <p:cNvSpPr txBox="1"/>
              <p:nvPr/>
            </p:nvSpPr>
            <p:spPr>
              <a:xfrm>
                <a:off x="5302773" y="597679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C9897CC-42D5-494A-80E3-6EA64BE93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773" y="5976796"/>
                <a:ext cx="1936666" cy="261610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/>
              <p:nvPr/>
            </p:nvSpPr>
            <p:spPr>
              <a:xfrm>
                <a:off x="5719392" y="550230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392" y="5502309"/>
                <a:ext cx="1139051" cy="261610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/>
              <p:nvPr/>
            </p:nvSpPr>
            <p:spPr>
              <a:xfrm>
                <a:off x="5791039" y="4852347"/>
                <a:ext cx="1139051" cy="4308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039" y="4852347"/>
                <a:ext cx="1139051" cy="430887"/>
              </a:xfrm>
              <a:prstGeom prst="rect">
                <a:avLst/>
              </a:prstGeom>
              <a:blipFill>
                <a:blip r:embed="rId25"/>
                <a:stretch>
                  <a:fillRect b="-821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/>
              <p:nvPr/>
            </p:nvSpPr>
            <p:spPr>
              <a:xfrm>
                <a:off x="5857132" y="4100062"/>
                <a:ext cx="1139051" cy="4308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132" y="4100062"/>
                <a:ext cx="1139051" cy="430887"/>
              </a:xfrm>
              <a:prstGeom prst="rect">
                <a:avLst/>
              </a:prstGeom>
              <a:blipFill>
                <a:blip r:embed="rId15"/>
                <a:stretch>
                  <a:fillRect b="-972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32E0335C-7CA1-45F6-8CBF-617C7EFA8CB5}"/>
                  </a:ext>
                </a:extLst>
              </p:cNvPr>
              <p:cNvSpPr txBox="1"/>
              <p:nvPr/>
            </p:nvSpPr>
            <p:spPr>
              <a:xfrm>
                <a:off x="9996392" y="3479801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32E0335C-7CA1-45F6-8CBF-617C7EFA8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92" y="3479801"/>
                <a:ext cx="1139051" cy="261610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TextBox 220">
            <a:extLst>
              <a:ext uri="{FF2B5EF4-FFF2-40B4-BE49-F238E27FC236}">
                <a16:creationId xmlns:a16="http://schemas.microsoft.com/office/drawing/2014/main" id="{7C60A29D-9898-4083-A0B7-5066EDF6C331}"/>
              </a:ext>
            </a:extLst>
          </p:cNvPr>
          <p:cNvSpPr txBox="1"/>
          <p:nvPr/>
        </p:nvSpPr>
        <p:spPr>
          <a:xfrm>
            <a:off x="10074436" y="3910408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C213497-6243-4D78-A952-8D5C8F040715}"/>
              </a:ext>
            </a:extLst>
          </p:cNvPr>
          <p:cNvSpPr txBox="1"/>
          <p:nvPr/>
        </p:nvSpPr>
        <p:spPr>
          <a:xfrm>
            <a:off x="10325306" y="431477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0A481C0A-8EC4-4F6F-8F21-4BB9745EB84E}"/>
              </a:ext>
            </a:extLst>
          </p:cNvPr>
          <p:cNvSpPr txBox="1"/>
          <p:nvPr/>
        </p:nvSpPr>
        <p:spPr>
          <a:xfrm>
            <a:off x="10152480" y="5104465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D0BD98C-21B1-4426-8405-FA7CB0FE2229}"/>
              </a:ext>
            </a:extLst>
          </p:cNvPr>
          <p:cNvSpPr txBox="1"/>
          <p:nvPr/>
        </p:nvSpPr>
        <p:spPr>
          <a:xfrm>
            <a:off x="10331620" y="5629142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CF34AEE-D362-4AC2-B1B6-5A34087AD681}"/>
                  </a:ext>
                </a:extLst>
              </p:cNvPr>
              <p:cNvSpPr txBox="1"/>
              <p:nvPr/>
            </p:nvSpPr>
            <p:spPr>
              <a:xfrm>
                <a:off x="9996391" y="472479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CF34AEE-D362-4AC2-B1B6-5A34087AD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91" y="4724798"/>
                <a:ext cx="1139051" cy="261610"/>
              </a:xfrm>
              <a:prstGeom prst="rect">
                <a:avLst/>
              </a:prstGeom>
              <a:blipFill>
                <a:blip r:embed="rId27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1B00F5EF-212D-4FAB-907A-FD4356FD06A7}"/>
                  </a:ext>
                </a:extLst>
              </p:cNvPr>
              <p:cNvSpPr txBox="1"/>
              <p:nvPr/>
            </p:nvSpPr>
            <p:spPr>
              <a:xfrm>
                <a:off x="10000329" y="5994543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1B00F5EF-212D-4FAB-907A-FD4356FD0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329" y="5994543"/>
                <a:ext cx="1139051" cy="261610"/>
              </a:xfrm>
              <a:prstGeom prst="rect">
                <a:avLst/>
              </a:prstGeom>
              <a:blipFill>
                <a:blip r:embed="rId28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TextBox 226">
            <a:extLst>
              <a:ext uri="{FF2B5EF4-FFF2-40B4-BE49-F238E27FC236}">
                <a16:creationId xmlns:a16="http://schemas.microsoft.com/office/drawing/2014/main" id="{7D156E86-B9FC-4AC0-AB52-B35E4D5720FF}"/>
              </a:ext>
            </a:extLst>
          </p:cNvPr>
          <p:cNvSpPr txBox="1"/>
          <p:nvPr/>
        </p:nvSpPr>
        <p:spPr>
          <a:xfrm>
            <a:off x="10090097" y="6345026"/>
            <a:ext cx="98296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C61918F-D906-41AE-B844-57265A1AE230}"/>
              </a:ext>
            </a:extLst>
          </p:cNvPr>
          <p:cNvSpPr txBox="1"/>
          <p:nvPr/>
        </p:nvSpPr>
        <p:spPr>
          <a:xfrm>
            <a:off x="10403350" y="6675557"/>
            <a:ext cx="4812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582F5A6-A2E8-411F-BC12-49AFE486C03F}"/>
              </a:ext>
            </a:extLst>
          </p:cNvPr>
          <p:cNvSpPr/>
          <p:nvPr/>
        </p:nvSpPr>
        <p:spPr>
          <a:xfrm>
            <a:off x="9704768" y="3259911"/>
            <a:ext cx="1710910" cy="3912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D5931D2C-3CB4-4534-AA22-3E98984F142F}"/>
              </a:ext>
            </a:extLst>
          </p:cNvPr>
          <p:cNvCxnSpPr>
            <a:stCxn id="125" idx="2"/>
            <a:endCxn id="122" idx="0"/>
          </p:cNvCxnSpPr>
          <p:nvPr/>
        </p:nvCxnSpPr>
        <p:spPr>
          <a:xfrm rot="16200000" flipH="1">
            <a:off x="-2489276" y="4020901"/>
            <a:ext cx="325837" cy="78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6CE5F0F-7E2B-4F49-8B03-0CA4D2B995BB}"/>
              </a:ext>
            </a:extLst>
          </p:cNvPr>
          <p:cNvCxnSpPr>
            <a:stCxn id="142" idx="2"/>
            <a:endCxn id="187" idx="0"/>
          </p:cNvCxnSpPr>
          <p:nvPr/>
        </p:nvCxnSpPr>
        <p:spPr>
          <a:xfrm rot="16200000" flipH="1">
            <a:off x="-2977223" y="4528338"/>
            <a:ext cx="236449" cy="10349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815D56C-77E9-4D32-A2D5-725F3F6AF591}"/>
              </a:ext>
            </a:extLst>
          </p:cNvPr>
          <p:cNvCxnSpPr>
            <a:stCxn id="132" idx="2"/>
            <a:endCxn id="187" idx="0"/>
          </p:cNvCxnSpPr>
          <p:nvPr/>
        </p:nvCxnSpPr>
        <p:spPr>
          <a:xfrm rot="5400000">
            <a:off x="-1930487" y="4516590"/>
            <a:ext cx="236449" cy="10584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0" name="Picture 229">
            <a:extLst>
              <a:ext uri="{FF2B5EF4-FFF2-40B4-BE49-F238E27FC236}">
                <a16:creationId xmlns:a16="http://schemas.microsoft.com/office/drawing/2014/main" id="{16BD8D79-0873-4EED-9604-4FDC8FFC6A9C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5211" y="1694338"/>
            <a:ext cx="804219" cy="804219"/>
          </a:xfrm>
          <a:prstGeom prst="rect">
            <a:avLst/>
          </a:prstGeom>
        </p:spPr>
      </p:pic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525B327-FD33-4CEC-8C53-3948CDD51453}"/>
              </a:ext>
            </a:extLst>
          </p:cNvPr>
          <p:cNvCxnSpPr>
            <a:stCxn id="230" idx="2"/>
            <a:endCxn id="117" idx="0"/>
          </p:cNvCxnSpPr>
          <p:nvPr/>
        </p:nvCxnSpPr>
        <p:spPr>
          <a:xfrm rot="5400000">
            <a:off x="-3030356" y="2150624"/>
            <a:ext cx="379323" cy="10751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4AB5183-7509-4BC7-B5B3-1E6EDDCF443F}"/>
              </a:ext>
            </a:extLst>
          </p:cNvPr>
          <p:cNvCxnSpPr>
            <a:stCxn id="230" idx="2"/>
            <a:endCxn id="121" idx="0"/>
          </p:cNvCxnSpPr>
          <p:nvPr/>
        </p:nvCxnSpPr>
        <p:spPr>
          <a:xfrm rot="16200000" flipH="1">
            <a:off x="-1986928" y="2182384"/>
            <a:ext cx="395793" cy="10281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4F472D0-7F12-4C66-9323-5693B03EB109}"/>
              </a:ext>
            </a:extLst>
          </p:cNvPr>
          <p:cNvCxnSpPr>
            <a:stCxn id="187" idx="2"/>
            <a:endCxn id="200" idx="0"/>
          </p:cNvCxnSpPr>
          <p:nvPr/>
        </p:nvCxnSpPr>
        <p:spPr>
          <a:xfrm flipH="1">
            <a:off x="-2344848" y="5425667"/>
            <a:ext cx="3343" cy="14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E5B59FD-914A-4168-AA12-D1A2CB25C1BA}"/>
              </a:ext>
            </a:extLst>
          </p:cNvPr>
          <p:cNvCxnSpPr>
            <a:stCxn id="200" idx="2"/>
            <a:endCxn id="201" idx="0"/>
          </p:cNvCxnSpPr>
          <p:nvPr/>
        </p:nvCxnSpPr>
        <p:spPr>
          <a:xfrm>
            <a:off x="-2344848" y="5829309"/>
            <a:ext cx="0" cy="16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62368A4-6AE8-4BC8-8924-6AAA015610A4}"/>
              </a:ext>
            </a:extLst>
          </p:cNvPr>
          <p:cNvCxnSpPr>
            <a:stCxn id="201" idx="2"/>
            <a:endCxn id="202" idx="0"/>
          </p:cNvCxnSpPr>
          <p:nvPr/>
        </p:nvCxnSpPr>
        <p:spPr>
          <a:xfrm>
            <a:off x="-2344848" y="6252688"/>
            <a:ext cx="16408" cy="159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DB508B4-9E80-456F-8C6C-409E03A63A4F}"/>
              </a:ext>
            </a:extLst>
          </p:cNvPr>
          <p:cNvCxnSpPr>
            <a:stCxn id="202" idx="2"/>
            <a:endCxn id="204" idx="0"/>
          </p:cNvCxnSpPr>
          <p:nvPr/>
        </p:nvCxnSpPr>
        <p:spPr>
          <a:xfrm rot="5400000">
            <a:off x="-2970690" y="6267840"/>
            <a:ext cx="236449" cy="10480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27D9C7B-333A-417F-B9E9-7543729E5EAE}"/>
              </a:ext>
            </a:extLst>
          </p:cNvPr>
          <p:cNvCxnSpPr>
            <a:stCxn id="202" idx="2"/>
            <a:endCxn id="203" idx="0"/>
          </p:cNvCxnSpPr>
          <p:nvPr/>
        </p:nvCxnSpPr>
        <p:spPr>
          <a:xfrm rot="16200000" flipH="1">
            <a:off x="-1890728" y="6235929"/>
            <a:ext cx="241150" cy="11165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0CC81759-D5D6-48BD-A969-3A981F6B2E61}"/>
              </a:ext>
            </a:extLst>
          </p:cNvPr>
          <p:cNvCxnSpPr>
            <a:stCxn id="204" idx="2"/>
            <a:endCxn id="205" idx="0"/>
          </p:cNvCxnSpPr>
          <p:nvPr/>
        </p:nvCxnSpPr>
        <p:spPr>
          <a:xfrm rot="16200000" flipH="1">
            <a:off x="-2943496" y="6738703"/>
            <a:ext cx="186552" cy="10525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83225C31-A28A-4A02-A8D0-D685700FD030}"/>
              </a:ext>
            </a:extLst>
          </p:cNvPr>
          <p:cNvCxnSpPr>
            <a:stCxn id="203" idx="2"/>
            <a:endCxn id="205" idx="0"/>
          </p:cNvCxnSpPr>
          <p:nvPr/>
        </p:nvCxnSpPr>
        <p:spPr>
          <a:xfrm rot="5400000">
            <a:off x="-1858830" y="6711287"/>
            <a:ext cx="181851" cy="11120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573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4D9CB53-6B33-4802-8334-485580745287}"/>
              </a:ext>
            </a:extLst>
          </p:cNvPr>
          <p:cNvGrpSpPr/>
          <p:nvPr/>
        </p:nvGrpSpPr>
        <p:grpSpPr>
          <a:xfrm>
            <a:off x="-3162025" y="2120063"/>
            <a:ext cx="300082" cy="369332"/>
            <a:chOff x="-1569749" y="2883288"/>
            <a:chExt cx="300082" cy="369332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29418FED-3F35-4768-94EA-0139B912973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C04D9F1-14F7-4558-A5B1-3E3D6972DF4B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/>
              <p:nvPr/>
            </p:nvSpPr>
            <p:spPr>
              <a:xfrm rot="16200000">
                <a:off x="-4775590" y="1098375"/>
                <a:ext cx="1080668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775590" y="1098375"/>
                <a:ext cx="1080668" cy="261610"/>
              </a:xfrm>
              <a:prstGeom prst="rect">
                <a:avLst/>
              </a:prstGeom>
              <a:blipFill>
                <a:blip r:embed="rId2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5A96C606-55AF-4739-9FBA-67E690976C4B}"/>
              </a:ext>
            </a:extLst>
          </p:cNvPr>
          <p:cNvSpPr txBox="1"/>
          <p:nvPr/>
        </p:nvSpPr>
        <p:spPr>
          <a:xfrm rot="16200000">
            <a:off x="-4791398" y="2280670"/>
            <a:ext cx="1080667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/>
              <p:nvPr/>
            </p:nvSpPr>
            <p:spPr>
              <a:xfrm rot="16200000">
                <a:off x="-4294563" y="2106308"/>
                <a:ext cx="16846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294563" y="2106308"/>
                <a:ext cx="1684668" cy="261610"/>
              </a:xfrm>
              <a:prstGeom prst="rect">
                <a:avLst/>
              </a:prstGeom>
              <a:blipFill>
                <a:blip r:embed="rId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/>
              <p:nvPr/>
            </p:nvSpPr>
            <p:spPr>
              <a:xfrm rot="16200000">
                <a:off x="8191243" y="78787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91243" y="787875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/>
              <p:nvPr/>
            </p:nvSpPr>
            <p:spPr>
              <a:xfrm rot="16200000">
                <a:off x="9882892" y="2470842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882892" y="2470842"/>
                <a:ext cx="1139051" cy="261610"/>
              </a:xfrm>
              <a:prstGeom prst="rect">
                <a:avLst/>
              </a:prstGeom>
              <a:blipFill>
                <a:blip r:embed="rId5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/>
              <p:nvPr/>
            </p:nvSpPr>
            <p:spPr>
              <a:xfrm rot="16200000">
                <a:off x="10186079" y="2237741"/>
                <a:ext cx="1684668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186079" y="2237741"/>
                <a:ext cx="1684668" cy="261610"/>
              </a:xfrm>
              <a:prstGeom prst="rect">
                <a:avLst/>
              </a:prstGeom>
              <a:blipFill>
                <a:blip r:embed="rId6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/>
              <p:nvPr/>
            </p:nvSpPr>
            <p:spPr>
              <a:xfrm rot="16200000">
                <a:off x="10978046" y="2185882"/>
                <a:ext cx="1692165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978046" y="2185882"/>
                <a:ext cx="1692165" cy="261610"/>
              </a:xfrm>
              <a:prstGeom prst="rect">
                <a:avLst/>
              </a:prstGeom>
              <a:blipFill>
                <a:blip r:embed="rId7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0" name="Picture 229">
            <a:extLst>
              <a:ext uri="{FF2B5EF4-FFF2-40B4-BE49-F238E27FC236}">
                <a16:creationId xmlns:a16="http://schemas.microsoft.com/office/drawing/2014/main" id="{16BD8D79-0873-4EED-9604-4FDC8FFC6A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3395" y="1417731"/>
            <a:ext cx="804219" cy="804219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7FC587C6-4233-45DA-9D74-A4B6828988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358" y="1807207"/>
            <a:ext cx="804219" cy="804219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C61A6438-8ABB-42D8-A9B8-48ABDF747A8B}"/>
              </a:ext>
            </a:extLst>
          </p:cNvPr>
          <p:cNvSpPr txBox="1"/>
          <p:nvPr/>
        </p:nvSpPr>
        <p:spPr>
          <a:xfrm rot="16200000">
            <a:off x="-4442960" y="2310195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PReLU(16)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DD3FE45-CCC4-4A28-B86F-BB2E6B0510AB}"/>
              </a:ext>
            </a:extLst>
          </p:cNvPr>
          <p:cNvSpPr txBox="1"/>
          <p:nvPr/>
        </p:nvSpPr>
        <p:spPr>
          <a:xfrm rot="16200000">
            <a:off x="-3812949" y="43650"/>
            <a:ext cx="1080667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D08179E-91D9-439E-9D97-07C44A3F1169}"/>
              </a:ext>
            </a:extLst>
          </p:cNvPr>
          <p:cNvSpPr txBox="1"/>
          <p:nvPr/>
        </p:nvSpPr>
        <p:spPr>
          <a:xfrm rot="16200000">
            <a:off x="-817659" y="581731"/>
            <a:ext cx="1080667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CA3C926D-D19B-47C2-912C-D4F2F0493090}"/>
              </a:ext>
            </a:extLst>
          </p:cNvPr>
          <p:cNvGrpSpPr/>
          <p:nvPr/>
        </p:nvGrpSpPr>
        <p:grpSpPr>
          <a:xfrm>
            <a:off x="10824983" y="4227962"/>
            <a:ext cx="1296144" cy="3312369"/>
            <a:chOff x="3090841" y="3719453"/>
            <a:chExt cx="1296144" cy="3312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32E0335C-7CA1-45F6-8CBF-617C7EFA8CB5}"/>
                    </a:ext>
                  </a:extLst>
                </p:cNvPr>
                <p:cNvSpPr txBox="1"/>
                <p:nvPr/>
              </p:nvSpPr>
              <p:spPr>
                <a:xfrm>
                  <a:off x="3166441" y="3795328"/>
                  <a:ext cx="113905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32E0335C-7CA1-45F6-8CBF-617C7EFA8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41" y="3795328"/>
                  <a:ext cx="1139051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7C60A29D-9898-4083-A0B7-5066EDF6C331}"/>
                </a:ext>
              </a:extLst>
            </p:cNvPr>
            <p:cNvSpPr txBox="1"/>
            <p:nvPr/>
          </p:nvSpPr>
          <p:spPr>
            <a:xfrm>
              <a:off x="3166439" y="4131240"/>
              <a:ext cx="1139051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BatchNorm2d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C213497-6243-4D78-A952-8D5C8F040715}"/>
                </a:ext>
              </a:extLst>
            </p:cNvPr>
            <p:cNvSpPr txBox="1"/>
            <p:nvPr/>
          </p:nvSpPr>
          <p:spPr>
            <a:xfrm>
              <a:off x="3166438" y="4467152"/>
              <a:ext cx="1151947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PReLU(0.01)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A481C0A-8EC4-4F6F-8F21-4BB9745EB84E}"/>
                </a:ext>
              </a:extLst>
            </p:cNvPr>
            <p:cNvSpPr txBox="1"/>
            <p:nvPr/>
          </p:nvSpPr>
          <p:spPr>
            <a:xfrm>
              <a:off x="3166438" y="5115896"/>
              <a:ext cx="1139050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BatchNorm2d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DCF34AEE-D362-4AC2-B1B6-5A34087AD681}"/>
                    </a:ext>
                  </a:extLst>
                </p:cNvPr>
                <p:cNvSpPr txBox="1"/>
                <p:nvPr/>
              </p:nvSpPr>
              <p:spPr>
                <a:xfrm>
                  <a:off x="3166439" y="4791524"/>
                  <a:ext cx="113905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DCF34AEE-D362-4AC2-B1B6-5A34087AD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39" y="4791524"/>
                  <a:ext cx="1139051" cy="261610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1B00F5EF-212D-4FAB-907A-FD4356FD06A7}"/>
                    </a:ext>
                  </a:extLst>
                </p:cNvPr>
                <p:cNvSpPr txBox="1"/>
                <p:nvPr/>
              </p:nvSpPr>
              <p:spPr>
                <a:xfrm>
                  <a:off x="3172885" y="5757851"/>
                  <a:ext cx="1132603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1B00F5EF-212D-4FAB-907A-FD4356FD0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2885" y="5757851"/>
                  <a:ext cx="1132603" cy="261610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D156E86-B9FC-4AC0-AB52-B35E4D5720FF}"/>
                </a:ext>
              </a:extLst>
            </p:cNvPr>
            <p:cNvSpPr txBox="1"/>
            <p:nvPr/>
          </p:nvSpPr>
          <p:spPr>
            <a:xfrm>
              <a:off x="3166438" y="6078791"/>
              <a:ext cx="1139050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BatchNorm2d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582F5A6-A2E8-411F-BC12-49AFE486C03F}"/>
                </a:ext>
              </a:extLst>
            </p:cNvPr>
            <p:cNvSpPr/>
            <p:nvPr/>
          </p:nvSpPr>
          <p:spPr>
            <a:xfrm>
              <a:off x="3090841" y="3719453"/>
              <a:ext cx="1296144" cy="33123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B0A06BB7-479F-47B2-9993-BEF5E824F4B7}"/>
                </a:ext>
              </a:extLst>
            </p:cNvPr>
            <p:cNvSpPr txBox="1"/>
            <p:nvPr/>
          </p:nvSpPr>
          <p:spPr>
            <a:xfrm>
              <a:off x="3154298" y="5437431"/>
              <a:ext cx="1151947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PReLU(0.01)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980358E-7C19-47A2-8067-E3B517B3529A}"/>
                </a:ext>
              </a:extLst>
            </p:cNvPr>
            <p:cNvSpPr txBox="1"/>
            <p:nvPr/>
          </p:nvSpPr>
          <p:spPr>
            <a:xfrm>
              <a:off x="3166438" y="6377535"/>
              <a:ext cx="1151947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32D243CC-7A18-4A98-A7EF-354D9E049252}"/>
                </a:ext>
              </a:extLst>
            </p:cNvPr>
            <p:cNvSpPr txBox="1"/>
            <p:nvPr/>
          </p:nvSpPr>
          <p:spPr>
            <a:xfrm>
              <a:off x="3154298" y="6704678"/>
              <a:ext cx="1199462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(0.01)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/>
              <p:nvPr/>
            </p:nvSpPr>
            <p:spPr>
              <a:xfrm rot="16200000">
                <a:off x="15599" y="205077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599" y="2050779"/>
                <a:ext cx="1139051" cy="261610"/>
              </a:xfrm>
              <a:prstGeom prst="rect">
                <a:avLst/>
              </a:prstGeom>
              <a:blipFill>
                <a:blip r:embed="rId13"/>
                <a:stretch>
                  <a:fillRect r="-1590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/>
              <p:nvPr/>
            </p:nvSpPr>
            <p:spPr>
              <a:xfrm rot="16200000">
                <a:off x="727007" y="210900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7007" y="2109005"/>
                <a:ext cx="1139051" cy="261610"/>
              </a:xfrm>
              <a:prstGeom prst="rect">
                <a:avLst/>
              </a:prstGeom>
              <a:blipFill>
                <a:blip r:embed="rId1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/>
              <p:nvPr/>
            </p:nvSpPr>
            <p:spPr>
              <a:xfrm rot="16200000">
                <a:off x="1341485" y="2121739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41485" y="2121739"/>
                <a:ext cx="1139051" cy="261610"/>
              </a:xfrm>
              <a:prstGeom prst="rect">
                <a:avLst/>
              </a:prstGeom>
              <a:blipFill>
                <a:blip r:embed="rId15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/>
              <p:nvPr/>
            </p:nvSpPr>
            <p:spPr>
              <a:xfrm rot="16200000">
                <a:off x="1993279" y="219940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993279" y="2199405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TextBox 275">
            <a:extLst>
              <a:ext uri="{FF2B5EF4-FFF2-40B4-BE49-F238E27FC236}">
                <a16:creationId xmlns:a16="http://schemas.microsoft.com/office/drawing/2014/main" id="{72A661D3-93E5-47F5-9476-278D9C012F2E}"/>
              </a:ext>
            </a:extLst>
          </p:cNvPr>
          <p:cNvSpPr txBox="1"/>
          <p:nvPr/>
        </p:nvSpPr>
        <p:spPr>
          <a:xfrm rot="16200000">
            <a:off x="8475051" y="790801"/>
            <a:ext cx="1284310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MaxunPool2d(2)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385EAE63-B393-4FAF-876B-7E39493F75CF}"/>
              </a:ext>
            </a:extLst>
          </p:cNvPr>
          <p:cNvSpPr txBox="1"/>
          <p:nvPr/>
        </p:nvSpPr>
        <p:spPr>
          <a:xfrm rot="16200000">
            <a:off x="10757070" y="2448933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C8618018-EF1B-4C2A-A23C-3BC74EC2D9BF}"/>
              </a:ext>
            </a:extLst>
          </p:cNvPr>
          <p:cNvSpPr txBox="1"/>
          <p:nvPr/>
        </p:nvSpPr>
        <p:spPr>
          <a:xfrm rot="16200000">
            <a:off x="10175036" y="2477289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27BF18A-88ED-41D7-9B12-DD1F65FFB0D7}"/>
              </a:ext>
            </a:extLst>
          </p:cNvPr>
          <p:cNvGrpSpPr/>
          <p:nvPr/>
        </p:nvGrpSpPr>
        <p:grpSpPr>
          <a:xfrm>
            <a:off x="4127182" y="4524217"/>
            <a:ext cx="1267070" cy="2333783"/>
            <a:chOff x="4127182" y="4524217"/>
            <a:chExt cx="1267070" cy="2333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/>
                <p:nvPr/>
              </p:nvSpPr>
              <p:spPr>
                <a:xfrm>
                  <a:off x="4202782" y="4600092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782" y="4600092"/>
                  <a:ext cx="1113501" cy="261610"/>
                </a:xfrm>
                <a:prstGeom prst="rect">
                  <a:avLst/>
                </a:prstGeom>
                <a:blipFill>
                  <a:blip r:embed="rId16"/>
                  <a:stretch>
                    <a:fillRect b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683D0929-9600-4C43-84C7-097D766EBCA2}"/>
                </a:ext>
              </a:extLst>
            </p:cNvPr>
            <p:cNvSpPr txBox="1"/>
            <p:nvPr/>
          </p:nvSpPr>
          <p:spPr>
            <a:xfrm>
              <a:off x="4198299" y="4921989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/>
                <p:nvPr/>
              </p:nvSpPr>
              <p:spPr>
                <a:xfrm>
                  <a:off x="4198299" y="5246361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8299" y="5246361"/>
                  <a:ext cx="1113501" cy="261610"/>
                </a:xfrm>
                <a:prstGeom prst="rect">
                  <a:avLst/>
                </a:prstGeom>
                <a:blipFill>
                  <a:blip r:embed="rId17"/>
                  <a:stretch>
                    <a:fillRect b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/>
                <p:nvPr/>
              </p:nvSpPr>
              <p:spPr>
                <a:xfrm>
                  <a:off x="4195855" y="5866619"/>
                  <a:ext cx="1120274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855" y="5866619"/>
                  <a:ext cx="1120274" cy="261610"/>
                </a:xfrm>
                <a:prstGeom prst="rect">
                  <a:avLst/>
                </a:prstGeom>
                <a:blipFill>
                  <a:blip r:embed="rId18"/>
                  <a:stretch>
                    <a:fillRect b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8A56650C-E5E7-48BD-826F-51DAD391A7A6}"/>
                </a:ext>
              </a:extLst>
            </p:cNvPr>
            <p:cNvSpPr/>
            <p:nvPr/>
          </p:nvSpPr>
          <p:spPr>
            <a:xfrm>
              <a:off x="4127182" y="4524217"/>
              <a:ext cx="1267070" cy="23337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559945FA-A30C-4F06-BDC5-3E527D703437}"/>
                </a:ext>
              </a:extLst>
            </p:cNvPr>
            <p:cNvSpPr txBox="1"/>
            <p:nvPr/>
          </p:nvSpPr>
          <p:spPr>
            <a:xfrm>
              <a:off x="4199056" y="5564939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567D1C2-3E96-4A58-9BC5-F820CA320B32}"/>
                </a:ext>
              </a:extLst>
            </p:cNvPr>
            <p:cNvSpPr txBox="1"/>
            <p:nvPr/>
          </p:nvSpPr>
          <p:spPr>
            <a:xfrm>
              <a:off x="4197870" y="6205408"/>
              <a:ext cx="1138395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2913656-48DA-49CB-9883-FD8BDBF68F08}"/>
                </a:ext>
              </a:extLst>
            </p:cNvPr>
            <p:cNvSpPr txBox="1"/>
            <p:nvPr/>
          </p:nvSpPr>
          <p:spPr>
            <a:xfrm>
              <a:off x="4202783" y="6532551"/>
              <a:ext cx="1133592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</a:t>
              </a:r>
              <a:r>
                <a:rPr lang="en-US" sz="11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0.01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/>
              <p:nvPr/>
            </p:nvSpPr>
            <p:spPr>
              <a:xfrm rot="16200000">
                <a:off x="-3540845" y="2091145"/>
                <a:ext cx="16846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540845" y="2091145"/>
                <a:ext cx="1684669" cy="261610"/>
              </a:xfrm>
              <a:prstGeom prst="rect">
                <a:avLst/>
              </a:prstGeom>
              <a:blipFill>
                <a:blip r:embed="rId19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AB6C5E5D-D78B-4FBA-89EB-A9EE6CC62FAE}"/>
                  </a:ext>
                </a:extLst>
              </p:cNvPr>
              <p:cNvSpPr txBox="1"/>
              <p:nvPr/>
            </p:nvSpPr>
            <p:spPr>
              <a:xfrm rot="16200000">
                <a:off x="-3183837" y="2098205"/>
                <a:ext cx="1684671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AB6C5E5D-D78B-4FBA-89EB-A9EE6CC62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183837" y="2098205"/>
                <a:ext cx="1684671" cy="261610"/>
              </a:xfrm>
              <a:prstGeom prst="rect">
                <a:avLst/>
              </a:prstGeom>
              <a:blipFill>
                <a:blip r:embed="rId20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CEAE4D4D-AFA2-4D3C-B7D6-AA46DB2A1B2B}"/>
                  </a:ext>
                </a:extLst>
              </p:cNvPr>
              <p:cNvSpPr txBox="1"/>
              <p:nvPr/>
            </p:nvSpPr>
            <p:spPr>
              <a:xfrm rot="16200000">
                <a:off x="-2728324" y="1984674"/>
                <a:ext cx="167759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CEAE4D4D-AFA2-4D3C-B7D6-AA46DB2A1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728324" y="1984674"/>
                <a:ext cx="1677595" cy="261610"/>
              </a:xfrm>
              <a:prstGeom prst="rect">
                <a:avLst/>
              </a:prstGeom>
              <a:blipFill>
                <a:blip r:embed="rId21"/>
                <a:stretch>
                  <a:fillRect r="-15909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B4001FB8-FCA6-43E4-BD62-8E49B2E5E724}"/>
                  </a:ext>
                </a:extLst>
              </p:cNvPr>
              <p:cNvSpPr txBox="1"/>
              <p:nvPr/>
            </p:nvSpPr>
            <p:spPr>
              <a:xfrm rot="16200000">
                <a:off x="-2287987" y="1966718"/>
                <a:ext cx="1631387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B4001FB8-FCA6-43E4-BD62-8E49B2E5E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287987" y="1966718"/>
                <a:ext cx="1631387" cy="261610"/>
              </a:xfrm>
              <a:prstGeom prst="rect">
                <a:avLst/>
              </a:prstGeom>
              <a:blipFill>
                <a:blip r:embed="rId22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/>
              <p:nvPr/>
            </p:nvSpPr>
            <p:spPr>
              <a:xfrm rot="16200000">
                <a:off x="-1679826" y="2012093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679826" y="2012093"/>
                <a:ext cx="1526568" cy="261610"/>
              </a:xfrm>
              <a:prstGeom prst="rect">
                <a:avLst/>
              </a:prstGeom>
              <a:blipFill>
                <a:blip r:embed="rId2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/>
              <p:nvPr/>
            </p:nvSpPr>
            <p:spPr>
              <a:xfrm rot="16200000">
                <a:off x="-1051457" y="2085448"/>
                <a:ext cx="159704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51457" y="2085448"/>
                <a:ext cx="1597046" cy="261610"/>
              </a:xfrm>
              <a:prstGeom prst="rect">
                <a:avLst/>
              </a:prstGeom>
              <a:blipFill>
                <a:blip r:embed="rId24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896490E0-2E6C-4B1C-A169-3695D9DF3242}"/>
                  </a:ext>
                </a:extLst>
              </p:cNvPr>
              <p:cNvSpPr txBox="1"/>
              <p:nvPr/>
            </p:nvSpPr>
            <p:spPr>
              <a:xfrm rot="16200000">
                <a:off x="-539981" y="2120686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896490E0-2E6C-4B1C-A169-3695D9DF3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39981" y="2120686"/>
                <a:ext cx="1526569" cy="261610"/>
              </a:xfrm>
              <a:prstGeom prst="rect">
                <a:avLst/>
              </a:prstGeom>
              <a:blipFill>
                <a:blip r:embed="rId25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TextBox 301">
            <a:extLst>
              <a:ext uri="{FF2B5EF4-FFF2-40B4-BE49-F238E27FC236}">
                <a16:creationId xmlns:a16="http://schemas.microsoft.com/office/drawing/2014/main" id="{8E964D03-6DA5-4352-968B-A9A4713E2422}"/>
              </a:ext>
            </a:extLst>
          </p:cNvPr>
          <p:cNvSpPr txBox="1"/>
          <p:nvPr/>
        </p:nvSpPr>
        <p:spPr>
          <a:xfrm rot="16200000">
            <a:off x="319345" y="2090643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BB1DC5A-7E2E-48D9-98B5-7200E775BBA7}"/>
              </a:ext>
            </a:extLst>
          </p:cNvPr>
          <p:cNvSpPr txBox="1"/>
          <p:nvPr/>
        </p:nvSpPr>
        <p:spPr>
          <a:xfrm rot="16200000">
            <a:off x="1028806" y="2115291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F3F478F-FD92-4A59-A688-4B4797061295}"/>
              </a:ext>
            </a:extLst>
          </p:cNvPr>
          <p:cNvSpPr txBox="1"/>
          <p:nvPr/>
        </p:nvSpPr>
        <p:spPr>
          <a:xfrm rot="16200000">
            <a:off x="1645391" y="2142116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45509612-E682-4496-8422-00A36A8DD827}"/>
              </a:ext>
            </a:extLst>
          </p:cNvPr>
          <p:cNvSpPr txBox="1"/>
          <p:nvPr/>
        </p:nvSpPr>
        <p:spPr>
          <a:xfrm rot="16200000">
            <a:off x="2330196" y="2225619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A7C3D73-D182-41F0-B961-9351BE668D3F}"/>
              </a:ext>
            </a:extLst>
          </p:cNvPr>
          <p:cNvSpPr txBox="1"/>
          <p:nvPr/>
        </p:nvSpPr>
        <p:spPr>
          <a:xfrm rot="16200000">
            <a:off x="2668023" y="2250403"/>
            <a:ext cx="113359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8703B43-3EB2-4095-AC18-3BD8D6BCC62A}"/>
              </a:ext>
            </a:extLst>
          </p:cNvPr>
          <p:cNvSpPr txBox="1"/>
          <p:nvPr/>
        </p:nvSpPr>
        <p:spPr>
          <a:xfrm rot="16200000">
            <a:off x="2969870" y="2256862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FFE3951C-BD42-4D11-B7C4-E20CC2F0CD11}"/>
                  </a:ext>
                </a:extLst>
              </p:cNvPr>
              <p:cNvSpPr txBox="1"/>
              <p:nvPr/>
            </p:nvSpPr>
            <p:spPr>
              <a:xfrm rot="16200000">
                <a:off x="3775964" y="2256862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FFE3951C-BD42-4D11-B7C4-E20CC2F0C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75964" y="2256862"/>
                <a:ext cx="1526569" cy="261610"/>
              </a:xfrm>
              <a:prstGeom prst="rect">
                <a:avLst/>
              </a:prstGeom>
              <a:blipFill>
                <a:blip r:embed="rId2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512D627E-90BA-4BA6-867B-601B8F34D2C5}"/>
                  </a:ext>
                </a:extLst>
              </p:cNvPr>
              <p:cNvSpPr txBox="1"/>
              <p:nvPr/>
            </p:nvSpPr>
            <p:spPr>
              <a:xfrm rot="16200000">
                <a:off x="3445381" y="2250147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512D627E-90BA-4BA6-867B-601B8F34D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445381" y="2250147"/>
                <a:ext cx="1526569" cy="261610"/>
              </a:xfrm>
              <a:prstGeom prst="rect">
                <a:avLst/>
              </a:prstGeom>
              <a:blipFill>
                <a:blip r:embed="rId27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/>
              <p:nvPr/>
            </p:nvSpPr>
            <p:spPr>
              <a:xfrm rot="16200000">
                <a:off x="3079549" y="2250146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79549" y="2250146"/>
                <a:ext cx="1526569" cy="261610"/>
              </a:xfrm>
              <a:prstGeom prst="rect">
                <a:avLst/>
              </a:prstGeom>
              <a:blipFill>
                <a:blip r:embed="rId27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9930B730-3E53-4DE8-B5E6-C648E0456F1B}"/>
                  </a:ext>
                </a:extLst>
              </p:cNvPr>
              <p:cNvSpPr txBox="1"/>
              <p:nvPr/>
            </p:nvSpPr>
            <p:spPr>
              <a:xfrm rot="16200000">
                <a:off x="4346848" y="208780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9930B730-3E53-4DE8-B5E6-C648E0456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46848" y="2087808"/>
                <a:ext cx="1139051" cy="261610"/>
              </a:xfrm>
              <a:prstGeom prst="rect">
                <a:avLst/>
              </a:prstGeom>
              <a:blipFill>
                <a:blip r:embed="rId28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734D1B09-BDC6-4447-B940-6ED47C1387A6}"/>
                  </a:ext>
                </a:extLst>
              </p:cNvPr>
              <p:cNvSpPr txBox="1"/>
              <p:nvPr/>
            </p:nvSpPr>
            <p:spPr>
              <a:xfrm rot="16200000">
                <a:off x="5058256" y="2146034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734D1B09-BDC6-4447-B940-6ED47C138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58256" y="2146034"/>
                <a:ext cx="1139051" cy="261610"/>
              </a:xfrm>
              <a:prstGeom prst="rect">
                <a:avLst/>
              </a:prstGeom>
              <a:blipFill>
                <a:blip r:embed="rId29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ABB8E16-8801-423F-8A4F-3AF3E323D460}"/>
                  </a:ext>
                </a:extLst>
              </p:cNvPr>
              <p:cNvSpPr txBox="1"/>
              <p:nvPr/>
            </p:nvSpPr>
            <p:spPr>
              <a:xfrm rot="16200000">
                <a:off x="5672734" y="215876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ABB8E16-8801-423F-8A4F-3AF3E323D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672734" y="2158768"/>
                <a:ext cx="1139051" cy="261610"/>
              </a:xfrm>
              <a:prstGeom prst="rect">
                <a:avLst/>
              </a:prstGeom>
              <a:blipFill>
                <a:blip r:embed="rId30"/>
                <a:stretch>
                  <a:fillRect r="-1590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207F770D-EFD4-44AE-A62A-768F9E0D914E}"/>
                  </a:ext>
                </a:extLst>
              </p:cNvPr>
              <p:cNvSpPr txBox="1"/>
              <p:nvPr/>
            </p:nvSpPr>
            <p:spPr>
              <a:xfrm rot="16200000">
                <a:off x="6324528" y="2236434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207F770D-EFD4-44AE-A62A-768F9E0D9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324528" y="2236434"/>
                <a:ext cx="1139051" cy="261610"/>
              </a:xfrm>
              <a:prstGeom prst="rect">
                <a:avLst/>
              </a:prstGeom>
              <a:blipFill>
                <a:blip r:embed="rId31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TextBox 314">
            <a:extLst>
              <a:ext uri="{FF2B5EF4-FFF2-40B4-BE49-F238E27FC236}">
                <a16:creationId xmlns:a16="http://schemas.microsoft.com/office/drawing/2014/main" id="{1187D9E8-C93E-453E-A15A-3BE31E42034C}"/>
              </a:ext>
            </a:extLst>
          </p:cNvPr>
          <p:cNvSpPr txBox="1"/>
          <p:nvPr/>
        </p:nvSpPr>
        <p:spPr>
          <a:xfrm rot="16200000">
            <a:off x="4650594" y="2127672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C55E8B1-8739-47B5-9BAE-05A72E8B3F26}"/>
              </a:ext>
            </a:extLst>
          </p:cNvPr>
          <p:cNvSpPr txBox="1"/>
          <p:nvPr/>
        </p:nvSpPr>
        <p:spPr>
          <a:xfrm rot="16200000">
            <a:off x="5360055" y="2152320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CCACFCDB-3FBB-4EDA-ADE5-B8048F0B4322}"/>
              </a:ext>
            </a:extLst>
          </p:cNvPr>
          <p:cNvSpPr txBox="1"/>
          <p:nvPr/>
        </p:nvSpPr>
        <p:spPr>
          <a:xfrm rot="16200000">
            <a:off x="5976640" y="2179145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5DFBCB01-2474-4AE1-8E0A-AFFC56EA5D25}"/>
              </a:ext>
            </a:extLst>
          </p:cNvPr>
          <p:cNvSpPr txBox="1"/>
          <p:nvPr/>
        </p:nvSpPr>
        <p:spPr>
          <a:xfrm rot="16200000">
            <a:off x="6661445" y="2262648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C358017B-B4E2-4AAF-BCA1-F2C72184AECA}"/>
              </a:ext>
            </a:extLst>
          </p:cNvPr>
          <p:cNvSpPr txBox="1"/>
          <p:nvPr/>
        </p:nvSpPr>
        <p:spPr>
          <a:xfrm rot="16200000">
            <a:off x="6999272" y="2287432"/>
            <a:ext cx="113359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E9A8C97-DF01-41D7-8A4A-A265E5AAB1C4}"/>
              </a:ext>
            </a:extLst>
          </p:cNvPr>
          <p:cNvSpPr txBox="1"/>
          <p:nvPr/>
        </p:nvSpPr>
        <p:spPr>
          <a:xfrm rot="16200000">
            <a:off x="7301119" y="2293891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65047B18-B2F6-4ED3-A977-187766E7B3BE}"/>
                  </a:ext>
                </a:extLst>
              </p:cNvPr>
              <p:cNvSpPr txBox="1"/>
              <p:nvPr/>
            </p:nvSpPr>
            <p:spPr>
              <a:xfrm rot="16200000">
                <a:off x="7525529" y="2339630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65047B18-B2F6-4ED3-A977-187766E7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525529" y="2339630"/>
                <a:ext cx="1526569" cy="261610"/>
              </a:xfrm>
              <a:prstGeom prst="rect">
                <a:avLst/>
              </a:prstGeom>
              <a:blipFill>
                <a:blip r:embed="rId32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/>
              <p:nvPr/>
            </p:nvSpPr>
            <p:spPr>
              <a:xfrm rot="16200000">
                <a:off x="8112026" y="2439687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12026" y="2439687"/>
                <a:ext cx="1526569" cy="261610"/>
              </a:xfrm>
              <a:prstGeom prst="rect">
                <a:avLst/>
              </a:prstGeom>
              <a:blipFill>
                <a:blip r:embed="rId2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/>
              <p:nvPr/>
            </p:nvSpPr>
            <p:spPr>
              <a:xfrm rot="16200000">
                <a:off x="8734915" y="2446891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734915" y="2446891"/>
                <a:ext cx="1526569" cy="261610"/>
              </a:xfrm>
              <a:prstGeom prst="rect">
                <a:avLst/>
              </a:prstGeom>
              <a:blipFill>
                <a:blip r:embed="rId3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FCB064A2-3FD3-484A-8186-977789AC8BD8}"/>
                  </a:ext>
                </a:extLst>
              </p:cNvPr>
              <p:cNvSpPr txBox="1"/>
              <p:nvPr/>
            </p:nvSpPr>
            <p:spPr>
              <a:xfrm rot="16200000">
                <a:off x="9177749" y="2439687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FCB064A2-3FD3-484A-8186-977789AC8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77749" y="2439687"/>
                <a:ext cx="1526569" cy="261610"/>
              </a:xfrm>
              <a:prstGeom prst="rect">
                <a:avLst/>
              </a:prstGeom>
              <a:blipFill>
                <a:blip r:embed="rId2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Arrow: Curved Down 326">
            <a:extLst>
              <a:ext uri="{FF2B5EF4-FFF2-40B4-BE49-F238E27FC236}">
                <a16:creationId xmlns:a16="http://schemas.microsoft.com/office/drawing/2014/main" id="{3C4554A1-1E68-4429-9D30-D67618301F77}"/>
              </a:ext>
            </a:extLst>
          </p:cNvPr>
          <p:cNvSpPr/>
          <p:nvPr/>
        </p:nvSpPr>
        <p:spPr>
          <a:xfrm rot="10800000">
            <a:off x="-2849807" y="1113458"/>
            <a:ext cx="300081" cy="167827"/>
          </a:xfrm>
          <a:prstGeom prst="curvedDownArrow">
            <a:avLst>
              <a:gd name="adj1" fmla="val 25000"/>
              <a:gd name="adj2" fmla="val 57240"/>
              <a:gd name="adj3" fmla="val 6809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/>
              <p:nvPr/>
            </p:nvSpPr>
            <p:spPr>
              <a:xfrm>
                <a:off x="-2782322" y="983501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4</a:t>
                </a: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82322" y="983501"/>
                <a:ext cx="165110" cy="161583"/>
              </a:xfrm>
              <a:prstGeom prst="rect">
                <a:avLst/>
              </a:prstGeom>
              <a:blipFill>
                <a:blip r:embed="rId34"/>
                <a:stretch>
                  <a:fillRect l="-25926" t="-22222" r="-48148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091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Oval 191">
            <a:extLst>
              <a:ext uri="{FF2B5EF4-FFF2-40B4-BE49-F238E27FC236}">
                <a16:creationId xmlns:a16="http://schemas.microsoft.com/office/drawing/2014/main" id="{29418FED-3F35-4768-94EA-0139B9129735}"/>
              </a:ext>
            </a:extLst>
          </p:cNvPr>
          <p:cNvSpPr/>
          <p:nvPr/>
        </p:nvSpPr>
        <p:spPr>
          <a:xfrm rot="5400000">
            <a:off x="-7748617" y="4281515"/>
            <a:ext cx="259654" cy="2596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C04D9F1-14F7-4558-A5B1-3E3D6972DF4B}"/>
              </a:ext>
            </a:extLst>
          </p:cNvPr>
          <p:cNvSpPr txBox="1"/>
          <p:nvPr/>
        </p:nvSpPr>
        <p:spPr>
          <a:xfrm rot="5400000">
            <a:off x="-10332256" y="42672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/>
              <p:nvPr/>
            </p:nvSpPr>
            <p:spPr>
              <a:xfrm>
                <a:off x="5544883" y="-3207637"/>
                <a:ext cx="1148553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883" y="-3207637"/>
                <a:ext cx="1148553" cy="261610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5A96C606-55AF-4739-9FBA-67E690976C4B}"/>
              </a:ext>
            </a:extLst>
          </p:cNvPr>
          <p:cNvSpPr txBox="1"/>
          <p:nvPr/>
        </p:nvSpPr>
        <p:spPr>
          <a:xfrm>
            <a:off x="7312372" y="-3217048"/>
            <a:ext cx="1022259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/>
              <p:nvPr/>
            </p:nvSpPr>
            <p:spPr>
              <a:xfrm>
                <a:off x="5441013" y="-2090090"/>
                <a:ext cx="1537633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013" y="-2090090"/>
                <a:ext cx="1537633" cy="261610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/>
              <p:nvPr/>
            </p:nvSpPr>
            <p:spPr>
              <a:xfrm>
                <a:off x="7312372" y="4590870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2" y="4590870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/>
              <p:nvPr/>
            </p:nvSpPr>
            <p:spPr>
              <a:xfrm>
                <a:off x="6507156" y="632235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156" y="6322356"/>
                <a:ext cx="1139051" cy="261610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/>
              <p:nvPr/>
            </p:nvSpPr>
            <p:spPr>
              <a:xfrm>
                <a:off x="6234113" y="7003304"/>
                <a:ext cx="1684668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13" y="7003304"/>
                <a:ext cx="1684668" cy="261610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/>
              <p:nvPr/>
            </p:nvSpPr>
            <p:spPr>
              <a:xfrm>
                <a:off x="6234113" y="7680609"/>
                <a:ext cx="1692165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13" y="7680609"/>
                <a:ext cx="1692165" cy="261610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0" name="Picture 229">
            <a:extLst>
              <a:ext uri="{FF2B5EF4-FFF2-40B4-BE49-F238E27FC236}">
                <a16:creationId xmlns:a16="http://schemas.microsoft.com/office/drawing/2014/main" id="{16BD8D79-0873-4EED-9604-4FDC8FFC6A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56232" y="-4284592"/>
            <a:ext cx="804219" cy="804219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7FC587C6-4233-45DA-9D74-A4B6828988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74337" y="8096304"/>
            <a:ext cx="804219" cy="804219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C61A6438-8ABB-42D8-A9B8-48ABDF747A8B}"/>
              </a:ext>
            </a:extLst>
          </p:cNvPr>
          <p:cNvSpPr txBox="1"/>
          <p:nvPr/>
        </p:nvSpPr>
        <p:spPr>
          <a:xfrm>
            <a:off x="6533620" y="-2557146"/>
            <a:ext cx="869412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PReLU(16)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DD3FE45-CCC4-4A28-B86F-BB2E6B0510AB}"/>
              </a:ext>
            </a:extLst>
          </p:cNvPr>
          <p:cNvSpPr txBox="1"/>
          <p:nvPr/>
        </p:nvSpPr>
        <p:spPr>
          <a:xfrm>
            <a:off x="7317956" y="-2099675"/>
            <a:ext cx="103483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CA3C926D-D19B-47C2-912C-D4F2F0493090}"/>
              </a:ext>
            </a:extLst>
          </p:cNvPr>
          <p:cNvGrpSpPr/>
          <p:nvPr/>
        </p:nvGrpSpPr>
        <p:grpSpPr>
          <a:xfrm rot="5400000">
            <a:off x="2301686" y="8736061"/>
            <a:ext cx="1296144" cy="3312369"/>
            <a:chOff x="3090841" y="3719453"/>
            <a:chExt cx="1296144" cy="3312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32E0335C-7CA1-45F6-8CBF-617C7EFA8CB5}"/>
                    </a:ext>
                  </a:extLst>
                </p:cNvPr>
                <p:cNvSpPr txBox="1"/>
                <p:nvPr/>
              </p:nvSpPr>
              <p:spPr>
                <a:xfrm>
                  <a:off x="3166441" y="3795328"/>
                  <a:ext cx="113905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32E0335C-7CA1-45F6-8CBF-617C7EFA8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41" y="3795328"/>
                  <a:ext cx="1139051" cy="261610"/>
                </a:xfrm>
                <a:prstGeom prst="rect">
                  <a:avLst/>
                </a:prstGeom>
                <a:blipFill>
                  <a:blip r:embed="rId10"/>
                  <a:stretch>
                    <a:fillRect l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7C60A29D-9898-4083-A0B7-5066EDF6C331}"/>
                </a:ext>
              </a:extLst>
            </p:cNvPr>
            <p:cNvSpPr txBox="1"/>
            <p:nvPr/>
          </p:nvSpPr>
          <p:spPr>
            <a:xfrm>
              <a:off x="3166439" y="4131240"/>
              <a:ext cx="1139051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BatchNorm2d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C213497-6243-4D78-A952-8D5C8F040715}"/>
                </a:ext>
              </a:extLst>
            </p:cNvPr>
            <p:cNvSpPr txBox="1"/>
            <p:nvPr/>
          </p:nvSpPr>
          <p:spPr>
            <a:xfrm>
              <a:off x="3166438" y="4467152"/>
              <a:ext cx="1151947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PReLU(0.01)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A481C0A-8EC4-4F6F-8F21-4BB9745EB84E}"/>
                </a:ext>
              </a:extLst>
            </p:cNvPr>
            <p:cNvSpPr txBox="1"/>
            <p:nvPr/>
          </p:nvSpPr>
          <p:spPr>
            <a:xfrm>
              <a:off x="3166438" y="5115896"/>
              <a:ext cx="1139050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BatchNorm2d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DCF34AEE-D362-4AC2-B1B6-5A34087AD681}"/>
                    </a:ext>
                  </a:extLst>
                </p:cNvPr>
                <p:cNvSpPr txBox="1"/>
                <p:nvPr/>
              </p:nvSpPr>
              <p:spPr>
                <a:xfrm>
                  <a:off x="3166439" y="4791524"/>
                  <a:ext cx="113905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DCF34AEE-D362-4AC2-B1B6-5A34087AD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39" y="4791524"/>
                  <a:ext cx="1139051" cy="261610"/>
                </a:xfrm>
                <a:prstGeom prst="rect">
                  <a:avLst/>
                </a:prstGeom>
                <a:blipFill>
                  <a:blip r:embed="rId11"/>
                  <a:stretch>
                    <a:fillRect l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1B00F5EF-212D-4FAB-907A-FD4356FD06A7}"/>
                    </a:ext>
                  </a:extLst>
                </p:cNvPr>
                <p:cNvSpPr txBox="1"/>
                <p:nvPr/>
              </p:nvSpPr>
              <p:spPr>
                <a:xfrm>
                  <a:off x="3172885" y="5757851"/>
                  <a:ext cx="1132603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1B00F5EF-212D-4FAB-907A-FD4356FD0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2885" y="5757851"/>
                  <a:ext cx="1132603" cy="261610"/>
                </a:xfrm>
                <a:prstGeom prst="rect">
                  <a:avLst/>
                </a:prstGeom>
                <a:blipFill>
                  <a:blip r:embed="rId12"/>
                  <a:stretch>
                    <a:fillRect l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D156E86-B9FC-4AC0-AB52-B35E4D5720FF}"/>
                </a:ext>
              </a:extLst>
            </p:cNvPr>
            <p:cNvSpPr txBox="1"/>
            <p:nvPr/>
          </p:nvSpPr>
          <p:spPr>
            <a:xfrm>
              <a:off x="3166438" y="6078791"/>
              <a:ext cx="1139050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BatchNorm2d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582F5A6-A2E8-411F-BC12-49AFE486C03F}"/>
                </a:ext>
              </a:extLst>
            </p:cNvPr>
            <p:cNvSpPr/>
            <p:nvPr/>
          </p:nvSpPr>
          <p:spPr>
            <a:xfrm>
              <a:off x="3090841" y="3719453"/>
              <a:ext cx="1296144" cy="33123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B0A06BB7-479F-47B2-9993-BEF5E824F4B7}"/>
                </a:ext>
              </a:extLst>
            </p:cNvPr>
            <p:cNvSpPr txBox="1"/>
            <p:nvPr/>
          </p:nvSpPr>
          <p:spPr>
            <a:xfrm>
              <a:off x="3154298" y="5437431"/>
              <a:ext cx="1151947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PReLU(0.01)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980358E-7C19-47A2-8067-E3B517B3529A}"/>
                </a:ext>
              </a:extLst>
            </p:cNvPr>
            <p:cNvSpPr txBox="1"/>
            <p:nvPr/>
          </p:nvSpPr>
          <p:spPr>
            <a:xfrm>
              <a:off x="3166438" y="6377535"/>
              <a:ext cx="1151947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32D243CC-7A18-4A98-A7EF-354D9E049252}"/>
                </a:ext>
              </a:extLst>
            </p:cNvPr>
            <p:cNvSpPr txBox="1"/>
            <p:nvPr/>
          </p:nvSpPr>
          <p:spPr>
            <a:xfrm>
              <a:off x="3154298" y="6704678"/>
              <a:ext cx="1199462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(0.01)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/>
              <p:nvPr/>
            </p:nvSpPr>
            <p:spPr>
              <a:xfrm>
                <a:off x="6486470" y="568730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470" y="568730"/>
                <a:ext cx="1139051" cy="261610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/>
              <p:nvPr/>
            </p:nvSpPr>
            <p:spPr>
              <a:xfrm>
                <a:off x="6486469" y="1248777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469" y="1248777"/>
                <a:ext cx="1139051" cy="261610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/>
              <p:nvPr/>
            </p:nvSpPr>
            <p:spPr>
              <a:xfrm>
                <a:off x="6488282" y="1928241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282" y="1928241"/>
                <a:ext cx="1139051" cy="261610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/>
              <p:nvPr/>
            </p:nvSpPr>
            <p:spPr>
              <a:xfrm>
                <a:off x="6486470" y="2607617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470" y="2607617"/>
                <a:ext cx="1139051" cy="261610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TextBox 275">
            <a:extLst>
              <a:ext uri="{FF2B5EF4-FFF2-40B4-BE49-F238E27FC236}">
                <a16:creationId xmlns:a16="http://schemas.microsoft.com/office/drawing/2014/main" id="{72A661D3-93E5-47F5-9476-278D9C012F2E}"/>
              </a:ext>
            </a:extLst>
          </p:cNvPr>
          <p:cNvSpPr txBox="1"/>
          <p:nvPr/>
        </p:nvSpPr>
        <p:spPr>
          <a:xfrm>
            <a:off x="7312373" y="4916733"/>
            <a:ext cx="1151947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MaxunPool2d(2)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385EAE63-B393-4FAF-876B-7E39493F75CF}"/>
              </a:ext>
            </a:extLst>
          </p:cNvPr>
          <p:cNvSpPr txBox="1"/>
          <p:nvPr/>
        </p:nvSpPr>
        <p:spPr>
          <a:xfrm>
            <a:off x="6502907" y="7341860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C8618018-EF1B-4C2A-A23C-3BC74EC2D9BF}"/>
              </a:ext>
            </a:extLst>
          </p:cNvPr>
          <p:cNvSpPr txBox="1"/>
          <p:nvPr/>
        </p:nvSpPr>
        <p:spPr>
          <a:xfrm>
            <a:off x="6500238" y="6662830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27BF18A-88ED-41D7-9B12-DD1F65FFB0D7}"/>
              </a:ext>
            </a:extLst>
          </p:cNvPr>
          <p:cNvGrpSpPr/>
          <p:nvPr/>
        </p:nvGrpSpPr>
        <p:grpSpPr>
          <a:xfrm rot="5400000">
            <a:off x="-2917881" y="6050610"/>
            <a:ext cx="1267070" cy="2333783"/>
            <a:chOff x="4127182" y="4524217"/>
            <a:chExt cx="1267070" cy="2333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/>
                <p:nvPr/>
              </p:nvSpPr>
              <p:spPr>
                <a:xfrm>
                  <a:off x="4202782" y="4600092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782" y="4600092"/>
                  <a:ext cx="1113501" cy="261610"/>
                </a:xfrm>
                <a:prstGeom prst="rect">
                  <a:avLst/>
                </a:prstGeom>
                <a:blipFill>
                  <a:blip r:embed="rId17"/>
                  <a:stretch>
                    <a:fillRect l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683D0929-9600-4C43-84C7-097D766EBCA2}"/>
                </a:ext>
              </a:extLst>
            </p:cNvPr>
            <p:cNvSpPr txBox="1"/>
            <p:nvPr/>
          </p:nvSpPr>
          <p:spPr>
            <a:xfrm>
              <a:off x="4198299" y="4921989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/>
                <p:nvPr/>
              </p:nvSpPr>
              <p:spPr>
                <a:xfrm>
                  <a:off x="4198299" y="5246361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8299" y="5246361"/>
                  <a:ext cx="1113501" cy="261610"/>
                </a:xfrm>
                <a:prstGeom prst="rect">
                  <a:avLst/>
                </a:prstGeom>
                <a:blipFill>
                  <a:blip r:embed="rId18"/>
                  <a:stretch>
                    <a:fillRect l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/>
                <p:nvPr/>
              </p:nvSpPr>
              <p:spPr>
                <a:xfrm>
                  <a:off x="4195855" y="5866619"/>
                  <a:ext cx="1120274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855" y="5866619"/>
                  <a:ext cx="1120274" cy="261610"/>
                </a:xfrm>
                <a:prstGeom prst="rect">
                  <a:avLst/>
                </a:prstGeom>
                <a:blipFill>
                  <a:blip r:embed="rId19"/>
                  <a:stretch>
                    <a:fillRect l="-15909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8A56650C-E5E7-48BD-826F-51DAD391A7A6}"/>
                </a:ext>
              </a:extLst>
            </p:cNvPr>
            <p:cNvSpPr/>
            <p:nvPr/>
          </p:nvSpPr>
          <p:spPr>
            <a:xfrm>
              <a:off x="4127182" y="4524217"/>
              <a:ext cx="1267070" cy="23337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559945FA-A30C-4F06-BDC5-3E527D703437}"/>
                </a:ext>
              </a:extLst>
            </p:cNvPr>
            <p:cNvSpPr txBox="1"/>
            <p:nvPr/>
          </p:nvSpPr>
          <p:spPr>
            <a:xfrm>
              <a:off x="4199056" y="5564939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567D1C2-3E96-4A58-9BC5-F820CA320B32}"/>
                </a:ext>
              </a:extLst>
            </p:cNvPr>
            <p:cNvSpPr txBox="1"/>
            <p:nvPr/>
          </p:nvSpPr>
          <p:spPr>
            <a:xfrm>
              <a:off x="4197870" y="6205408"/>
              <a:ext cx="1138395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2913656-48DA-49CB-9883-FD8BDBF68F08}"/>
                </a:ext>
              </a:extLst>
            </p:cNvPr>
            <p:cNvSpPr txBox="1"/>
            <p:nvPr/>
          </p:nvSpPr>
          <p:spPr>
            <a:xfrm>
              <a:off x="4202783" y="6532551"/>
              <a:ext cx="1133592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</a:t>
              </a:r>
              <a:r>
                <a:rPr lang="en-US" sz="11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0.01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/>
              <p:nvPr/>
            </p:nvSpPr>
            <p:spPr>
              <a:xfrm>
                <a:off x="6189525" y="-1485272"/>
                <a:ext cx="153763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525" y="-1485272"/>
                <a:ext cx="1537635" cy="261610"/>
              </a:xfrm>
              <a:prstGeom prst="rect">
                <a:avLst/>
              </a:prstGeom>
              <a:blipFill>
                <a:blip r:embed="rId20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/>
              <p:nvPr/>
            </p:nvSpPr>
            <p:spPr>
              <a:xfrm>
                <a:off x="6296933" y="-214829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933" y="-214829"/>
                <a:ext cx="1526568" cy="261610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/>
              <p:nvPr/>
            </p:nvSpPr>
            <p:spPr>
              <a:xfrm>
                <a:off x="6292711" y="231263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11" y="231263"/>
                <a:ext cx="1526568" cy="261610"/>
              </a:xfrm>
              <a:prstGeom prst="rect">
                <a:avLst/>
              </a:prstGeom>
              <a:blipFill>
                <a:blip r:embed="rId22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TextBox 301">
            <a:extLst>
              <a:ext uri="{FF2B5EF4-FFF2-40B4-BE49-F238E27FC236}">
                <a16:creationId xmlns:a16="http://schemas.microsoft.com/office/drawing/2014/main" id="{8E964D03-6DA5-4352-968B-A9A4713E2422}"/>
              </a:ext>
            </a:extLst>
          </p:cNvPr>
          <p:cNvSpPr txBox="1"/>
          <p:nvPr/>
        </p:nvSpPr>
        <p:spPr>
          <a:xfrm>
            <a:off x="6480777" y="909471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BB1DC5A-7E2E-48D9-98B5-7200E775BBA7}"/>
              </a:ext>
            </a:extLst>
          </p:cNvPr>
          <p:cNvSpPr txBox="1"/>
          <p:nvPr/>
        </p:nvSpPr>
        <p:spPr>
          <a:xfrm>
            <a:off x="6480020" y="1590353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F3F478F-FD92-4A59-A688-4B4797061295}"/>
              </a:ext>
            </a:extLst>
          </p:cNvPr>
          <p:cNvSpPr txBox="1"/>
          <p:nvPr/>
        </p:nvSpPr>
        <p:spPr>
          <a:xfrm>
            <a:off x="6480022" y="2268191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45509612-E682-4496-8422-00A36A8DD827}"/>
              </a:ext>
            </a:extLst>
          </p:cNvPr>
          <p:cNvSpPr txBox="1"/>
          <p:nvPr/>
        </p:nvSpPr>
        <p:spPr>
          <a:xfrm>
            <a:off x="6480020" y="2947043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A7C3D73-D182-41F0-B961-9351BE668D3F}"/>
              </a:ext>
            </a:extLst>
          </p:cNvPr>
          <p:cNvSpPr txBox="1"/>
          <p:nvPr/>
        </p:nvSpPr>
        <p:spPr>
          <a:xfrm>
            <a:off x="6488755" y="3279725"/>
            <a:ext cx="113359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8703B43-3EB2-4095-AC18-3BD8D6BCC62A}"/>
              </a:ext>
            </a:extLst>
          </p:cNvPr>
          <p:cNvSpPr txBox="1"/>
          <p:nvPr/>
        </p:nvSpPr>
        <p:spPr>
          <a:xfrm>
            <a:off x="6480020" y="3621184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/>
              <p:nvPr/>
            </p:nvSpPr>
            <p:spPr>
              <a:xfrm>
                <a:off x="6292711" y="3961417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11" y="3961417"/>
                <a:ext cx="1526569" cy="261610"/>
              </a:xfrm>
              <a:prstGeom prst="rect">
                <a:avLst/>
              </a:prstGeom>
              <a:blipFill>
                <a:blip r:embed="rId22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9930B730-3E53-4DE8-B5E6-C648E0456F1B}"/>
                  </a:ext>
                </a:extLst>
              </p:cNvPr>
              <p:cNvSpPr txBox="1"/>
              <p:nvPr/>
            </p:nvSpPr>
            <p:spPr>
              <a:xfrm>
                <a:off x="-5914453" y="6441730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9930B730-3E53-4DE8-B5E6-C648E0456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14453" y="6441730"/>
                <a:ext cx="1139051" cy="261610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734D1B09-BDC6-4447-B940-6ED47C1387A6}"/>
                  </a:ext>
                </a:extLst>
              </p:cNvPr>
              <p:cNvSpPr txBox="1"/>
              <p:nvPr/>
            </p:nvSpPr>
            <p:spPr>
              <a:xfrm>
                <a:off x="-5972679" y="715313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734D1B09-BDC6-4447-B940-6ED47C138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72679" y="7153138"/>
                <a:ext cx="1139051" cy="261610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ABB8E16-8801-423F-8A4F-3AF3E323D460}"/>
                  </a:ext>
                </a:extLst>
              </p:cNvPr>
              <p:cNvSpPr txBox="1"/>
              <p:nvPr/>
            </p:nvSpPr>
            <p:spPr>
              <a:xfrm>
                <a:off x="-5985413" y="776761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ABB8E16-8801-423F-8A4F-3AF3E323D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85413" y="7767616"/>
                <a:ext cx="1139051" cy="261610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207F770D-EFD4-44AE-A62A-768F9E0D914E}"/>
                  </a:ext>
                </a:extLst>
              </p:cNvPr>
              <p:cNvSpPr txBox="1"/>
              <p:nvPr/>
            </p:nvSpPr>
            <p:spPr>
              <a:xfrm>
                <a:off x="-6063079" y="8419410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207F770D-EFD4-44AE-A62A-768F9E0D9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63079" y="8419410"/>
                <a:ext cx="1139051" cy="261610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TextBox 314">
            <a:extLst>
              <a:ext uri="{FF2B5EF4-FFF2-40B4-BE49-F238E27FC236}">
                <a16:creationId xmlns:a16="http://schemas.microsoft.com/office/drawing/2014/main" id="{1187D9E8-C93E-453E-A15A-3BE31E42034C}"/>
              </a:ext>
            </a:extLst>
          </p:cNvPr>
          <p:cNvSpPr txBox="1"/>
          <p:nvPr/>
        </p:nvSpPr>
        <p:spPr>
          <a:xfrm>
            <a:off x="-5960765" y="6751924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C55E8B1-8739-47B5-9BAE-05A72E8B3F26}"/>
              </a:ext>
            </a:extLst>
          </p:cNvPr>
          <p:cNvSpPr txBox="1"/>
          <p:nvPr/>
        </p:nvSpPr>
        <p:spPr>
          <a:xfrm>
            <a:off x="-5985413" y="7461385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CCACFCDB-3FBB-4EDA-ADE5-B8048F0B4322}"/>
              </a:ext>
            </a:extLst>
          </p:cNvPr>
          <p:cNvSpPr txBox="1"/>
          <p:nvPr/>
        </p:nvSpPr>
        <p:spPr>
          <a:xfrm>
            <a:off x="-6012238" y="8077970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5DFBCB01-2474-4AE1-8E0A-AFFC56EA5D25}"/>
              </a:ext>
            </a:extLst>
          </p:cNvPr>
          <p:cNvSpPr txBox="1"/>
          <p:nvPr/>
        </p:nvSpPr>
        <p:spPr>
          <a:xfrm>
            <a:off x="-6095741" y="8762775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C358017B-B4E2-4AAF-BCA1-F2C72184AECA}"/>
              </a:ext>
            </a:extLst>
          </p:cNvPr>
          <p:cNvSpPr txBox="1"/>
          <p:nvPr/>
        </p:nvSpPr>
        <p:spPr>
          <a:xfrm>
            <a:off x="-6111347" y="9091425"/>
            <a:ext cx="113359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E9A8C97-DF01-41D7-8A4A-A265E5AAB1C4}"/>
              </a:ext>
            </a:extLst>
          </p:cNvPr>
          <p:cNvSpPr txBox="1"/>
          <p:nvPr/>
        </p:nvSpPr>
        <p:spPr>
          <a:xfrm>
            <a:off x="-6126984" y="9402449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65047B18-B2F6-4ED3-A977-187766E7B3BE}"/>
                  </a:ext>
                </a:extLst>
              </p:cNvPr>
              <p:cNvSpPr txBox="1"/>
              <p:nvPr/>
            </p:nvSpPr>
            <p:spPr>
              <a:xfrm>
                <a:off x="-6192763" y="9784513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65047B18-B2F6-4ED3-A977-187766E7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92763" y="9784513"/>
                <a:ext cx="1526569" cy="261610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/>
              <p:nvPr/>
            </p:nvSpPr>
            <p:spPr>
              <a:xfrm>
                <a:off x="5446544" y="4610784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544" y="4610784"/>
                <a:ext cx="1526569" cy="261610"/>
              </a:xfrm>
              <a:prstGeom prst="rect">
                <a:avLst/>
              </a:prstGeom>
              <a:blipFill>
                <a:blip r:embed="rId25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/>
              <p:nvPr/>
            </p:nvSpPr>
            <p:spPr>
              <a:xfrm>
                <a:off x="6311189" y="5647705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189" y="5647705"/>
                <a:ext cx="1526569" cy="261610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Arrow: Curved Down 326">
            <a:extLst>
              <a:ext uri="{FF2B5EF4-FFF2-40B4-BE49-F238E27FC236}">
                <a16:creationId xmlns:a16="http://schemas.microsoft.com/office/drawing/2014/main" id="{3C4554A1-1E68-4429-9D30-D67618301F77}"/>
              </a:ext>
            </a:extLst>
          </p:cNvPr>
          <p:cNvSpPr/>
          <p:nvPr/>
        </p:nvSpPr>
        <p:spPr>
          <a:xfrm rot="16200000" flipV="1">
            <a:off x="-7768830" y="5979582"/>
            <a:ext cx="300081" cy="161584"/>
          </a:xfrm>
          <a:prstGeom prst="curvedDownArrow">
            <a:avLst>
              <a:gd name="adj1" fmla="val 25000"/>
              <a:gd name="adj2" fmla="val 57240"/>
              <a:gd name="adj3" fmla="val 6809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/>
              <p:nvPr/>
            </p:nvSpPr>
            <p:spPr>
              <a:xfrm rot="5400000">
                <a:off x="7900474" y="-1462181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3</a:t>
                </a: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900474" y="-1462181"/>
                <a:ext cx="165110" cy="161583"/>
              </a:xfrm>
              <a:prstGeom prst="rect">
                <a:avLst/>
              </a:prstGeom>
              <a:blipFill>
                <a:blip r:embed="rId26"/>
                <a:stretch>
                  <a:fillRect l="-51852" t="-25926" r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F857E5-C026-4B72-9260-9214EA4B1D60}"/>
                  </a:ext>
                </a:extLst>
              </p:cNvPr>
              <p:cNvSpPr txBox="1"/>
              <p:nvPr/>
            </p:nvSpPr>
            <p:spPr>
              <a:xfrm rot="5400000">
                <a:off x="8001546" y="363016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F857E5-C026-4B72-9260-9214EA4B1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001546" y="363016"/>
                <a:ext cx="165110" cy="161583"/>
              </a:xfrm>
              <a:prstGeom prst="rect">
                <a:avLst/>
              </a:prstGeom>
              <a:blipFill>
                <a:blip r:embed="rId27"/>
                <a:stretch>
                  <a:fillRect l="-53846" t="-22222" r="-23077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3700D31-E8A8-4719-9D63-50CE0E5132A4}"/>
                  </a:ext>
                </a:extLst>
              </p:cNvPr>
              <p:cNvSpPr txBox="1"/>
              <p:nvPr/>
            </p:nvSpPr>
            <p:spPr>
              <a:xfrm rot="5400000">
                <a:off x="8308064" y="2248912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3700D31-E8A8-4719-9D63-50CE0E513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308064" y="2248912"/>
                <a:ext cx="165110" cy="161583"/>
              </a:xfrm>
              <a:prstGeom prst="rect">
                <a:avLst/>
              </a:prstGeom>
              <a:blipFill>
                <a:blip r:embed="rId28"/>
                <a:stretch>
                  <a:fillRect l="-51852" t="-25926" r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4C8B2F3-97A2-4C77-8E40-40B05D2F6AED}"/>
                  </a:ext>
                </a:extLst>
              </p:cNvPr>
              <p:cNvSpPr txBox="1"/>
              <p:nvPr/>
            </p:nvSpPr>
            <p:spPr>
              <a:xfrm rot="5400000">
                <a:off x="-1653963" y="9313469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4C8B2F3-97A2-4C77-8E40-40B05D2F6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-1653963" y="9313469"/>
                <a:ext cx="165110" cy="161583"/>
              </a:xfrm>
              <a:prstGeom prst="rect">
                <a:avLst/>
              </a:prstGeom>
              <a:blipFill>
                <a:blip r:embed="rId29"/>
                <a:stretch>
                  <a:fillRect l="-53846" t="-25926" r="-2307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4433305-F92D-43DC-B509-2124D4EF0844}"/>
              </a:ext>
            </a:extLst>
          </p:cNvPr>
          <p:cNvCxnSpPr>
            <a:cxnSpLocks/>
            <a:stCxn id="121" idx="2"/>
            <a:endCxn id="253" idx="0"/>
          </p:cNvCxnSpPr>
          <p:nvPr/>
        </p:nvCxnSpPr>
        <p:spPr>
          <a:xfrm rot="5400000">
            <a:off x="7196768" y="-3183880"/>
            <a:ext cx="398292" cy="8551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196FFA4-FF57-45CB-9B6E-24D08A33885D}"/>
              </a:ext>
            </a:extLst>
          </p:cNvPr>
          <p:cNvSpPr txBox="1"/>
          <p:nvPr/>
        </p:nvSpPr>
        <p:spPr>
          <a:xfrm>
            <a:off x="7320722" y="-993952"/>
            <a:ext cx="103483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A17212F-35C5-4367-88B9-39E9B8FE35E6}"/>
              </a:ext>
            </a:extLst>
          </p:cNvPr>
          <p:cNvCxnSpPr>
            <a:stCxn id="230" idx="3"/>
            <a:endCxn id="117" idx="0"/>
          </p:cNvCxnSpPr>
          <p:nvPr/>
        </p:nvCxnSpPr>
        <p:spPr>
          <a:xfrm rot="5400000">
            <a:off x="6402383" y="-3763595"/>
            <a:ext cx="272736" cy="83918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795584B-4329-4FA7-869F-48EC9924A4D5}"/>
              </a:ext>
            </a:extLst>
          </p:cNvPr>
          <p:cNvCxnSpPr>
            <a:stCxn id="230" idx="3"/>
            <a:endCxn id="121" idx="0"/>
          </p:cNvCxnSpPr>
          <p:nvPr/>
        </p:nvCxnSpPr>
        <p:spPr>
          <a:xfrm rot="16200000" flipH="1">
            <a:off x="7259259" y="-3781292"/>
            <a:ext cx="263325" cy="86516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AD6C259-AA33-438E-B959-4A5416BD84A0}"/>
              </a:ext>
            </a:extLst>
          </p:cNvPr>
          <p:cNvCxnSpPr>
            <a:stCxn id="117" idx="2"/>
            <a:endCxn id="253" idx="0"/>
          </p:cNvCxnSpPr>
          <p:nvPr/>
        </p:nvCxnSpPr>
        <p:spPr>
          <a:xfrm rot="16200000" flipH="1">
            <a:off x="6349303" y="-3176170"/>
            <a:ext cx="388881" cy="8491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CC6B44B-4F10-454A-B52D-9EA1E887F80A}"/>
              </a:ext>
            </a:extLst>
          </p:cNvPr>
          <p:cNvGrpSpPr/>
          <p:nvPr/>
        </p:nvGrpSpPr>
        <p:grpSpPr>
          <a:xfrm rot="5400000">
            <a:off x="6851433" y="-2991535"/>
            <a:ext cx="282450" cy="369332"/>
            <a:chOff x="-1568635" y="2865354"/>
            <a:chExt cx="282450" cy="369332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42B199E-3BC6-481C-8D02-3232E9A63CD8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F6E5562-4B09-413A-81E0-80E57861F606}"/>
                </a:ext>
              </a:extLst>
            </p:cNvPr>
            <p:cNvSpPr txBox="1"/>
            <p:nvPr/>
          </p:nvSpPr>
          <p:spPr>
            <a:xfrm>
              <a:off x="-1568635" y="2865354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2A2C124-D287-467C-B91D-F33D0294448D}"/>
              </a:ext>
            </a:extLst>
          </p:cNvPr>
          <p:cNvCxnSpPr>
            <a:stCxn id="253" idx="2"/>
            <a:endCxn id="142" idx="0"/>
          </p:cNvCxnSpPr>
          <p:nvPr/>
        </p:nvCxnSpPr>
        <p:spPr>
          <a:xfrm rot="5400000">
            <a:off x="6486355" y="-2572061"/>
            <a:ext cx="205446" cy="7584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C34F4DA-3507-4D87-94B1-1A6CC0D81187}"/>
              </a:ext>
            </a:extLst>
          </p:cNvPr>
          <p:cNvCxnSpPr>
            <a:stCxn id="253" idx="2"/>
            <a:endCxn id="254" idx="0"/>
          </p:cNvCxnSpPr>
          <p:nvPr/>
        </p:nvCxnSpPr>
        <p:spPr>
          <a:xfrm rot="16200000" flipH="1">
            <a:off x="7303919" y="-2631130"/>
            <a:ext cx="195861" cy="86704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5ED6E660-426B-492C-9547-2BF69261E157}"/>
                  </a:ext>
                </a:extLst>
              </p:cNvPr>
              <p:cNvSpPr txBox="1"/>
              <p:nvPr/>
            </p:nvSpPr>
            <p:spPr>
              <a:xfrm>
                <a:off x="5430406" y="-981701"/>
                <a:ext cx="153763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5ED6E660-426B-492C-9547-2BF69261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406" y="-981701"/>
                <a:ext cx="1537635" cy="261610"/>
              </a:xfrm>
              <a:prstGeom prst="rect">
                <a:avLst/>
              </a:prstGeom>
              <a:blipFill>
                <a:blip r:embed="rId30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84B59DB8-6CC3-4A6B-BB9B-BB52887BF3B7}"/>
              </a:ext>
            </a:extLst>
          </p:cNvPr>
          <p:cNvCxnSpPr>
            <a:stCxn id="142" idx="2"/>
            <a:endCxn id="295" idx="0"/>
          </p:cNvCxnSpPr>
          <p:nvPr/>
        </p:nvCxnSpPr>
        <p:spPr>
          <a:xfrm rot="16200000" flipH="1">
            <a:off x="6412482" y="-2031133"/>
            <a:ext cx="343208" cy="74851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3192ECC4-0537-4B78-AFB0-A89DDDD4BFC3}"/>
              </a:ext>
            </a:extLst>
          </p:cNvPr>
          <p:cNvCxnSpPr>
            <a:stCxn id="254" idx="2"/>
            <a:endCxn id="295" idx="0"/>
          </p:cNvCxnSpPr>
          <p:nvPr/>
        </p:nvCxnSpPr>
        <p:spPr>
          <a:xfrm rot="5400000">
            <a:off x="7220462" y="-2100184"/>
            <a:ext cx="352793" cy="8770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CD36631-341B-4E6D-8290-F2960C59D031}"/>
              </a:ext>
            </a:extLst>
          </p:cNvPr>
          <p:cNvCxnSpPr>
            <a:stCxn id="295" idx="2"/>
            <a:endCxn id="185" idx="0"/>
          </p:cNvCxnSpPr>
          <p:nvPr/>
        </p:nvCxnSpPr>
        <p:spPr>
          <a:xfrm rot="5400000">
            <a:off x="6457804" y="-1482241"/>
            <a:ext cx="241961" cy="75911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42040C1D-3D10-40AF-B0D9-F617517E6E9E}"/>
              </a:ext>
            </a:extLst>
          </p:cNvPr>
          <p:cNvCxnSpPr>
            <a:stCxn id="295" idx="2"/>
            <a:endCxn id="127" idx="0"/>
          </p:cNvCxnSpPr>
          <p:nvPr/>
        </p:nvCxnSpPr>
        <p:spPr>
          <a:xfrm rot="16200000" flipH="1">
            <a:off x="7283386" y="-1548705"/>
            <a:ext cx="229710" cy="8797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5D458C6-080C-487F-A27D-88BC5952226A}"/>
              </a:ext>
            </a:extLst>
          </p:cNvPr>
          <p:cNvCxnSpPr>
            <a:stCxn id="185" idx="2"/>
            <a:endCxn id="299" idx="0"/>
          </p:cNvCxnSpPr>
          <p:nvPr/>
        </p:nvCxnSpPr>
        <p:spPr>
          <a:xfrm rot="16200000" flipH="1">
            <a:off x="6377089" y="-897957"/>
            <a:ext cx="505262" cy="86099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1C69156B-C731-4B34-9B57-BAD1D567E8A6}"/>
              </a:ext>
            </a:extLst>
          </p:cNvPr>
          <p:cNvCxnSpPr>
            <a:stCxn id="127" idx="2"/>
            <a:endCxn id="299" idx="0"/>
          </p:cNvCxnSpPr>
          <p:nvPr/>
        </p:nvCxnSpPr>
        <p:spPr>
          <a:xfrm rot="5400000">
            <a:off x="7190422" y="-862547"/>
            <a:ext cx="517513" cy="7779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C59BCFD-9FB0-4880-97B5-CC4606C087B1}"/>
              </a:ext>
            </a:extLst>
          </p:cNvPr>
          <p:cNvSpPr/>
          <p:nvPr/>
        </p:nvSpPr>
        <p:spPr>
          <a:xfrm>
            <a:off x="5947243" y="190069"/>
            <a:ext cx="2225948" cy="407493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76C0E7B-D18F-4169-BE10-8D66CFB32B92}"/>
              </a:ext>
            </a:extLst>
          </p:cNvPr>
          <p:cNvCxnSpPr>
            <a:cxnSpLocks/>
            <a:stCxn id="128" idx="2"/>
            <a:endCxn id="322" idx="0"/>
          </p:cNvCxnSpPr>
          <p:nvPr/>
        </p:nvCxnSpPr>
        <p:spPr>
          <a:xfrm rot="5400000">
            <a:off x="6462135" y="4012701"/>
            <a:ext cx="345777" cy="850388"/>
          </a:xfrm>
          <a:prstGeom prst="bentConnector3">
            <a:avLst>
              <a:gd name="adj1" fmla="val 3474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D4A8FA28-E82F-415D-869A-4813090B9951}"/>
              </a:ext>
            </a:extLst>
          </p:cNvPr>
          <p:cNvCxnSpPr>
            <a:cxnSpLocks/>
            <a:stCxn id="128" idx="2"/>
            <a:endCxn id="214" idx="0"/>
          </p:cNvCxnSpPr>
          <p:nvPr/>
        </p:nvCxnSpPr>
        <p:spPr>
          <a:xfrm rot="16200000" flipH="1">
            <a:off x="7308126" y="4017097"/>
            <a:ext cx="325863" cy="821681"/>
          </a:xfrm>
          <a:prstGeom prst="bentConnector3">
            <a:avLst>
              <a:gd name="adj1" fmla="val 374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0BA834B-646B-437B-A083-EDDE309C7BF8}"/>
                  </a:ext>
                </a:extLst>
              </p:cNvPr>
              <p:cNvSpPr txBox="1"/>
              <p:nvPr/>
            </p:nvSpPr>
            <p:spPr>
              <a:xfrm>
                <a:off x="6311189" y="5981759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0BA834B-646B-437B-A083-EDDE309C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189" y="5981759"/>
                <a:ext cx="1526569" cy="261610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C20085DA-769B-45C8-84A6-254D3584549F}"/>
              </a:ext>
            </a:extLst>
          </p:cNvPr>
          <p:cNvCxnSpPr>
            <a:stCxn id="322" idx="2"/>
            <a:endCxn id="323" idx="0"/>
          </p:cNvCxnSpPr>
          <p:nvPr/>
        </p:nvCxnSpPr>
        <p:spPr>
          <a:xfrm rot="16200000" flipH="1">
            <a:off x="6254496" y="4827726"/>
            <a:ext cx="775311" cy="864645"/>
          </a:xfrm>
          <a:prstGeom prst="bentConnector3">
            <a:avLst>
              <a:gd name="adj1" fmla="val 590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DD7C9F1C-E05B-4887-9957-4D0F0BF745D2}"/>
              </a:ext>
            </a:extLst>
          </p:cNvPr>
          <p:cNvCxnSpPr>
            <a:stCxn id="276" idx="2"/>
            <a:endCxn id="323" idx="0"/>
          </p:cNvCxnSpPr>
          <p:nvPr/>
        </p:nvCxnSpPr>
        <p:spPr>
          <a:xfrm rot="5400000">
            <a:off x="7246730" y="5006088"/>
            <a:ext cx="469362" cy="813873"/>
          </a:xfrm>
          <a:prstGeom prst="bentConnector3">
            <a:avLst>
              <a:gd name="adj1" fmla="val 324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3B1FBC4-93DF-4F2C-8B53-C0862C2F0E59}"/>
              </a:ext>
            </a:extLst>
          </p:cNvPr>
          <p:cNvGrpSpPr/>
          <p:nvPr/>
        </p:nvGrpSpPr>
        <p:grpSpPr>
          <a:xfrm rot="5400000">
            <a:off x="6818000" y="-1916175"/>
            <a:ext cx="300082" cy="369332"/>
            <a:chOff x="-1569749" y="2883288"/>
            <a:chExt cx="300082" cy="369332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D996F01-9B0C-49CD-80AA-790104FA457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9E767B-249F-4E9A-BD21-DD3B9F73CD21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01A53FC-DD41-4271-9738-7DD5A291DD66}"/>
              </a:ext>
            </a:extLst>
          </p:cNvPr>
          <p:cNvGrpSpPr/>
          <p:nvPr/>
        </p:nvGrpSpPr>
        <p:grpSpPr>
          <a:xfrm rot="5400000">
            <a:off x="6926641" y="-649900"/>
            <a:ext cx="300082" cy="369332"/>
            <a:chOff x="-1569749" y="2883288"/>
            <a:chExt cx="300082" cy="36933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BD6D86-668C-44D0-A39F-F8CE70BF4E1A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A90C69-6EE1-4695-90C3-0FE2E8E900B7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561AB2C-65A6-48E1-9434-BD605D38B93F}"/>
              </a:ext>
            </a:extLst>
          </p:cNvPr>
          <p:cNvCxnSpPr>
            <a:cxnSpLocks/>
            <a:stCxn id="299" idx="2"/>
            <a:endCxn id="128" idx="0"/>
          </p:cNvCxnSpPr>
          <p:nvPr/>
        </p:nvCxnSpPr>
        <p:spPr>
          <a:xfrm>
            <a:off x="7060217" y="46781"/>
            <a:ext cx="0" cy="143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0662733-FDDB-4D1F-881D-5FDCDD4BDB8D}"/>
              </a:ext>
            </a:extLst>
          </p:cNvPr>
          <p:cNvGrpSpPr/>
          <p:nvPr/>
        </p:nvGrpSpPr>
        <p:grpSpPr>
          <a:xfrm rot="5400000">
            <a:off x="6926641" y="5152010"/>
            <a:ext cx="300082" cy="369332"/>
            <a:chOff x="-1569749" y="2883288"/>
            <a:chExt cx="300082" cy="369332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310309A-145D-4C8E-A416-6A384776A516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B58AD4C-CC49-4ECC-A30D-A918FAC83C3F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9428A36-9A65-48D3-8EB5-686BA8C2A035}"/>
              </a:ext>
            </a:extLst>
          </p:cNvPr>
          <p:cNvCxnSpPr>
            <a:stCxn id="300" idx="2"/>
            <a:endCxn id="263" idx="0"/>
          </p:cNvCxnSpPr>
          <p:nvPr/>
        </p:nvCxnSpPr>
        <p:spPr>
          <a:xfrm>
            <a:off x="7055995" y="492873"/>
            <a:ext cx="1" cy="75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0BDC4B5-241B-465B-B13F-C802C3FC2473}"/>
              </a:ext>
            </a:extLst>
          </p:cNvPr>
          <p:cNvCxnSpPr>
            <a:stCxn id="263" idx="2"/>
            <a:endCxn id="302" idx="0"/>
          </p:cNvCxnSpPr>
          <p:nvPr/>
        </p:nvCxnSpPr>
        <p:spPr>
          <a:xfrm>
            <a:off x="7055996" y="830340"/>
            <a:ext cx="755" cy="79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939D6209-BAE2-4BE8-A583-A20F2EB63138}"/>
              </a:ext>
            </a:extLst>
          </p:cNvPr>
          <p:cNvCxnSpPr>
            <a:stCxn id="302" idx="2"/>
            <a:endCxn id="264" idx="0"/>
          </p:cNvCxnSpPr>
          <p:nvPr/>
        </p:nvCxnSpPr>
        <p:spPr>
          <a:xfrm flipH="1">
            <a:off x="7055995" y="1171081"/>
            <a:ext cx="756" cy="77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847C829-6B2F-47BC-9F19-16F9960AA2A0}"/>
              </a:ext>
            </a:extLst>
          </p:cNvPr>
          <p:cNvCxnSpPr>
            <a:stCxn id="264" idx="2"/>
            <a:endCxn id="303" idx="0"/>
          </p:cNvCxnSpPr>
          <p:nvPr/>
        </p:nvCxnSpPr>
        <p:spPr>
          <a:xfrm flipH="1">
            <a:off x="7055994" y="1510387"/>
            <a:ext cx="1" cy="79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E02CD6E-FABF-4CEE-BC2B-87078FD35CFF}"/>
              </a:ext>
            </a:extLst>
          </p:cNvPr>
          <p:cNvCxnSpPr>
            <a:stCxn id="303" idx="2"/>
            <a:endCxn id="265" idx="0"/>
          </p:cNvCxnSpPr>
          <p:nvPr/>
        </p:nvCxnSpPr>
        <p:spPr>
          <a:xfrm>
            <a:off x="7055994" y="1851963"/>
            <a:ext cx="1814" cy="76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58316FB-8E65-478B-AFC9-7BC158348274}"/>
              </a:ext>
            </a:extLst>
          </p:cNvPr>
          <p:cNvCxnSpPr>
            <a:stCxn id="265" idx="2"/>
            <a:endCxn id="304" idx="0"/>
          </p:cNvCxnSpPr>
          <p:nvPr/>
        </p:nvCxnSpPr>
        <p:spPr>
          <a:xfrm flipH="1">
            <a:off x="7055996" y="2189851"/>
            <a:ext cx="1812" cy="783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C3E5F3E-DBF1-4A9A-B95E-C012C2A15E3F}"/>
              </a:ext>
            </a:extLst>
          </p:cNvPr>
          <p:cNvCxnSpPr>
            <a:stCxn id="304" idx="2"/>
            <a:endCxn id="266" idx="0"/>
          </p:cNvCxnSpPr>
          <p:nvPr/>
        </p:nvCxnSpPr>
        <p:spPr>
          <a:xfrm>
            <a:off x="7055996" y="2529801"/>
            <a:ext cx="0" cy="77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F348368A-62EE-42FF-AFC3-D15954BF6FC7}"/>
              </a:ext>
            </a:extLst>
          </p:cNvPr>
          <p:cNvCxnSpPr>
            <a:stCxn id="266" idx="2"/>
            <a:endCxn id="305" idx="0"/>
          </p:cNvCxnSpPr>
          <p:nvPr/>
        </p:nvCxnSpPr>
        <p:spPr>
          <a:xfrm flipH="1">
            <a:off x="7055994" y="2869227"/>
            <a:ext cx="2" cy="77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01003B88-CF9F-49F5-B64A-14D528896BAB}"/>
              </a:ext>
            </a:extLst>
          </p:cNvPr>
          <p:cNvCxnSpPr>
            <a:stCxn id="305" idx="2"/>
            <a:endCxn id="306" idx="0"/>
          </p:cNvCxnSpPr>
          <p:nvPr/>
        </p:nvCxnSpPr>
        <p:spPr>
          <a:xfrm flipH="1">
            <a:off x="7055551" y="3208653"/>
            <a:ext cx="443" cy="71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60F82D-A5D9-44A6-9892-06AC69AF3363}"/>
              </a:ext>
            </a:extLst>
          </p:cNvPr>
          <p:cNvCxnSpPr>
            <a:stCxn id="306" idx="2"/>
            <a:endCxn id="307" idx="0"/>
          </p:cNvCxnSpPr>
          <p:nvPr/>
        </p:nvCxnSpPr>
        <p:spPr>
          <a:xfrm>
            <a:off x="7055551" y="3541335"/>
            <a:ext cx="443" cy="79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56CF3243-FB77-4BD8-B5DD-7D5F31C3ADFD}"/>
              </a:ext>
            </a:extLst>
          </p:cNvPr>
          <p:cNvCxnSpPr>
            <a:stCxn id="307" idx="2"/>
            <a:endCxn id="310" idx="0"/>
          </p:cNvCxnSpPr>
          <p:nvPr/>
        </p:nvCxnSpPr>
        <p:spPr>
          <a:xfrm>
            <a:off x="7055994" y="3882794"/>
            <a:ext cx="2" cy="78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4B9D038-E722-45DB-9EBF-A3D7FA170381}"/>
              </a:ext>
            </a:extLst>
          </p:cNvPr>
          <p:cNvCxnSpPr>
            <a:stCxn id="323" idx="2"/>
            <a:endCxn id="208" idx="0"/>
          </p:cNvCxnSpPr>
          <p:nvPr/>
        </p:nvCxnSpPr>
        <p:spPr>
          <a:xfrm>
            <a:off x="7074474" y="5909315"/>
            <a:ext cx="0" cy="72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09343ED-050B-4B14-B0BB-EA83363852B1}"/>
              </a:ext>
            </a:extLst>
          </p:cNvPr>
          <p:cNvCxnSpPr>
            <a:stCxn id="208" idx="2"/>
            <a:endCxn id="217" idx="0"/>
          </p:cNvCxnSpPr>
          <p:nvPr/>
        </p:nvCxnSpPr>
        <p:spPr>
          <a:xfrm>
            <a:off x="7074474" y="6243369"/>
            <a:ext cx="2208" cy="78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F121CC1-C1E9-49DE-B617-289CAA53790C}"/>
              </a:ext>
            </a:extLst>
          </p:cNvPr>
          <p:cNvCxnSpPr>
            <a:stCxn id="217" idx="2"/>
            <a:endCxn id="280" idx="0"/>
          </p:cNvCxnSpPr>
          <p:nvPr/>
        </p:nvCxnSpPr>
        <p:spPr>
          <a:xfrm flipH="1">
            <a:off x="7076212" y="6583966"/>
            <a:ext cx="470" cy="78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F58105D-C410-4AA8-8D70-9DEC0D57ED2A}"/>
              </a:ext>
            </a:extLst>
          </p:cNvPr>
          <p:cNvCxnSpPr>
            <a:stCxn id="280" idx="2"/>
            <a:endCxn id="218" idx="0"/>
          </p:cNvCxnSpPr>
          <p:nvPr/>
        </p:nvCxnSpPr>
        <p:spPr>
          <a:xfrm>
            <a:off x="7076212" y="6924440"/>
            <a:ext cx="235" cy="78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90A8D391-2CBE-48C5-ADD1-DE974BDAFE1F}"/>
              </a:ext>
            </a:extLst>
          </p:cNvPr>
          <p:cNvCxnSpPr>
            <a:stCxn id="218" idx="2"/>
            <a:endCxn id="279" idx="0"/>
          </p:cNvCxnSpPr>
          <p:nvPr/>
        </p:nvCxnSpPr>
        <p:spPr>
          <a:xfrm>
            <a:off x="7076447" y="7264914"/>
            <a:ext cx="2434" cy="76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F1EC8F3-F21C-4100-AA28-F6FF31829309}"/>
              </a:ext>
            </a:extLst>
          </p:cNvPr>
          <p:cNvCxnSpPr>
            <a:stCxn id="279" idx="2"/>
            <a:endCxn id="219" idx="0"/>
          </p:cNvCxnSpPr>
          <p:nvPr/>
        </p:nvCxnSpPr>
        <p:spPr>
          <a:xfrm>
            <a:off x="7078881" y="7603470"/>
            <a:ext cx="1315" cy="77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ACA8FCED-DE6C-47DD-B6AD-0FA3D89D38EF}"/>
              </a:ext>
            </a:extLst>
          </p:cNvPr>
          <p:cNvCxnSpPr>
            <a:stCxn id="219" idx="2"/>
            <a:endCxn id="242" idx="1"/>
          </p:cNvCxnSpPr>
          <p:nvPr/>
        </p:nvCxnSpPr>
        <p:spPr>
          <a:xfrm flipH="1">
            <a:off x="7076446" y="7942219"/>
            <a:ext cx="3750" cy="154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685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/>
              <p:nvPr/>
            </p:nvSpPr>
            <p:spPr>
              <a:xfrm rot="16200000">
                <a:off x="-1112115" y="2987251"/>
                <a:ext cx="1148553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112115" y="2987251"/>
                <a:ext cx="1148553" cy="261610"/>
              </a:xfrm>
              <a:prstGeom prst="rect">
                <a:avLst/>
              </a:prstGeom>
              <a:blipFill>
                <a:blip r:embed="rId2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5A96C606-55AF-4739-9FBA-67E690976C4B}"/>
              </a:ext>
            </a:extLst>
          </p:cNvPr>
          <p:cNvSpPr txBox="1"/>
          <p:nvPr/>
        </p:nvSpPr>
        <p:spPr>
          <a:xfrm rot="16200000">
            <a:off x="-1058380" y="1282909"/>
            <a:ext cx="1022259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/>
              <p:nvPr/>
            </p:nvSpPr>
            <p:spPr>
              <a:xfrm rot="16200000">
                <a:off x="-189108" y="2896581"/>
                <a:ext cx="1537633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9108" y="2896581"/>
                <a:ext cx="1537633" cy="261610"/>
              </a:xfrm>
              <a:prstGeom prst="rect">
                <a:avLst/>
              </a:prstGeom>
              <a:blipFill>
                <a:blip r:embed="rId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/>
              <p:nvPr/>
            </p:nvSpPr>
            <p:spPr>
              <a:xfrm rot="16200000">
                <a:off x="6691141" y="1339482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91141" y="1339482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/>
              <p:nvPr/>
            </p:nvSpPr>
            <p:spPr>
              <a:xfrm rot="16200000">
                <a:off x="8422627" y="214469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22627" y="2144698"/>
                <a:ext cx="1139051" cy="261610"/>
              </a:xfrm>
              <a:prstGeom prst="rect">
                <a:avLst/>
              </a:prstGeom>
              <a:blipFill>
                <a:blip r:embed="rId5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/>
              <p:nvPr/>
            </p:nvSpPr>
            <p:spPr>
              <a:xfrm rot="16200000">
                <a:off x="8830767" y="2144932"/>
                <a:ext cx="1684668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830767" y="2144932"/>
                <a:ext cx="1684668" cy="261610"/>
              </a:xfrm>
              <a:prstGeom prst="rect">
                <a:avLst/>
              </a:prstGeom>
              <a:blipFill>
                <a:blip r:embed="rId6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/>
              <p:nvPr/>
            </p:nvSpPr>
            <p:spPr>
              <a:xfrm rot="16200000">
                <a:off x="9504323" y="2141184"/>
                <a:ext cx="1692165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504323" y="2141184"/>
                <a:ext cx="1692165" cy="261610"/>
              </a:xfrm>
              <a:prstGeom prst="rect">
                <a:avLst/>
              </a:prstGeom>
              <a:blipFill>
                <a:blip r:embed="rId7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0" name="Picture 229">
            <a:extLst>
              <a:ext uri="{FF2B5EF4-FFF2-40B4-BE49-F238E27FC236}">
                <a16:creationId xmlns:a16="http://schemas.microsoft.com/office/drawing/2014/main" id="{16BD8D79-0873-4EED-9604-4FDC8FFC6A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5599" y="1876764"/>
            <a:ext cx="804219" cy="804219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7FC587C6-4233-45DA-9D74-A4B6828988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96" y="1873628"/>
            <a:ext cx="804219" cy="804219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C61A6438-8ABB-42D8-A9B8-48ABDF747A8B}"/>
              </a:ext>
            </a:extLst>
          </p:cNvPr>
          <p:cNvSpPr txBox="1"/>
          <p:nvPr/>
        </p:nvSpPr>
        <p:spPr>
          <a:xfrm rot="16200000">
            <a:off x="-322054" y="2138084"/>
            <a:ext cx="869412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PReLU(16)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DD3FE45-CCC4-4A28-B86F-BB2E6B0510AB}"/>
              </a:ext>
            </a:extLst>
          </p:cNvPr>
          <p:cNvSpPr txBox="1"/>
          <p:nvPr/>
        </p:nvSpPr>
        <p:spPr>
          <a:xfrm rot="16200000">
            <a:off x="52706" y="1271037"/>
            <a:ext cx="103483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/>
              <p:nvPr/>
            </p:nvSpPr>
            <p:spPr>
              <a:xfrm rot="16200000">
                <a:off x="2669001" y="216538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69001" y="2165385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/>
              <p:nvPr/>
            </p:nvSpPr>
            <p:spPr>
              <a:xfrm rot="16200000">
                <a:off x="3349048" y="216538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349048" y="2165386"/>
                <a:ext cx="1139051" cy="261610"/>
              </a:xfrm>
              <a:prstGeom prst="rect">
                <a:avLst/>
              </a:prstGeom>
              <a:blipFill>
                <a:blip r:embed="rId10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/>
              <p:nvPr/>
            </p:nvSpPr>
            <p:spPr>
              <a:xfrm rot="16200000">
                <a:off x="4028512" y="2163573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028512" y="2163573"/>
                <a:ext cx="1139051" cy="261610"/>
              </a:xfrm>
              <a:prstGeom prst="rect">
                <a:avLst/>
              </a:prstGeom>
              <a:blipFill>
                <a:blip r:embed="rId11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/>
              <p:nvPr/>
            </p:nvSpPr>
            <p:spPr>
              <a:xfrm rot="16200000">
                <a:off x="4707888" y="216538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07888" y="2165385"/>
                <a:ext cx="1139051" cy="261610"/>
              </a:xfrm>
              <a:prstGeom prst="rect">
                <a:avLst/>
              </a:prstGeom>
              <a:blipFill>
                <a:blip r:embed="rId12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TextBox 275">
            <a:extLst>
              <a:ext uri="{FF2B5EF4-FFF2-40B4-BE49-F238E27FC236}">
                <a16:creationId xmlns:a16="http://schemas.microsoft.com/office/drawing/2014/main" id="{72A661D3-93E5-47F5-9476-278D9C012F2E}"/>
              </a:ext>
            </a:extLst>
          </p:cNvPr>
          <p:cNvSpPr txBox="1"/>
          <p:nvPr/>
        </p:nvSpPr>
        <p:spPr>
          <a:xfrm rot="16200000">
            <a:off x="7010556" y="1333033"/>
            <a:ext cx="1151947" cy="2616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MaxunPool2d(2)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385EAE63-B393-4FAF-876B-7E39493F75CF}"/>
              </a:ext>
            </a:extLst>
          </p:cNvPr>
          <p:cNvSpPr txBox="1"/>
          <p:nvPr/>
        </p:nvSpPr>
        <p:spPr>
          <a:xfrm rot="16200000">
            <a:off x="9435683" y="2142499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C8618018-EF1B-4C2A-A23C-3BC74EC2D9BF}"/>
              </a:ext>
            </a:extLst>
          </p:cNvPr>
          <p:cNvSpPr txBox="1"/>
          <p:nvPr/>
        </p:nvSpPr>
        <p:spPr>
          <a:xfrm rot="16200000">
            <a:off x="8756653" y="2145168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/>
              <p:nvPr/>
            </p:nvSpPr>
            <p:spPr>
              <a:xfrm rot="16200000">
                <a:off x="415709" y="2148068"/>
                <a:ext cx="153763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5709" y="2148068"/>
                <a:ext cx="1537635" cy="261610"/>
              </a:xfrm>
              <a:prstGeom prst="rect">
                <a:avLst/>
              </a:prstGeom>
              <a:blipFill>
                <a:blip r:embed="rId1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/>
              <p:nvPr/>
            </p:nvSpPr>
            <p:spPr>
              <a:xfrm rot="16200000">
                <a:off x="1691684" y="2161163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91684" y="2161163"/>
                <a:ext cx="1526568" cy="261610"/>
              </a:xfrm>
              <a:prstGeom prst="rect">
                <a:avLst/>
              </a:prstGeom>
              <a:blipFill>
                <a:blip r:embed="rId14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/>
              <p:nvPr/>
            </p:nvSpPr>
            <p:spPr>
              <a:xfrm rot="16200000">
                <a:off x="2137776" y="2165385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37776" y="2165385"/>
                <a:ext cx="1526568" cy="261610"/>
              </a:xfrm>
              <a:prstGeom prst="rect">
                <a:avLst/>
              </a:prstGeom>
              <a:blipFill>
                <a:blip r:embed="rId15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TextBox 301">
            <a:extLst>
              <a:ext uri="{FF2B5EF4-FFF2-40B4-BE49-F238E27FC236}">
                <a16:creationId xmlns:a16="http://schemas.microsoft.com/office/drawing/2014/main" id="{8E964D03-6DA5-4352-968B-A9A4713E2422}"/>
              </a:ext>
            </a:extLst>
          </p:cNvPr>
          <p:cNvSpPr txBox="1"/>
          <p:nvPr/>
        </p:nvSpPr>
        <p:spPr>
          <a:xfrm rot="16200000">
            <a:off x="3003294" y="2164630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BB1DC5A-7E2E-48D9-98B5-7200E775BBA7}"/>
              </a:ext>
            </a:extLst>
          </p:cNvPr>
          <p:cNvSpPr txBox="1"/>
          <p:nvPr/>
        </p:nvSpPr>
        <p:spPr>
          <a:xfrm rot="16200000">
            <a:off x="3684176" y="2165387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F3F478F-FD92-4A59-A688-4B4797061295}"/>
              </a:ext>
            </a:extLst>
          </p:cNvPr>
          <p:cNvSpPr txBox="1"/>
          <p:nvPr/>
        </p:nvSpPr>
        <p:spPr>
          <a:xfrm rot="16200000">
            <a:off x="4362014" y="2165385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45509612-E682-4496-8422-00A36A8DD827}"/>
              </a:ext>
            </a:extLst>
          </p:cNvPr>
          <p:cNvSpPr txBox="1"/>
          <p:nvPr/>
        </p:nvSpPr>
        <p:spPr>
          <a:xfrm rot="16200000">
            <a:off x="5040866" y="2165387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A7C3D73-D182-41F0-B961-9351BE668D3F}"/>
              </a:ext>
            </a:extLst>
          </p:cNvPr>
          <p:cNvSpPr txBox="1"/>
          <p:nvPr/>
        </p:nvSpPr>
        <p:spPr>
          <a:xfrm rot="16200000">
            <a:off x="5382726" y="2165828"/>
            <a:ext cx="113359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8703B43-3EB2-4095-AC18-3BD8D6BCC62A}"/>
              </a:ext>
            </a:extLst>
          </p:cNvPr>
          <p:cNvSpPr txBox="1"/>
          <p:nvPr/>
        </p:nvSpPr>
        <p:spPr>
          <a:xfrm rot="16200000">
            <a:off x="5715007" y="2165387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/>
              <p:nvPr/>
            </p:nvSpPr>
            <p:spPr>
              <a:xfrm rot="16200000">
                <a:off x="5867929" y="2165385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7929" y="2165385"/>
                <a:ext cx="1526569" cy="261610"/>
              </a:xfrm>
              <a:prstGeom prst="rect">
                <a:avLst/>
              </a:prstGeom>
              <a:blipFill>
                <a:blip r:embed="rId15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/>
              <p:nvPr/>
            </p:nvSpPr>
            <p:spPr>
              <a:xfrm rot="16200000">
                <a:off x="6517296" y="3011551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17296" y="3011551"/>
                <a:ext cx="1526569" cy="261610"/>
              </a:xfrm>
              <a:prstGeom prst="rect">
                <a:avLst/>
              </a:prstGeom>
              <a:blipFill>
                <a:blip r:embed="rId1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/>
              <p:nvPr/>
            </p:nvSpPr>
            <p:spPr>
              <a:xfrm rot="16200000">
                <a:off x="7554217" y="2146906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554217" y="2146906"/>
                <a:ext cx="1526569" cy="261610"/>
              </a:xfrm>
              <a:prstGeom prst="rect">
                <a:avLst/>
              </a:prstGeom>
              <a:blipFill>
                <a:blip r:embed="rId1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/>
              <p:nvPr/>
            </p:nvSpPr>
            <p:spPr>
              <a:xfrm>
                <a:off x="1101970" y="1332922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3</a:t>
                </a: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970" y="1332922"/>
                <a:ext cx="165110" cy="161583"/>
              </a:xfrm>
              <a:prstGeom prst="rect">
                <a:avLst/>
              </a:prstGeom>
              <a:blipFill>
                <a:blip r:embed="rId17"/>
                <a:stretch>
                  <a:fillRect l="-25926" t="-23077" r="-48148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F857E5-C026-4B72-9260-9214EA4B1D60}"/>
                  </a:ext>
                </a:extLst>
              </p:cNvPr>
              <p:cNvSpPr txBox="1"/>
              <p:nvPr/>
            </p:nvSpPr>
            <p:spPr>
              <a:xfrm>
                <a:off x="2818084" y="1352463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F857E5-C026-4B72-9260-9214EA4B1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84" y="1352463"/>
                <a:ext cx="165110" cy="161583"/>
              </a:xfrm>
              <a:prstGeom prst="rect">
                <a:avLst/>
              </a:prstGeom>
              <a:blipFill>
                <a:blip r:embed="rId18"/>
                <a:stretch>
                  <a:fillRect l="-22222" t="-23077" r="-51852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3700D31-E8A8-4719-9D63-50CE0E5132A4}"/>
                  </a:ext>
                </a:extLst>
              </p:cNvPr>
              <p:cNvSpPr txBox="1"/>
              <p:nvPr/>
            </p:nvSpPr>
            <p:spPr>
              <a:xfrm>
                <a:off x="4790465" y="982659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3700D31-E8A8-4719-9D63-50CE0E513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465" y="982659"/>
                <a:ext cx="165110" cy="161583"/>
              </a:xfrm>
              <a:prstGeom prst="rect">
                <a:avLst/>
              </a:prstGeom>
              <a:blipFill>
                <a:blip r:embed="rId19"/>
                <a:stretch>
                  <a:fillRect l="-25926" t="-22222" r="-48148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4433305-F92D-43DC-B509-2124D4EF0844}"/>
              </a:ext>
            </a:extLst>
          </p:cNvPr>
          <p:cNvCxnSpPr>
            <a:cxnSpLocks/>
            <a:stCxn id="121" idx="2"/>
            <a:endCxn id="253" idx="0"/>
          </p:cNvCxnSpPr>
          <p:nvPr/>
        </p:nvCxnSpPr>
        <p:spPr>
          <a:xfrm>
            <a:off x="-416445" y="1413713"/>
            <a:ext cx="398292" cy="8551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196FFA4-FF57-45CB-9B6E-24D08A33885D}"/>
              </a:ext>
            </a:extLst>
          </p:cNvPr>
          <p:cNvSpPr txBox="1"/>
          <p:nvPr/>
        </p:nvSpPr>
        <p:spPr>
          <a:xfrm rot="16200000">
            <a:off x="1158429" y="1268271"/>
            <a:ext cx="103483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A17212F-35C5-4367-88B9-39E9B8FE35E6}"/>
              </a:ext>
            </a:extLst>
          </p:cNvPr>
          <p:cNvCxnSpPr>
            <a:stCxn id="230" idx="3"/>
            <a:endCxn id="117" idx="0"/>
          </p:cNvCxnSpPr>
          <p:nvPr/>
        </p:nvCxnSpPr>
        <p:spPr>
          <a:xfrm>
            <a:off x="-941379" y="2278874"/>
            <a:ext cx="272736" cy="83918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795584B-4329-4FA7-869F-48EC9924A4D5}"/>
              </a:ext>
            </a:extLst>
          </p:cNvPr>
          <p:cNvCxnSpPr>
            <a:stCxn id="230" idx="3"/>
            <a:endCxn id="121" idx="0"/>
          </p:cNvCxnSpPr>
          <p:nvPr/>
        </p:nvCxnSpPr>
        <p:spPr>
          <a:xfrm rot="10800000" flipH="1">
            <a:off x="-941381" y="1413713"/>
            <a:ext cx="263325" cy="86516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AD6C259-AA33-438E-B959-4A5416BD84A0}"/>
              </a:ext>
            </a:extLst>
          </p:cNvPr>
          <p:cNvCxnSpPr>
            <a:stCxn id="117" idx="2"/>
            <a:endCxn id="253" idx="0"/>
          </p:cNvCxnSpPr>
          <p:nvPr/>
        </p:nvCxnSpPr>
        <p:spPr>
          <a:xfrm rot="10800000" flipH="1">
            <a:off x="-407034" y="2268889"/>
            <a:ext cx="388881" cy="8491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CC6B44B-4F10-454A-B52D-9EA1E887F80A}"/>
              </a:ext>
            </a:extLst>
          </p:cNvPr>
          <p:cNvGrpSpPr/>
          <p:nvPr/>
        </p:nvGrpSpPr>
        <p:grpSpPr>
          <a:xfrm>
            <a:off x="-409101" y="2059891"/>
            <a:ext cx="282450" cy="369332"/>
            <a:chOff x="-1568635" y="2865354"/>
            <a:chExt cx="282450" cy="369332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42B199E-3BC6-481C-8D02-3232E9A63CD8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F6E5562-4B09-413A-81E0-80E57861F606}"/>
                </a:ext>
              </a:extLst>
            </p:cNvPr>
            <p:cNvSpPr txBox="1"/>
            <p:nvPr/>
          </p:nvSpPr>
          <p:spPr>
            <a:xfrm>
              <a:off x="-1568635" y="2865354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2A2C124-D287-467C-B91D-F33D0294448D}"/>
              </a:ext>
            </a:extLst>
          </p:cNvPr>
          <p:cNvCxnSpPr>
            <a:stCxn id="253" idx="2"/>
            <a:endCxn id="142" idx="0"/>
          </p:cNvCxnSpPr>
          <p:nvPr/>
        </p:nvCxnSpPr>
        <p:spPr>
          <a:xfrm>
            <a:off x="243457" y="2268889"/>
            <a:ext cx="205446" cy="7584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C34F4DA-3507-4D87-94B1-1A6CC0D81187}"/>
              </a:ext>
            </a:extLst>
          </p:cNvPr>
          <p:cNvCxnSpPr>
            <a:stCxn id="253" idx="2"/>
            <a:endCxn id="254" idx="0"/>
          </p:cNvCxnSpPr>
          <p:nvPr/>
        </p:nvCxnSpPr>
        <p:spPr>
          <a:xfrm rot="10800000" flipH="1">
            <a:off x="243456" y="1401842"/>
            <a:ext cx="195861" cy="86704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5ED6E660-426B-492C-9547-2BF69261E157}"/>
                  </a:ext>
                </a:extLst>
              </p:cNvPr>
              <p:cNvSpPr txBox="1"/>
              <p:nvPr/>
            </p:nvSpPr>
            <p:spPr>
              <a:xfrm rot="16200000">
                <a:off x="919280" y="2907187"/>
                <a:ext cx="153763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5ED6E660-426B-492C-9547-2BF69261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9280" y="2907187"/>
                <a:ext cx="1537635" cy="261610"/>
              </a:xfrm>
              <a:prstGeom prst="rect">
                <a:avLst/>
              </a:prstGeom>
              <a:blipFill>
                <a:blip r:embed="rId20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84B59DB8-6CC3-4A6B-BB9B-BB52887BF3B7}"/>
              </a:ext>
            </a:extLst>
          </p:cNvPr>
          <p:cNvCxnSpPr>
            <a:stCxn id="142" idx="2"/>
            <a:endCxn id="295" idx="0"/>
          </p:cNvCxnSpPr>
          <p:nvPr/>
        </p:nvCxnSpPr>
        <p:spPr>
          <a:xfrm rot="10800000" flipH="1">
            <a:off x="710513" y="2278873"/>
            <a:ext cx="343208" cy="74851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3192ECC4-0537-4B78-AFB0-A89DDDD4BFC3}"/>
              </a:ext>
            </a:extLst>
          </p:cNvPr>
          <p:cNvCxnSpPr>
            <a:stCxn id="254" idx="2"/>
            <a:endCxn id="295" idx="0"/>
          </p:cNvCxnSpPr>
          <p:nvPr/>
        </p:nvCxnSpPr>
        <p:spPr>
          <a:xfrm>
            <a:off x="700928" y="1401842"/>
            <a:ext cx="352793" cy="8770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CD36631-341B-4E6D-8290-F2960C59D031}"/>
              </a:ext>
            </a:extLst>
          </p:cNvPr>
          <p:cNvCxnSpPr>
            <a:stCxn id="295" idx="2"/>
            <a:endCxn id="185" idx="0"/>
          </p:cNvCxnSpPr>
          <p:nvPr/>
        </p:nvCxnSpPr>
        <p:spPr>
          <a:xfrm>
            <a:off x="1315331" y="2278871"/>
            <a:ext cx="241961" cy="75911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42040C1D-3D10-40AF-B0D9-F617517E6E9E}"/>
              </a:ext>
            </a:extLst>
          </p:cNvPr>
          <p:cNvCxnSpPr>
            <a:stCxn id="295" idx="2"/>
            <a:endCxn id="127" idx="0"/>
          </p:cNvCxnSpPr>
          <p:nvPr/>
        </p:nvCxnSpPr>
        <p:spPr>
          <a:xfrm rot="10800000" flipH="1">
            <a:off x="1315331" y="1399076"/>
            <a:ext cx="229710" cy="8797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5D458C6-080C-487F-A27D-88BC5952226A}"/>
              </a:ext>
            </a:extLst>
          </p:cNvPr>
          <p:cNvCxnSpPr>
            <a:stCxn id="185" idx="2"/>
            <a:endCxn id="299" idx="0"/>
          </p:cNvCxnSpPr>
          <p:nvPr/>
        </p:nvCxnSpPr>
        <p:spPr>
          <a:xfrm rot="10800000" flipH="1">
            <a:off x="1818901" y="2291968"/>
            <a:ext cx="505261" cy="74602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1C69156B-C731-4B34-9B57-BAD1D567E8A6}"/>
              </a:ext>
            </a:extLst>
          </p:cNvPr>
          <p:cNvCxnSpPr>
            <a:stCxn id="127" idx="2"/>
            <a:endCxn id="299" idx="0"/>
          </p:cNvCxnSpPr>
          <p:nvPr/>
        </p:nvCxnSpPr>
        <p:spPr>
          <a:xfrm>
            <a:off x="1806651" y="1399076"/>
            <a:ext cx="517512" cy="89289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C59BCFD-9FB0-4880-97B5-CC4606C087B1}"/>
              </a:ext>
            </a:extLst>
          </p:cNvPr>
          <p:cNvSpPr/>
          <p:nvPr/>
        </p:nvSpPr>
        <p:spPr>
          <a:xfrm rot="16200000">
            <a:off x="3653556" y="254499"/>
            <a:ext cx="2225948" cy="407493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76C0E7B-D18F-4169-BE10-8D66CFB32B92}"/>
              </a:ext>
            </a:extLst>
          </p:cNvPr>
          <p:cNvCxnSpPr>
            <a:cxnSpLocks/>
            <a:stCxn id="128" idx="2"/>
            <a:endCxn id="322" idx="0"/>
          </p:cNvCxnSpPr>
          <p:nvPr/>
        </p:nvCxnSpPr>
        <p:spPr>
          <a:xfrm>
            <a:off x="6803998" y="2291967"/>
            <a:ext cx="345777" cy="850388"/>
          </a:xfrm>
          <a:prstGeom prst="bentConnector3">
            <a:avLst>
              <a:gd name="adj1" fmla="val 3474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D4A8FA28-E82F-415D-869A-4813090B9951}"/>
              </a:ext>
            </a:extLst>
          </p:cNvPr>
          <p:cNvCxnSpPr>
            <a:cxnSpLocks/>
            <a:stCxn id="128" idx="2"/>
            <a:endCxn id="214" idx="0"/>
          </p:cNvCxnSpPr>
          <p:nvPr/>
        </p:nvCxnSpPr>
        <p:spPr>
          <a:xfrm rot="10800000" flipH="1">
            <a:off x="6803998" y="1470286"/>
            <a:ext cx="325863" cy="821681"/>
          </a:xfrm>
          <a:prstGeom prst="bentConnector3">
            <a:avLst>
              <a:gd name="adj1" fmla="val 374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0BA834B-646B-437B-A083-EDDE309C7BF8}"/>
                  </a:ext>
                </a:extLst>
              </p:cNvPr>
              <p:cNvSpPr txBox="1"/>
              <p:nvPr/>
            </p:nvSpPr>
            <p:spPr>
              <a:xfrm rot="16200000">
                <a:off x="7888271" y="2146906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0BA834B-646B-437B-A083-EDDE309C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88271" y="2146906"/>
                <a:ext cx="1526569" cy="261610"/>
              </a:xfrm>
              <a:prstGeom prst="rect">
                <a:avLst/>
              </a:prstGeom>
              <a:blipFill>
                <a:blip r:embed="rId1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C20085DA-769B-45C8-84A6-254D3584549F}"/>
              </a:ext>
            </a:extLst>
          </p:cNvPr>
          <p:cNvCxnSpPr>
            <a:stCxn id="322" idx="2"/>
            <a:endCxn id="323" idx="0"/>
          </p:cNvCxnSpPr>
          <p:nvPr/>
        </p:nvCxnSpPr>
        <p:spPr>
          <a:xfrm rot="10800000" flipH="1">
            <a:off x="7411385" y="2277710"/>
            <a:ext cx="775311" cy="864645"/>
          </a:xfrm>
          <a:prstGeom prst="bentConnector3">
            <a:avLst>
              <a:gd name="adj1" fmla="val 590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DD7C9F1C-E05B-4887-9957-4D0F0BF745D2}"/>
              </a:ext>
            </a:extLst>
          </p:cNvPr>
          <p:cNvCxnSpPr>
            <a:cxnSpLocks/>
            <a:stCxn id="276" idx="2"/>
            <a:endCxn id="323" idx="0"/>
          </p:cNvCxnSpPr>
          <p:nvPr/>
        </p:nvCxnSpPr>
        <p:spPr>
          <a:xfrm>
            <a:off x="7717335" y="1463837"/>
            <a:ext cx="469362" cy="813873"/>
          </a:xfrm>
          <a:prstGeom prst="bentConnector3">
            <a:avLst>
              <a:gd name="adj1" fmla="val 324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3B1FBC4-93DF-4F2C-8B53-C0862C2F0E59}"/>
              </a:ext>
            </a:extLst>
          </p:cNvPr>
          <p:cNvGrpSpPr/>
          <p:nvPr/>
        </p:nvGrpSpPr>
        <p:grpSpPr>
          <a:xfrm>
            <a:off x="657443" y="2084508"/>
            <a:ext cx="300082" cy="369332"/>
            <a:chOff x="-1569749" y="2883288"/>
            <a:chExt cx="300082" cy="369332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D996F01-9B0C-49CD-80AA-790104FA457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9E767B-249F-4E9A-BD21-DD3B9F73CD21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01A53FC-DD41-4271-9738-7DD5A291DD66}"/>
              </a:ext>
            </a:extLst>
          </p:cNvPr>
          <p:cNvGrpSpPr/>
          <p:nvPr/>
        </p:nvGrpSpPr>
        <p:grpSpPr>
          <a:xfrm>
            <a:off x="1880009" y="2094992"/>
            <a:ext cx="300082" cy="369332"/>
            <a:chOff x="-1569750" y="2883289"/>
            <a:chExt cx="300082" cy="36933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BD6D86-668C-44D0-A39F-F8CE70BF4E1A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A90C69-6EE1-4695-90C3-0FE2E8E900B7}"/>
                </a:ext>
              </a:extLst>
            </p:cNvPr>
            <p:cNvSpPr txBox="1"/>
            <p:nvPr/>
          </p:nvSpPr>
          <p:spPr>
            <a:xfrm>
              <a:off x="-1569750" y="28832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561AB2C-65A6-48E1-9434-BD605D38B93F}"/>
              </a:ext>
            </a:extLst>
          </p:cNvPr>
          <p:cNvCxnSpPr>
            <a:cxnSpLocks/>
            <a:stCxn id="299" idx="2"/>
            <a:endCxn id="128" idx="0"/>
          </p:cNvCxnSpPr>
          <p:nvPr/>
        </p:nvCxnSpPr>
        <p:spPr>
          <a:xfrm rot="16200000">
            <a:off x="2657417" y="2220324"/>
            <a:ext cx="0" cy="143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0662733-FDDB-4D1F-881D-5FDCDD4BDB8D}"/>
              </a:ext>
            </a:extLst>
          </p:cNvPr>
          <p:cNvGrpSpPr/>
          <p:nvPr/>
        </p:nvGrpSpPr>
        <p:grpSpPr>
          <a:xfrm>
            <a:off x="7725627" y="2090836"/>
            <a:ext cx="300082" cy="369332"/>
            <a:chOff x="-1569749" y="2883288"/>
            <a:chExt cx="300082" cy="369332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310309A-145D-4C8E-A416-6A384776A516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B58AD4C-CC49-4ECC-A30D-A918FAC83C3F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9428A36-9A65-48D3-8EB5-686BA8C2A035}"/>
              </a:ext>
            </a:extLst>
          </p:cNvPr>
          <p:cNvCxnSpPr>
            <a:stCxn id="300" idx="2"/>
            <a:endCxn id="263" idx="0"/>
          </p:cNvCxnSpPr>
          <p:nvPr/>
        </p:nvCxnSpPr>
        <p:spPr>
          <a:xfrm rot="16200000">
            <a:off x="3069793" y="2258261"/>
            <a:ext cx="1" cy="75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0BDC4B5-241B-465B-B13F-C802C3FC2473}"/>
              </a:ext>
            </a:extLst>
          </p:cNvPr>
          <p:cNvCxnSpPr>
            <a:stCxn id="263" idx="2"/>
            <a:endCxn id="302" idx="0"/>
          </p:cNvCxnSpPr>
          <p:nvPr/>
        </p:nvCxnSpPr>
        <p:spPr>
          <a:xfrm rot="16200000">
            <a:off x="3408520" y="2256246"/>
            <a:ext cx="755" cy="79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939D6209-BAE2-4BE8-A583-A20F2EB63138}"/>
              </a:ext>
            </a:extLst>
          </p:cNvPr>
          <p:cNvCxnSpPr>
            <a:stCxn id="302" idx="2"/>
            <a:endCxn id="264" idx="0"/>
          </p:cNvCxnSpPr>
          <p:nvPr/>
        </p:nvCxnSpPr>
        <p:spPr>
          <a:xfrm rot="16200000" flipH="1">
            <a:off x="3748543" y="2256964"/>
            <a:ext cx="756" cy="77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847C829-6B2F-47BC-9F19-16F9960AA2A0}"/>
              </a:ext>
            </a:extLst>
          </p:cNvPr>
          <p:cNvCxnSpPr>
            <a:stCxn id="264" idx="2"/>
            <a:endCxn id="303" idx="0"/>
          </p:cNvCxnSpPr>
          <p:nvPr/>
        </p:nvCxnSpPr>
        <p:spPr>
          <a:xfrm rot="16200000" flipH="1">
            <a:off x="4089361" y="2256208"/>
            <a:ext cx="1" cy="79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E02CD6E-FABF-4CEE-BC2B-87078FD35CFF}"/>
              </a:ext>
            </a:extLst>
          </p:cNvPr>
          <p:cNvCxnSpPr>
            <a:stCxn id="303" idx="2"/>
            <a:endCxn id="265" idx="0"/>
          </p:cNvCxnSpPr>
          <p:nvPr/>
        </p:nvCxnSpPr>
        <p:spPr>
          <a:xfrm rot="16200000">
            <a:off x="4428187" y="2257145"/>
            <a:ext cx="1814" cy="76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58316FB-8E65-478B-AFC9-7BC158348274}"/>
              </a:ext>
            </a:extLst>
          </p:cNvPr>
          <p:cNvCxnSpPr>
            <a:stCxn id="265" idx="2"/>
            <a:endCxn id="304" idx="0"/>
          </p:cNvCxnSpPr>
          <p:nvPr/>
        </p:nvCxnSpPr>
        <p:spPr>
          <a:xfrm rot="16200000" flipH="1">
            <a:off x="4767107" y="2256113"/>
            <a:ext cx="1812" cy="783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C3E5F3E-DBF1-4A9A-B95E-C012C2A15E3F}"/>
              </a:ext>
            </a:extLst>
          </p:cNvPr>
          <p:cNvCxnSpPr>
            <a:stCxn id="304" idx="2"/>
            <a:endCxn id="266" idx="0"/>
          </p:cNvCxnSpPr>
          <p:nvPr/>
        </p:nvCxnSpPr>
        <p:spPr>
          <a:xfrm rot="16200000">
            <a:off x="5107701" y="2257280"/>
            <a:ext cx="0" cy="77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F348368A-62EE-42FF-AFC3-D15954BF6FC7}"/>
              </a:ext>
            </a:extLst>
          </p:cNvPr>
          <p:cNvCxnSpPr>
            <a:stCxn id="266" idx="2"/>
            <a:endCxn id="305" idx="0"/>
          </p:cNvCxnSpPr>
          <p:nvPr/>
        </p:nvCxnSpPr>
        <p:spPr>
          <a:xfrm rot="16200000" flipH="1">
            <a:off x="5447126" y="2257281"/>
            <a:ext cx="2" cy="77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01003B88-CF9F-49F5-B64A-14D528896BAB}"/>
              </a:ext>
            </a:extLst>
          </p:cNvPr>
          <p:cNvCxnSpPr>
            <a:stCxn id="305" idx="2"/>
            <a:endCxn id="306" idx="0"/>
          </p:cNvCxnSpPr>
          <p:nvPr/>
        </p:nvCxnSpPr>
        <p:spPr>
          <a:xfrm rot="16200000" flipH="1">
            <a:off x="5782959" y="2260877"/>
            <a:ext cx="443" cy="71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60F82D-A5D9-44A6-9892-06AC69AF3363}"/>
              </a:ext>
            </a:extLst>
          </p:cNvPr>
          <p:cNvCxnSpPr>
            <a:stCxn id="306" idx="2"/>
            <a:endCxn id="307" idx="0"/>
          </p:cNvCxnSpPr>
          <p:nvPr/>
        </p:nvCxnSpPr>
        <p:spPr>
          <a:xfrm rot="16200000">
            <a:off x="6120030" y="2256487"/>
            <a:ext cx="443" cy="79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56CF3243-FB77-4BD8-B5DD-7D5F31C3ADFD}"/>
              </a:ext>
            </a:extLst>
          </p:cNvPr>
          <p:cNvCxnSpPr>
            <a:stCxn id="307" idx="2"/>
            <a:endCxn id="310" idx="0"/>
          </p:cNvCxnSpPr>
          <p:nvPr/>
        </p:nvCxnSpPr>
        <p:spPr>
          <a:xfrm rot="16200000">
            <a:off x="6461096" y="2256879"/>
            <a:ext cx="2" cy="78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4B9D038-E722-45DB-9EBF-A3D7FA170381}"/>
              </a:ext>
            </a:extLst>
          </p:cNvPr>
          <p:cNvCxnSpPr>
            <a:stCxn id="323" idx="2"/>
            <a:endCxn id="208" idx="0"/>
          </p:cNvCxnSpPr>
          <p:nvPr/>
        </p:nvCxnSpPr>
        <p:spPr>
          <a:xfrm rot="16200000">
            <a:off x="8484529" y="2241488"/>
            <a:ext cx="0" cy="72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09343ED-050B-4B14-B0BB-EA83363852B1}"/>
              </a:ext>
            </a:extLst>
          </p:cNvPr>
          <p:cNvCxnSpPr>
            <a:stCxn id="208" idx="2"/>
            <a:endCxn id="217" idx="0"/>
          </p:cNvCxnSpPr>
          <p:nvPr/>
        </p:nvCxnSpPr>
        <p:spPr>
          <a:xfrm rot="16200000">
            <a:off x="8820750" y="2237113"/>
            <a:ext cx="2208" cy="78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F121CC1-C1E9-49DE-B617-289CAA53790C}"/>
              </a:ext>
            </a:extLst>
          </p:cNvPr>
          <p:cNvCxnSpPr>
            <a:stCxn id="217" idx="2"/>
            <a:endCxn id="280" idx="0"/>
          </p:cNvCxnSpPr>
          <p:nvPr/>
        </p:nvCxnSpPr>
        <p:spPr>
          <a:xfrm rot="16200000" flipH="1">
            <a:off x="9162155" y="2236305"/>
            <a:ext cx="470" cy="78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F58105D-C410-4AA8-8D70-9DEC0D57ED2A}"/>
              </a:ext>
            </a:extLst>
          </p:cNvPr>
          <p:cNvCxnSpPr>
            <a:stCxn id="280" idx="2"/>
            <a:endCxn id="218" idx="0"/>
          </p:cNvCxnSpPr>
          <p:nvPr/>
        </p:nvCxnSpPr>
        <p:spPr>
          <a:xfrm rot="16200000">
            <a:off x="9502746" y="2236423"/>
            <a:ext cx="235" cy="78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90A8D391-2CBE-48C5-ADD1-DE974BDAFE1F}"/>
              </a:ext>
            </a:extLst>
          </p:cNvPr>
          <p:cNvCxnSpPr>
            <a:stCxn id="218" idx="2"/>
            <a:endCxn id="279" idx="0"/>
          </p:cNvCxnSpPr>
          <p:nvPr/>
        </p:nvCxnSpPr>
        <p:spPr>
          <a:xfrm rot="16200000">
            <a:off x="9841162" y="2236047"/>
            <a:ext cx="2434" cy="76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F1EC8F3-F21C-4100-AA28-F6FF31829309}"/>
              </a:ext>
            </a:extLst>
          </p:cNvPr>
          <p:cNvCxnSpPr>
            <a:stCxn id="279" idx="2"/>
            <a:endCxn id="219" idx="0"/>
          </p:cNvCxnSpPr>
          <p:nvPr/>
        </p:nvCxnSpPr>
        <p:spPr>
          <a:xfrm rot="16200000">
            <a:off x="10180374" y="2234076"/>
            <a:ext cx="1315" cy="77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ACA8FCED-DE6C-47DD-B6AD-0FA3D89D38EF}"/>
              </a:ext>
            </a:extLst>
          </p:cNvPr>
          <p:cNvCxnSpPr>
            <a:stCxn id="219" idx="2"/>
            <a:endCxn id="242" idx="1"/>
          </p:cNvCxnSpPr>
          <p:nvPr/>
        </p:nvCxnSpPr>
        <p:spPr>
          <a:xfrm rot="16200000" flipH="1">
            <a:off x="10556378" y="2196821"/>
            <a:ext cx="3750" cy="154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F53E6B-7CE7-41BE-9969-0BD6E27FD20A}"/>
              </a:ext>
            </a:extLst>
          </p:cNvPr>
          <p:cNvGrpSpPr/>
          <p:nvPr/>
        </p:nvGrpSpPr>
        <p:grpSpPr>
          <a:xfrm>
            <a:off x="-1397417" y="4205468"/>
            <a:ext cx="1267070" cy="2631084"/>
            <a:chOff x="5068789" y="4038276"/>
            <a:chExt cx="1267070" cy="26310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/>
                <p:nvPr/>
              </p:nvSpPr>
              <p:spPr>
                <a:xfrm>
                  <a:off x="5144390" y="4352012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4390" y="4352012"/>
                  <a:ext cx="1113501" cy="261610"/>
                </a:xfrm>
                <a:prstGeom prst="rect">
                  <a:avLst/>
                </a:prstGeom>
                <a:blipFill>
                  <a:blip r:embed="rId21"/>
                  <a:stretch>
                    <a:fillRect r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683D0929-9600-4C43-84C7-097D766EBCA2}"/>
                </a:ext>
              </a:extLst>
            </p:cNvPr>
            <p:cNvSpPr txBox="1"/>
            <p:nvPr/>
          </p:nvSpPr>
          <p:spPr>
            <a:xfrm>
              <a:off x="5139906" y="4692088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/>
                <p:nvPr/>
              </p:nvSpPr>
              <p:spPr>
                <a:xfrm>
                  <a:off x="5146966" y="5029036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966" y="5029036"/>
                  <a:ext cx="1113501" cy="261610"/>
                </a:xfrm>
                <a:prstGeom prst="rect">
                  <a:avLst/>
                </a:prstGeom>
                <a:blipFill>
                  <a:blip r:embed="rId22"/>
                  <a:stretch>
                    <a:fillRect r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/>
                <p:nvPr/>
              </p:nvSpPr>
              <p:spPr>
                <a:xfrm>
                  <a:off x="5143884" y="5702272"/>
                  <a:ext cx="1120274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3884" y="5702272"/>
                  <a:ext cx="1120274" cy="261610"/>
                </a:xfrm>
                <a:prstGeom prst="rect">
                  <a:avLst/>
                </a:prstGeom>
                <a:blipFill>
                  <a:blip r:embed="rId23"/>
                  <a:stretch>
                    <a:fillRect r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8A56650C-E5E7-48BD-826F-51DAD391A7A6}"/>
                </a:ext>
              </a:extLst>
            </p:cNvPr>
            <p:cNvSpPr/>
            <p:nvPr/>
          </p:nvSpPr>
          <p:spPr>
            <a:xfrm>
              <a:off x="5068789" y="4315457"/>
              <a:ext cx="1267070" cy="23539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559945FA-A30C-4F06-BDC5-3E527D703437}"/>
                </a:ext>
              </a:extLst>
            </p:cNvPr>
            <p:cNvSpPr txBox="1"/>
            <p:nvPr/>
          </p:nvSpPr>
          <p:spPr>
            <a:xfrm>
              <a:off x="5140663" y="5367512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567D1C2-3E96-4A58-9BC5-F820CA320B32}"/>
                </a:ext>
              </a:extLst>
            </p:cNvPr>
            <p:cNvSpPr txBox="1"/>
            <p:nvPr/>
          </p:nvSpPr>
          <p:spPr>
            <a:xfrm>
              <a:off x="5133705" y="6042508"/>
              <a:ext cx="1138395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2913656-48DA-49CB-9883-FD8BDBF68F08}"/>
                </a:ext>
              </a:extLst>
            </p:cNvPr>
            <p:cNvSpPr txBox="1"/>
            <p:nvPr/>
          </p:nvSpPr>
          <p:spPr>
            <a:xfrm>
              <a:off x="5135210" y="6374078"/>
              <a:ext cx="1133592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</a:t>
              </a:r>
              <a:r>
                <a:rPr lang="en-US" sz="11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0.01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637428-401C-4D9D-953E-044F26A84DA2}"/>
                </a:ext>
              </a:extLst>
            </p:cNvPr>
            <p:cNvSpPr/>
            <p:nvPr/>
          </p:nvSpPr>
          <p:spPr>
            <a:xfrm>
              <a:off x="5289915" y="4038276"/>
              <a:ext cx="82747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ESC-Block</a:t>
              </a:r>
              <a:endParaRPr lang="en-US" sz="11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9F9FB8E-8DD5-4661-A6D2-9A4EF25C35AE}"/>
                </a:ext>
              </a:extLst>
            </p:cNvPr>
            <p:cNvCxnSpPr>
              <a:stCxn id="283" idx="2"/>
              <a:endCxn id="285" idx="0"/>
            </p:cNvCxnSpPr>
            <p:nvPr/>
          </p:nvCxnSpPr>
          <p:spPr>
            <a:xfrm>
              <a:off x="5701141" y="4613622"/>
              <a:ext cx="1819" cy="78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3D3EC82-89F5-4CD8-A8B3-210194952593}"/>
                </a:ext>
              </a:extLst>
            </p:cNvPr>
            <p:cNvCxnSpPr>
              <a:stCxn id="285" idx="2"/>
              <a:endCxn id="287" idx="0"/>
            </p:cNvCxnSpPr>
            <p:nvPr/>
          </p:nvCxnSpPr>
          <p:spPr>
            <a:xfrm>
              <a:off x="5702960" y="4953698"/>
              <a:ext cx="757" cy="753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8AED75A-B0B3-4B0E-AE18-DB0E60BA8A62}"/>
                </a:ext>
              </a:extLst>
            </p:cNvPr>
            <p:cNvCxnSpPr>
              <a:stCxn id="287" idx="2"/>
              <a:endCxn id="291" idx="0"/>
            </p:cNvCxnSpPr>
            <p:nvPr/>
          </p:nvCxnSpPr>
          <p:spPr>
            <a:xfrm>
              <a:off x="5703717" y="5290646"/>
              <a:ext cx="0" cy="768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22DD08-86A6-4E47-ADB0-8A689DA295D0}"/>
                </a:ext>
              </a:extLst>
            </p:cNvPr>
            <p:cNvCxnSpPr>
              <a:stCxn id="291" idx="2"/>
              <a:endCxn id="288" idx="0"/>
            </p:cNvCxnSpPr>
            <p:nvPr/>
          </p:nvCxnSpPr>
          <p:spPr>
            <a:xfrm>
              <a:off x="5703717" y="5629122"/>
              <a:ext cx="304" cy="731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DE833B-59B2-42FB-9151-A2C334CC247E}"/>
                </a:ext>
              </a:extLst>
            </p:cNvPr>
            <p:cNvCxnSpPr>
              <a:stCxn id="288" idx="2"/>
              <a:endCxn id="292" idx="0"/>
            </p:cNvCxnSpPr>
            <p:nvPr/>
          </p:nvCxnSpPr>
          <p:spPr>
            <a:xfrm flipH="1">
              <a:off x="5702903" y="5963882"/>
              <a:ext cx="1118" cy="786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18A6DBC-3CB9-4C34-8BA7-37F2422C26BD}"/>
                </a:ext>
              </a:extLst>
            </p:cNvPr>
            <p:cNvCxnSpPr>
              <a:stCxn id="292" idx="2"/>
              <a:endCxn id="293" idx="0"/>
            </p:cNvCxnSpPr>
            <p:nvPr/>
          </p:nvCxnSpPr>
          <p:spPr>
            <a:xfrm flipH="1">
              <a:off x="5702006" y="6304118"/>
              <a:ext cx="897" cy="699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6BE7AA-7EFE-784A-827D-513B5750CBFE}"/>
              </a:ext>
            </a:extLst>
          </p:cNvPr>
          <p:cNvGrpSpPr/>
          <p:nvPr/>
        </p:nvGrpSpPr>
        <p:grpSpPr>
          <a:xfrm>
            <a:off x="250798" y="4623741"/>
            <a:ext cx="282450" cy="369332"/>
            <a:chOff x="-1568635" y="2865354"/>
            <a:chExt cx="282450" cy="369332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8A41737-D5B0-54F7-093F-F93C33678CD2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B263FFA-30D8-9720-AE25-7E42305E868E}"/>
                </a:ext>
              </a:extLst>
            </p:cNvPr>
            <p:cNvSpPr txBox="1"/>
            <p:nvPr/>
          </p:nvSpPr>
          <p:spPr>
            <a:xfrm>
              <a:off x="-1568635" y="2865354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3A8F8CC-737E-F6C0-252E-DF7BA4968C42}"/>
              </a:ext>
            </a:extLst>
          </p:cNvPr>
          <p:cNvGrpSpPr/>
          <p:nvPr/>
        </p:nvGrpSpPr>
        <p:grpSpPr>
          <a:xfrm>
            <a:off x="266948" y="5145355"/>
            <a:ext cx="300082" cy="369332"/>
            <a:chOff x="-1569749" y="2883288"/>
            <a:chExt cx="300082" cy="369332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B07DC33-E236-FD62-90F3-8E11093E039A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50E035B-FBE4-3F5B-0B7F-94DCC6751766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530D80-B0A7-99B0-64CF-E5E11351F1F1}"/>
              </a:ext>
            </a:extLst>
          </p:cNvPr>
          <p:cNvSpPr txBox="1"/>
          <p:nvPr/>
        </p:nvSpPr>
        <p:spPr>
          <a:xfrm>
            <a:off x="588015" y="4623741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concatenate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3993EF3-EAD6-F24E-E841-945E3B6C0295}"/>
              </a:ext>
            </a:extLst>
          </p:cNvPr>
          <p:cNvSpPr txBox="1"/>
          <p:nvPr/>
        </p:nvSpPr>
        <p:spPr>
          <a:xfrm>
            <a:off x="608971" y="512495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FBAD80-AC30-3ED4-CF1E-CF20EF3C89D4}"/>
                  </a:ext>
                </a:extLst>
              </p:cNvPr>
              <p:cNvSpPr txBox="1"/>
              <p:nvPr/>
            </p:nvSpPr>
            <p:spPr>
              <a:xfrm>
                <a:off x="334434" y="5752590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FBAD80-AC30-3ED4-CF1E-CF20EF3C8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34" y="5752590"/>
                <a:ext cx="165110" cy="161583"/>
              </a:xfrm>
              <a:prstGeom prst="rect">
                <a:avLst/>
              </a:prstGeom>
              <a:blipFill>
                <a:blip r:embed="rId24"/>
                <a:stretch>
                  <a:fillRect l="-21429" t="-30769" r="-50000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C47CBE37-4511-A95E-7EC2-21ED8006D30D}"/>
              </a:ext>
            </a:extLst>
          </p:cNvPr>
          <p:cNvSpPr txBox="1"/>
          <p:nvPr/>
        </p:nvSpPr>
        <p:spPr>
          <a:xfrm>
            <a:off x="617564" y="5618198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repeat two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71016F8-243F-020B-2C2E-7D7F5A42B48A}"/>
                  </a:ext>
                </a:extLst>
              </p:cNvPr>
              <p:cNvSpPr txBox="1"/>
              <p:nvPr/>
            </p:nvSpPr>
            <p:spPr>
              <a:xfrm>
                <a:off x="334434" y="6134062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3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71016F8-243F-020B-2C2E-7D7F5A42B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34" y="6134062"/>
                <a:ext cx="165110" cy="161583"/>
              </a:xfrm>
              <a:prstGeom prst="rect">
                <a:avLst/>
              </a:prstGeom>
              <a:blipFill>
                <a:blip r:embed="rId25"/>
                <a:stretch>
                  <a:fillRect l="-21429" t="-21429" r="-50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78C28475-572D-1DA9-FACB-F5905FE65C71}"/>
              </a:ext>
            </a:extLst>
          </p:cNvPr>
          <p:cNvSpPr txBox="1"/>
          <p:nvPr/>
        </p:nvSpPr>
        <p:spPr>
          <a:xfrm>
            <a:off x="617564" y="6030187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repeat three times</a:t>
            </a:r>
          </a:p>
        </p:txBody>
      </p:sp>
    </p:spTree>
    <p:extLst>
      <p:ext uri="{BB962C8B-B14F-4D97-AF65-F5344CB8AC3E}">
        <p14:creationId xmlns:p14="http://schemas.microsoft.com/office/powerpoint/2010/main" val="4141529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/>
              <p:nvPr/>
            </p:nvSpPr>
            <p:spPr>
              <a:xfrm rot="16200000">
                <a:off x="-1112115" y="2987251"/>
                <a:ext cx="1148553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7D9E9A-A9DC-4A9B-BD3F-1169DFC4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112115" y="2987251"/>
                <a:ext cx="1148553" cy="261610"/>
              </a:xfrm>
              <a:prstGeom prst="rect">
                <a:avLst/>
              </a:prstGeom>
              <a:blipFill>
                <a:blip r:embed="rId2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5A96C606-55AF-4739-9FBA-67E690976C4B}"/>
              </a:ext>
            </a:extLst>
          </p:cNvPr>
          <p:cNvSpPr txBox="1"/>
          <p:nvPr/>
        </p:nvSpPr>
        <p:spPr>
          <a:xfrm rot="16200000">
            <a:off x="-1058380" y="1282909"/>
            <a:ext cx="1022259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/>
              <p:nvPr/>
            </p:nvSpPr>
            <p:spPr>
              <a:xfrm rot="16200000">
                <a:off x="-189108" y="2896581"/>
                <a:ext cx="1537633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DB196A-342A-4666-9B49-8C0F97F1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9108" y="2896581"/>
                <a:ext cx="1537633" cy="261610"/>
              </a:xfrm>
              <a:prstGeom prst="rect">
                <a:avLst/>
              </a:prstGeom>
              <a:blipFill>
                <a:blip r:embed="rId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/>
              <p:nvPr/>
            </p:nvSpPr>
            <p:spPr>
              <a:xfrm rot="16200000">
                <a:off x="6691141" y="1339482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6698620-E4ED-4CF2-8594-53F021A9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91141" y="1339482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/>
              <p:nvPr/>
            </p:nvSpPr>
            <p:spPr>
              <a:xfrm rot="16200000">
                <a:off x="8422627" y="2144698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4703CDB-03F1-44FD-8BBB-48AD43F23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22627" y="2144698"/>
                <a:ext cx="1139051" cy="261610"/>
              </a:xfrm>
              <a:prstGeom prst="rect">
                <a:avLst/>
              </a:prstGeom>
              <a:blipFill>
                <a:blip r:embed="rId5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/>
              <p:nvPr/>
            </p:nvSpPr>
            <p:spPr>
              <a:xfrm rot="16200000">
                <a:off x="8830767" y="2144932"/>
                <a:ext cx="1684668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67D89D9-5210-4DAF-B8AF-5A545421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830767" y="2144932"/>
                <a:ext cx="1684668" cy="261610"/>
              </a:xfrm>
              <a:prstGeom prst="rect">
                <a:avLst/>
              </a:prstGeom>
              <a:blipFill>
                <a:blip r:embed="rId6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/>
              <p:nvPr/>
            </p:nvSpPr>
            <p:spPr>
              <a:xfrm rot="16200000">
                <a:off x="9504323" y="2141184"/>
                <a:ext cx="1692165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ConvTranspose2d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4586181-CB37-4C18-A0A2-D27D6BB0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504323" y="2141184"/>
                <a:ext cx="1692165" cy="261610"/>
              </a:xfrm>
              <a:prstGeom prst="rect">
                <a:avLst/>
              </a:prstGeom>
              <a:blipFill>
                <a:blip r:embed="rId7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0" name="Picture 229">
            <a:extLst>
              <a:ext uri="{FF2B5EF4-FFF2-40B4-BE49-F238E27FC236}">
                <a16:creationId xmlns:a16="http://schemas.microsoft.com/office/drawing/2014/main" id="{16BD8D79-0873-4EED-9604-4FDC8FFC6A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5599" y="1876764"/>
            <a:ext cx="804219" cy="804219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7FC587C6-4233-45DA-9D74-A4B6828988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96" y="1873628"/>
            <a:ext cx="804219" cy="804219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C61A6438-8ABB-42D8-A9B8-48ABDF747A8B}"/>
              </a:ext>
            </a:extLst>
          </p:cNvPr>
          <p:cNvSpPr txBox="1"/>
          <p:nvPr/>
        </p:nvSpPr>
        <p:spPr>
          <a:xfrm rot="16200000">
            <a:off x="-322054" y="2138084"/>
            <a:ext cx="869412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PReLU(16)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DD3FE45-CCC4-4A28-B86F-BB2E6B0510AB}"/>
              </a:ext>
            </a:extLst>
          </p:cNvPr>
          <p:cNvSpPr txBox="1"/>
          <p:nvPr/>
        </p:nvSpPr>
        <p:spPr>
          <a:xfrm rot="16200000">
            <a:off x="52706" y="1271037"/>
            <a:ext cx="103483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/>
              <p:nvPr/>
            </p:nvSpPr>
            <p:spPr>
              <a:xfrm rot="16200000">
                <a:off x="2669001" y="216538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4A9CF4CD-FC62-4220-A3E6-493FD36E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69001" y="2165385"/>
                <a:ext cx="1139051" cy="261610"/>
              </a:xfrm>
              <a:prstGeom prst="rect">
                <a:avLst/>
              </a:prstGeom>
              <a:blipFill>
                <a:blip r:embed="rId4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/>
              <p:nvPr/>
            </p:nvSpPr>
            <p:spPr>
              <a:xfrm rot="16200000">
                <a:off x="3349048" y="2165386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C5A74F-4762-4009-8B10-49300ABFE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349048" y="2165386"/>
                <a:ext cx="1139051" cy="261610"/>
              </a:xfrm>
              <a:prstGeom prst="rect">
                <a:avLst/>
              </a:prstGeom>
              <a:blipFill>
                <a:blip r:embed="rId10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/>
              <p:nvPr/>
            </p:nvSpPr>
            <p:spPr>
              <a:xfrm rot="16200000">
                <a:off x="4028512" y="2163573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61C5CFC-98A7-4802-98B9-4AF74CB1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028512" y="2163573"/>
                <a:ext cx="1139051" cy="261610"/>
              </a:xfrm>
              <a:prstGeom prst="rect">
                <a:avLst/>
              </a:prstGeom>
              <a:blipFill>
                <a:blip r:embed="rId11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/>
              <p:nvPr/>
            </p:nvSpPr>
            <p:spPr>
              <a:xfrm rot="16200000">
                <a:off x="4707888" y="2165385"/>
                <a:ext cx="1139051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19E68780-9012-4618-895D-BA78D96FE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07888" y="2165385"/>
                <a:ext cx="1139051" cy="261610"/>
              </a:xfrm>
              <a:prstGeom prst="rect">
                <a:avLst/>
              </a:prstGeom>
              <a:blipFill>
                <a:blip r:embed="rId12"/>
                <a:stretch>
                  <a:fillRect r="-1333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TextBox 275">
            <a:extLst>
              <a:ext uri="{FF2B5EF4-FFF2-40B4-BE49-F238E27FC236}">
                <a16:creationId xmlns:a16="http://schemas.microsoft.com/office/drawing/2014/main" id="{72A661D3-93E5-47F5-9476-278D9C012F2E}"/>
              </a:ext>
            </a:extLst>
          </p:cNvPr>
          <p:cNvSpPr txBox="1"/>
          <p:nvPr/>
        </p:nvSpPr>
        <p:spPr>
          <a:xfrm rot="16200000">
            <a:off x="7010556" y="1333033"/>
            <a:ext cx="1151947" cy="2616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MaxunPool2d(2)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385EAE63-B393-4FAF-876B-7E39493F75CF}"/>
              </a:ext>
            </a:extLst>
          </p:cNvPr>
          <p:cNvSpPr txBox="1"/>
          <p:nvPr/>
        </p:nvSpPr>
        <p:spPr>
          <a:xfrm rot="16200000">
            <a:off x="9435683" y="2142499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C8618018-EF1B-4C2A-A23C-3BC74EC2D9BF}"/>
              </a:ext>
            </a:extLst>
          </p:cNvPr>
          <p:cNvSpPr txBox="1"/>
          <p:nvPr/>
        </p:nvSpPr>
        <p:spPr>
          <a:xfrm rot="16200000">
            <a:off x="8756653" y="2145168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/>
              <p:nvPr/>
            </p:nvSpPr>
            <p:spPr>
              <a:xfrm rot="16200000">
                <a:off x="415709" y="2148068"/>
                <a:ext cx="153763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37CA774-6979-4F06-AA4A-6669C457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5709" y="2148068"/>
                <a:ext cx="1537635" cy="261610"/>
              </a:xfrm>
              <a:prstGeom prst="rect">
                <a:avLst/>
              </a:prstGeom>
              <a:blipFill>
                <a:blip r:embed="rId13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/>
              <p:nvPr/>
            </p:nvSpPr>
            <p:spPr>
              <a:xfrm rot="16200000">
                <a:off x="1691684" y="2161163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28160A7-6EF2-4E46-8D9C-49B812685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91684" y="2161163"/>
                <a:ext cx="1526568" cy="261610"/>
              </a:xfrm>
              <a:prstGeom prst="rect">
                <a:avLst/>
              </a:prstGeom>
              <a:blipFill>
                <a:blip r:embed="rId14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/>
              <p:nvPr/>
            </p:nvSpPr>
            <p:spPr>
              <a:xfrm rot="16200000">
                <a:off x="2137776" y="2165385"/>
                <a:ext cx="1526568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03F34C3A-A940-400D-A54B-1FCD6A163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37776" y="2165385"/>
                <a:ext cx="1526568" cy="261610"/>
              </a:xfrm>
              <a:prstGeom prst="rect">
                <a:avLst/>
              </a:prstGeom>
              <a:blipFill>
                <a:blip r:embed="rId15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" name="TextBox 301">
            <a:extLst>
              <a:ext uri="{FF2B5EF4-FFF2-40B4-BE49-F238E27FC236}">
                <a16:creationId xmlns:a16="http://schemas.microsoft.com/office/drawing/2014/main" id="{8E964D03-6DA5-4352-968B-A9A4713E2422}"/>
              </a:ext>
            </a:extLst>
          </p:cNvPr>
          <p:cNvSpPr txBox="1"/>
          <p:nvPr/>
        </p:nvSpPr>
        <p:spPr>
          <a:xfrm rot="16200000">
            <a:off x="3003294" y="2164630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BB1DC5A-7E2E-48D9-98B5-7200E775BBA7}"/>
              </a:ext>
            </a:extLst>
          </p:cNvPr>
          <p:cNvSpPr txBox="1"/>
          <p:nvPr/>
        </p:nvSpPr>
        <p:spPr>
          <a:xfrm rot="16200000">
            <a:off x="3684176" y="2165387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F3F478F-FD92-4A59-A688-4B4797061295}"/>
              </a:ext>
            </a:extLst>
          </p:cNvPr>
          <p:cNvSpPr txBox="1"/>
          <p:nvPr/>
        </p:nvSpPr>
        <p:spPr>
          <a:xfrm rot="16200000">
            <a:off x="4362014" y="2165385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45509612-E682-4496-8422-00A36A8DD827}"/>
              </a:ext>
            </a:extLst>
          </p:cNvPr>
          <p:cNvSpPr txBox="1"/>
          <p:nvPr/>
        </p:nvSpPr>
        <p:spPr>
          <a:xfrm rot="16200000">
            <a:off x="5040866" y="2165387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A7C3D73-D182-41F0-B961-9351BE668D3F}"/>
              </a:ext>
            </a:extLst>
          </p:cNvPr>
          <p:cNvSpPr txBox="1"/>
          <p:nvPr/>
        </p:nvSpPr>
        <p:spPr>
          <a:xfrm rot="16200000">
            <a:off x="5382726" y="2165828"/>
            <a:ext cx="113359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8703B43-3EB2-4095-AC18-3BD8D6BCC62A}"/>
              </a:ext>
            </a:extLst>
          </p:cNvPr>
          <p:cNvSpPr txBox="1"/>
          <p:nvPr/>
        </p:nvSpPr>
        <p:spPr>
          <a:xfrm rot="16200000">
            <a:off x="5715007" y="2165387"/>
            <a:ext cx="1151947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PReLU(1)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/>
              <p:nvPr/>
            </p:nvSpPr>
            <p:spPr>
              <a:xfrm rot="16200000">
                <a:off x="5867929" y="2165385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3AD370DB-77EE-4AAA-8B2C-76EE2590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7929" y="2165385"/>
                <a:ext cx="1526569" cy="261610"/>
              </a:xfrm>
              <a:prstGeom prst="rect">
                <a:avLst/>
              </a:prstGeom>
              <a:blipFill>
                <a:blip r:embed="rId15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/>
              <p:nvPr/>
            </p:nvSpPr>
            <p:spPr>
              <a:xfrm rot="16200000">
                <a:off x="6517296" y="3011551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2164634D-17A8-48A6-835A-5632B13B9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17296" y="3011551"/>
                <a:ext cx="1526569" cy="261610"/>
              </a:xfrm>
              <a:prstGeom prst="rect">
                <a:avLst/>
              </a:prstGeom>
              <a:blipFill>
                <a:blip r:embed="rId1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/>
              <p:nvPr/>
            </p:nvSpPr>
            <p:spPr>
              <a:xfrm rot="16200000">
                <a:off x="7554217" y="2146906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58AB1B5-90FE-445D-9123-D1610D62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554217" y="2146906"/>
                <a:ext cx="1526569" cy="261610"/>
              </a:xfrm>
              <a:prstGeom prst="rect">
                <a:avLst/>
              </a:prstGeom>
              <a:blipFill>
                <a:blip r:embed="rId1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/>
              <p:nvPr/>
            </p:nvSpPr>
            <p:spPr>
              <a:xfrm>
                <a:off x="1101970" y="1332922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3</a:t>
                </a: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04A0D75-FC32-49A2-8B1A-E685C2C57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970" y="1332922"/>
                <a:ext cx="165110" cy="161583"/>
              </a:xfrm>
              <a:prstGeom prst="rect">
                <a:avLst/>
              </a:prstGeom>
              <a:blipFill>
                <a:blip r:embed="rId17"/>
                <a:stretch>
                  <a:fillRect l="-25926" t="-23077" r="-48148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F857E5-C026-4B72-9260-9214EA4B1D60}"/>
                  </a:ext>
                </a:extLst>
              </p:cNvPr>
              <p:cNvSpPr txBox="1"/>
              <p:nvPr/>
            </p:nvSpPr>
            <p:spPr>
              <a:xfrm>
                <a:off x="2818084" y="1352463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F857E5-C026-4B72-9260-9214EA4B1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84" y="1352463"/>
                <a:ext cx="165110" cy="161583"/>
              </a:xfrm>
              <a:prstGeom prst="rect">
                <a:avLst/>
              </a:prstGeom>
              <a:blipFill>
                <a:blip r:embed="rId18"/>
                <a:stretch>
                  <a:fillRect l="-22222" t="-23077" r="-51852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3700D31-E8A8-4719-9D63-50CE0E5132A4}"/>
                  </a:ext>
                </a:extLst>
              </p:cNvPr>
              <p:cNvSpPr txBox="1"/>
              <p:nvPr/>
            </p:nvSpPr>
            <p:spPr>
              <a:xfrm>
                <a:off x="4790465" y="982659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3700D31-E8A8-4719-9D63-50CE0E513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465" y="982659"/>
                <a:ext cx="165110" cy="161583"/>
              </a:xfrm>
              <a:prstGeom prst="rect">
                <a:avLst/>
              </a:prstGeom>
              <a:blipFill>
                <a:blip r:embed="rId19"/>
                <a:stretch>
                  <a:fillRect l="-25926" t="-22222" r="-48148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4433305-F92D-43DC-B509-2124D4EF0844}"/>
              </a:ext>
            </a:extLst>
          </p:cNvPr>
          <p:cNvCxnSpPr>
            <a:cxnSpLocks/>
            <a:stCxn id="121" idx="2"/>
            <a:endCxn id="253" idx="0"/>
          </p:cNvCxnSpPr>
          <p:nvPr/>
        </p:nvCxnSpPr>
        <p:spPr>
          <a:xfrm>
            <a:off x="-416445" y="1413713"/>
            <a:ext cx="398292" cy="8551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196FFA4-FF57-45CB-9B6E-24D08A33885D}"/>
              </a:ext>
            </a:extLst>
          </p:cNvPr>
          <p:cNvSpPr txBox="1"/>
          <p:nvPr/>
        </p:nvSpPr>
        <p:spPr>
          <a:xfrm rot="16200000">
            <a:off x="1158429" y="1268271"/>
            <a:ext cx="103483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MaxPool2d(2)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A17212F-35C5-4367-88B9-39E9B8FE35E6}"/>
              </a:ext>
            </a:extLst>
          </p:cNvPr>
          <p:cNvCxnSpPr>
            <a:stCxn id="230" idx="3"/>
            <a:endCxn id="117" idx="0"/>
          </p:cNvCxnSpPr>
          <p:nvPr/>
        </p:nvCxnSpPr>
        <p:spPr>
          <a:xfrm>
            <a:off x="-941379" y="2278874"/>
            <a:ext cx="272736" cy="83918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795584B-4329-4FA7-869F-48EC9924A4D5}"/>
              </a:ext>
            </a:extLst>
          </p:cNvPr>
          <p:cNvCxnSpPr>
            <a:stCxn id="230" idx="3"/>
            <a:endCxn id="121" idx="0"/>
          </p:cNvCxnSpPr>
          <p:nvPr/>
        </p:nvCxnSpPr>
        <p:spPr>
          <a:xfrm rot="10800000" flipH="1">
            <a:off x="-941381" y="1413713"/>
            <a:ext cx="263325" cy="86516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AD6C259-AA33-438E-B959-4A5416BD84A0}"/>
              </a:ext>
            </a:extLst>
          </p:cNvPr>
          <p:cNvCxnSpPr>
            <a:stCxn id="117" idx="2"/>
            <a:endCxn id="253" idx="0"/>
          </p:cNvCxnSpPr>
          <p:nvPr/>
        </p:nvCxnSpPr>
        <p:spPr>
          <a:xfrm rot="10800000" flipH="1">
            <a:off x="-407034" y="2268889"/>
            <a:ext cx="388881" cy="8491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CC6B44B-4F10-454A-B52D-9EA1E887F80A}"/>
              </a:ext>
            </a:extLst>
          </p:cNvPr>
          <p:cNvGrpSpPr/>
          <p:nvPr/>
        </p:nvGrpSpPr>
        <p:grpSpPr>
          <a:xfrm>
            <a:off x="-409101" y="2059891"/>
            <a:ext cx="282450" cy="369332"/>
            <a:chOff x="-1568635" y="2865354"/>
            <a:chExt cx="282450" cy="369332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42B199E-3BC6-481C-8D02-3232E9A63CD8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F6E5562-4B09-413A-81E0-80E57861F606}"/>
                </a:ext>
              </a:extLst>
            </p:cNvPr>
            <p:cNvSpPr txBox="1"/>
            <p:nvPr/>
          </p:nvSpPr>
          <p:spPr>
            <a:xfrm>
              <a:off x="-1568635" y="2865354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2A2C124-D287-467C-B91D-F33D0294448D}"/>
              </a:ext>
            </a:extLst>
          </p:cNvPr>
          <p:cNvCxnSpPr>
            <a:stCxn id="253" idx="2"/>
            <a:endCxn id="142" idx="0"/>
          </p:cNvCxnSpPr>
          <p:nvPr/>
        </p:nvCxnSpPr>
        <p:spPr>
          <a:xfrm>
            <a:off x="243457" y="2268889"/>
            <a:ext cx="205446" cy="7584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C34F4DA-3507-4D87-94B1-1A6CC0D81187}"/>
              </a:ext>
            </a:extLst>
          </p:cNvPr>
          <p:cNvCxnSpPr>
            <a:stCxn id="253" idx="2"/>
            <a:endCxn id="254" idx="0"/>
          </p:cNvCxnSpPr>
          <p:nvPr/>
        </p:nvCxnSpPr>
        <p:spPr>
          <a:xfrm rot="10800000" flipH="1">
            <a:off x="243456" y="1401842"/>
            <a:ext cx="195861" cy="86704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5ED6E660-426B-492C-9547-2BF69261E157}"/>
                  </a:ext>
                </a:extLst>
              </p:cNvPr>
              <p:cNvSpPr txBox="1"/>
              <p:nvPr/>
            </p:nvSpPr>
            <p:spPr>
              <a:xfrm rot="16200000">
                <a:off x="919280" y="2907187"/>
                <a:ext cx="1537635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5ED6E660-426B-492C-9547-2BF69261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9280" y="2907187"/>
                <a:ext cx="1537635" cy="261610"/>
              </a:xfrm>
              <a:prstGeom prst="rect">
                <a:avLst/>
              </a:prstGeom>
              <a:blipFill>
                <a:blip r:embed="rId20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84B59DB8-6CC3-4A6B-BB9B-BB52887BF3B7}"/>
              </a:ext>
            </a:extLst>
          </p:cNvPr>
          <p:cNvCxnSpPr>
            <a:stCxn id="142" idx="2"/>
            <a:endCxn id="295" idx="0"/>
          </p:cNvCxnSpPr>
          <p:nvPr/>
        </p:nvCxnSpPr>
        <p:spPr>
          <a:xfrm rot="10800000" flipH="1">
            <a:off x="710513" y="2278873"/>
            <a:ext cx="343208" cy="74851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3192ECC4-0537-4B78-AFB0-A89DDDD4BFC3}"/>
              </a:ext>
            </a:extLst>
          </p:cNvPr>
          <p:cNvCxnSpPr>
            <a:stCxn id="254" idx="2"/>
            <a:endCxn id="295" idx="0"/>
          </p:cNvCxnSpPr>
          <p:nvPr/>
        </p:nvCxnSpPr>
        <p:spPr>
          <a:xfrm>
            <a:off x="700928" y="1401842"/>
            <a:ext cx="352793" cy="8770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CD36631-341B-4E6D-8290-F2960C59D031}"/>
              </a:ext>
            </a:extLst>
          </p:cNvPr>
          <p:cNvCxnSpPr>
            <a:stCxn id="295" idx="2"/>
            <a:endCxn id="185" idx="0"/>
          </p:cNvCxnSpPr>
          <p:nvPr/>
        </p:nvCxnSpPr>
        <p:spPr>
          <a:xfrm>
            <a:off x="1315331" y="2278871"/>
            <a:ext cx="241961" cy="75911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42040C1D-3D10-40AF-B0D9-F617517E6E9E}"/>
              </a:ext>
            </a:extLst>
          </p:cNvPr>
          <p:cNvCxnSpPr>
            <a:stCxn id="295" idx="2"/>
            <a:endCxn id="127" idx="0"/>
          </p:cNvCxnSpPr>
          <p:nvPr/>
        </p:nvCxnSpPr>
        <p:spPr>
          <a:xfrm rot="10800000" flipH="1">
            <a:off x="1315331" y="1399076"/>
            <a:ext cx="229710" cy="87979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5D458C6-080C-487F-A27D-88BC5952226A}"/>
              </a:ext>
            </a:extLst>
          </p:cNvPr>
          <p:cNvCxnSpPr>
            <a:stCxn id="185" idx="2"/>
            <a:endCxn id="299" idx="0"/>
          </p:cNvCxnSpPr>
          <p:nvPr/>
        </p:nvCxnSpPr>
        <p:spPr>
          <a:xfrm rot="10800000" flipH="1">
            <a:off x="1818901" y="2291968"/>
            <a:ext cx="505261" cy="74602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1C69156B-C731-4B34-9B57-BAD1D567E8A6}"/>
              </a:ext>
            </a:extLst>
          </p:cNvPr>
          <p:cNvCxnSpPr>
            <a:stCxn id="127" idx="2"/>
            <a:endCxn id="299" idx="0"/>
          </p:cNvCxnSpPr>
          <p:nvPr/>
        </p:nvCxnSpPr>
        <p:spPr>
          <a:xfrm>
            <a:off x="1806651" y="1399076"/>
            <a:ext cx="517512" cy="89289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C59BCFD-9FB0-4880-97B5-CC4606C087B1}"/>
              </a:ext>
            </a:extLst>
          </p:cNvPr>
          <p:cNvSpPr/>
          <p:nvPr/>
        </p:nvSpPr>
        <p:spPr>
          <a:xfrm rot="16200000">
            <a:off x="3653556" y="254499"/>
            <a:ext cx="2225948" cy="407493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76C0E7B-D18F-4169-BE10-8D66CFB32B92}"/>
              </a:ext>
            </a:extLst>
          </p:cNvPr>
          <p:cNvCxnSpPr>
            <a:cxnSpLocks/>
            <a:stCxn id="128" idx="2"/>
            <a:endCxn id="322" idx="0"/>
          </p:cNvCxnSpPr>
          <p:nvPr/>
        </p:nvCxnSpPr>
        <p:spPr>
          <a:xfrm>
            <a:off x="6803998" y="2291967"/>
            <a:ext cx="345777" cy="850388"/>
          </a:xfrm>
          <a:prstGeom prst="bentConnector3">
            <a:avLst>
              <a:gd name="adj1" fmla="val 3474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D4A8FA28-E82F-415D-869A-4813090B9951}"/>
              </a:ext>
            </a:extLst>
          </p:cNvPr>
          <p:cNvCxnSpPr>
            <a:cxnSpLocks/>
            <a:stCxn id="128" idx="2"/>
            <a:endCxn id="214" idx="0"/>
          </p:cNvCxnSpPr>
          <p:nvPr/>
        </p:nvCxnSpPr>
        <p:spPr>
          <a:xfrm rot="10800000" flipH="1">
            <a:off x="6803998" y="1470286"/>
            <a:ext cx="325863" cy="821681"/>
          </a:xfrm>
          <a:prstGeom prst="bentConnector3">
            <a:avLst>
              <a:gd name="adj1" fmla="val 374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0BA834B-646B-437B-A083-EDDE309C7BF8}"/>
                  </a:ext>
                </a:extLst>
              </p:cNvPr>
              <p:cNvSpPr txBox="1"/>
              <p:nvPr/>
            </p:nvSpPr>
            <p:spPr>
              <a:xfrm rot="16200000">
                <a:off x="7888271" y="2146906"/>
                <a:ext cx="1526569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0BA834B-646B-437B-A083-EDDE309C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88271" y="2146906"/>
                <a:ext cx="1526569" cy="261610"/>
              </a:xfrm>
              <a:prstGeom prst="rect">
                <a:avLst/>
              </a:prstGeom>
              <a:blipFill>
                <a:blip r:embed="rId16"/>
                <a:stretch>
                  <a:fillRect r="-1333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C20085DA-769B-45C8-84A6-254D3584549F}"/>
              </a:ext>
            </a:extLst>
          </p:cNvPr>
          <p:cNvCxnSpPr>
            <a:stCxn id="322" idx="2"/>
            <a:endCxn id="323" idx="0"/>
          </p:cNvCxnSpPr>
          <p:nvPr/>
        </p:nvCxnSpPr>
        <p:spPr>
          <a:xfrm rot="10800000" flipH="1">
            <a:off x="7411385" y="2277710"/>
            <a:ext cx="775311" cy="864645"/>
          </a:xfrm>
          <a:prstGeom prst="bentConnector3">
            <a:avLst>
              <a:gd name="adj1" fmla="val 590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DD7C9F1C-E05B-4887-9957-4D0F0BF745D2}"/>
              </a:ext>
            </a:extLst>
          </p:cNvPr>
          <p:cNvCxnSpPr>
            <a:cxnSpLocks/>
            <a:stCxn id="276" idx="2"/>
            <a:endCxn id="323" idx="0"/>
          </p:cNvCxnSpPr>
          <p:nvPr/>
        </p:nvCxnSpPr>
        <p:spPr>
          <a:xfrm>
            <a:off x="7717335" y="1463837"/>
            <a:ext cx="469362" cy="813873"/>
          </a:xfrm>
          <a:prstGeom prst="bentConnector3">
            <a:avLst>
              <a:gd name="adj1" fmla="val 324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3B1FBC4-93DF-4F2C-8B53-C0862C2F0E59}"/>
              </a:ext>
            </a:extLst>
          </p:cNvPr>
          <p:cNvGrpSpPr/>
          <p:nvPr/>
        </p:nvGrpSpPr>
        <p:grpSpPr>
          <a:xfrm>
            <a:off x="657443" y="2084508"/>
            <a:ext cx="300082" cy="369332"/>
            <a:chOff x="-1569749" y="2883288"/>
            <a:chExt cx="300082" cy="369332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D996F01-9B0C-49CD-80AA-790104FA4575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9E767B-249F-4E9A-BD21-DD3B9F73CD21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01A53FC-DD41-4271-9738-7DD5A291DD66}"/>
              </a:ext>
            </a:extLst>
          </p:cNvPr>
          <p:cNvGrpSpPr/>
          <p:nvPr/>
        </p:nvGrpSpPr>
        <p:grpSpPr>
          <a:xfrm>
            <a:off x="1880009" y="2094992"/>
            <a:ext cx="300082" cy="369332"/>
            <a:chOff x="-1569750" y="2883289"/>
            <a:chExt cx="300082" cy="36933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BD6D86-668C-44D0-A39F-F8CE70BF4E1A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A90C69-6EE1-4695-90C3-0FE2E8E900B7}"/>
                </a:ext>
              </a:extLst>
            </p:cNvPr>
            <p:cNvSpPr txBox="1"/>
            <p:nvPr/>
          </p:nvSpPr>
          <p:spPr>
            <a:xfrm>
              <a:off x="-1569750" y="28832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561AB2C-65A6-48E1-9434-BD605D38B93F}"/>
              </a:ext>
            </a:extLst>
          </p:cNvPr>
          <p:cNvCxnSpPr>
            <a:cxnSpLocks/>
            <a:stCxn id="299" idx="2"/>
            <a:endCxn id="128" idx="0"/>
          </p:cNvCxnSpPr>
          <p:nvPr/>
        </p:nvCxnSpPr>
        <p:spPr>
          <a:xfrm rot="16200000">
            <a:off x="2657417" y="2220324"/>
            <a:ext cx="0" cy="143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0662733-FDDB-4D1F-881D-5FDCDD4BDB8D}"/>
              </a:ext>
            </a:extLst>
          </p:cNvPr>
          <p:cNvGrpSpPr/>
          <p:nvPr/>
        </p:nvGrpSpPr>
        <p:grpSpPr>
          <a:xfrm>
            <a:off x="7725627" y="2090836"/>
            <a:ext cx="300082" cy="369332"/>
            <a:chOff x="-1569749" y="2883288"/>
            <a:chExt cx="300082" cy="369332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310309A-145D-4C8E-A416-6A384776A516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B58AD4C-CC49-4ECC-A30D-A918FAC83C3F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9428A36-9A65-48D3-8EB5-686BA8C2A035}"/>
              </a:ext>
            </a:extLst>
          </p:cNvPr>
          <p:cNvCxnSpPr>
            <a:stCxn id="300" idx="2"/>
            <a:endCxn id="263" idx="0"/>
          </p:cNvCxnSpPr>
          <p:nvPr/>
        </p:nvCxnSpPr>
        <p:spPr>
          <a:xfrm rot="16200000">
            <a:off x="3069793" y="2258261"/>
            <a:ext cx="1" cy="75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0BDC4B5-241B-465B-B13F-C802C3FC2473}"/>
              </a:ext>
            </a:extLst>
          </p:cNvPr>
          <p:cNvCxnSpPr>
            <a:stCxn id="263" idx="2"/>
            <a:endCxn id="302" idx="0"/>
          </p:cNvCxnSpPr>
          <p:nvPr/>
        </p:nvCxnSpPr>
        <p:spPr>
          <a:xfrm rot="16200000">
            <a:off x="3408520" y="2256246"/>
            <a:ext cx="755" cy="79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939D6209-BAE2-4BE8-A583-A20F2EB63138}"/>
              </a:ext>
            </a:extLst>
          </p:cNvPr>
          <p:cNvCxnSpPr>
            <a:stCxn id="302" idx="2"/>
            <a:endCxn id="264" idx="0"/>
          </p:cNvCxnSpPr>
          <p:nvPr/>
        </p:nvCxnSpPr>
        <p:spPr>
          <a:xfrm rot="16200000" flipH="1">
            <a:off x="3748543" y="2256964"/>
            <a:ext cx="756" cy="77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847C829-6B2F-47BC-9F19-16F9960AA2A0}"/>
              </a:ext>
            </a:extLst>
          </p:cNvPr>
          <p:cNvCxnSpPr>
            <a:stCxn id="264" idx="2"/>
            <a:endCxn id="303" idx="0"/>
          </p:cNvCxnSpPr>
          <p:nvPr/>
        </p:nvCxnSpPr>
        <p:spPr>
          <a:xfrm rot="16200000" flipH="1">
            <a:off x="4089361" y="2256208"/>
            <a:ext cx="1" cy="79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E02CD6E-FABF-4CEE-BC2B-87078FD35CFF}"/>
              </a:ext>
            </a:extLst>
          </p:cNvPr>
          <p:cNvCxnSpPr>
            <a:stCxn id="303" idx="2"/>
            <a:endCxn id="265" idx="0"/>
          </p:cNvCxnSpPr>
          <p:nvPr/>
        </p:nvCxnSpPr>
        <p:spPr>
          <a:xfrm rot="16200000">
            <a:off x="4428187" y="2257145"/>
            <a:ext cx="1814" cy="76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58316FB-8E65-478B-AFC9-7BC158348274}"/>
              </a:ext>
            </a:extLst>
          </p:cNvPr>
          <p:cNvCxnSpPr>
            <a:stCxn id="265" idx="2"/>
            <a:endCxn id="304" idx="0"/>
          </p:cNvCxnSpPr>
          <p:nvPr/>
        </p:nvCxnSpPr>
        <p:spPr>
          <a:xfrm rot="16200000" flipH="1">
            <a:off x="4767107" y="2256113"/>
            <a:ext cx="1812" cy="783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C3E5F3E-DBF1-4A9A-B95E-C012C2A15E3F}"/>
              </a:ext>
            </a:extLst>
          </p:cNvPr>
          <p:cNvCxnSpPr>
            <a:stCxn id="304" idx="2"/>
            <a:endCxn id="266" idx="0"/>
          </p:cNvCxnSpPr>
          <p:nvPr/>
        </p:nvCxnSpPr>
        <p:spPr>
          <a:xfrm rot="16200000">
            <a:off x="5107701" y="2257280"/>
            <a:ext cx="0" cy="77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F348368A-62EE-42FF-AFC3-D15954BF6FC7}"/>
              </a:ext>
            </a:extLst>
          </p:cNvPr>
          <p:cNvCxnSpPr>
            <a:stCxn id="266" idx="2"/>
            <a:endCxn id="305" idx="0"/>
          </p:cNvCxnSpPr>
          <p:nvPr/>
        </p:nvCxnSpPr>
        <p:spPr>
          <a:xfrm rot="16200000" flipH="1">
            <a:off x="5447126" y="2257281"/>
            <a:ext cx="2" cy="77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01003B88-CF9F-49F5-B64A-14D528896BAB}"/>
              </a:ext>
            </a:extLst>
          </p:cNvPr>
          <p:cNvCxnSpPr>
            <a:stCxn id="305" idx="2"/>
            <a:endCxn id="306" idx="0"/>
          </p:cNvCxnSpPr>
          <p:nvPr/>
        </p:nvCxnSpPr>
        <p:spPr>
          <a:xfrm rot="16200000" flipH="1">
            <a:off x="5782959" y="2260877"/>
            <a:ext cx="443" cy="71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60F82D-A5D9-44A6-9892-06AC69AF3363}"/>
              </a:ext>
            </a:extLst>
          </p:cNvPr>
          <p:cNvCxnSpPr>
            <a:stCxn id="306" idx="2"/>
            <a:endCxn id="307" idx="0"/>
          </p:cNvCxnSpPr>
          <p:nvPr/>
        </p:nvCxnSpPr>
        <p:spPr>
          <a:xfrm rot="16200000">
            <a:off x="6120030" y="2256487"/>
            <a:ext cx="443" cy="79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56CF3243-FB77-4BD8-B5DD-7D5F31C3ADFD}"/>
              </a:ext>
            </a:extLst>
          </p:cNvPr>
          <p:cNvCxnSpPr>
            <a:stCxn id="307" idx="2"/>
            <a:endCxn id="310" idx="0"/>
          </p:cNvCxnSpPr>
          <p:nvPr/>
        </p:nvCxnSpPr>
        <p:spPr>
          <a:xfrm rot="16200000">
            <a:off x="6461096" y="2256879"/>
            <a:ext cx="2" cy="78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4B9D038-E722-45DB-9EBF-A3D7FA170381}"/>
              </a:ext>
            </a:extLst>
          </p:cNvPr>
          <p:cNvCxnSpPr>
            <a:stCxn id="323" idx="2"/>
            <a:endCxn id="208" idx="0"/>
          </p:cNvCxnSpPr>
          <p:nvPr/>
        </p:nvCxnSpPr>
        <p:spPr>
          <a:xfrm rot="16200000">
            <a:off x="8484529" y="2241488"/>
            <a:ext cx="0" cy="72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09343ED-050B-4B14-B0BB-EA83363852B1}"/>
              </a:ext>
            </a:extLst>
          </p:cNvPr>
          <p:cNvCxnSpPr>
            <a:stCxn id="208" idx="2"/>
            <a:endCxn id="217" idx="0"/>
          </p:cNvCxnSpPr>
          <p:nvPr/>
        </p:nvCxnSpPr>
        <p:spPr>
          <a:xfrm rot="16200000">
            <a:off x="8820750" y="2237113"/>
            <a:ext cx="2208" cy="78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F121CC1-C1E9-49DE-B617-289CAA53790C}"/>
              </a:ext>
            </a:extLst>
          </p:cNvPr>
          <p:cNvCxnSpPr>
            <a:stCxn id="217" idx="2"/>
            <a:endCxn id="280" idx="0"/>
          </p:cNvCxnSpPr>
          <p:nvPr/>
        </p:nvCxnSpPr>
        <p:spPr>
          <a:xfrm rot="16200000" flipH="1">
            <a:off x="9162155" y="2236305"/>
            <a:ext cx="470" cy="78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F58105D-C410-4AA8-8D70-9DEC0D57ED2A}"/>
              </a:ext>
            </a:extLst>
          </p:cNvPr>
          <p:cNvCxnSpPr>
            <a:stCxn id="280" idx="2"/>
            <a:endCxn id="218" idx="0"/>
          </p:cNvCxnSpPr>
          <p:nvPr/>
        </p:nvCxnSpPr>
        <p:spPr>
          <a:xfrm rot="16200000">
            <a:off x="9502746" y="2236423"/>
            <a:ext cx="235" cy="78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90A8D391-2CBE-48C5-ADD1-DE974BDAFE1F}"/>
              </a:ext>
            </a:extLst>
          </p:cNvPr>
          <p:cNvCxnSpPr>
            <a:stCxn id="218" idx="2"/>
            <a:endCxn id="279" idx="0"/>
          </p:cNvCxnSpPr>
          <p:nvPr/>
        </p:nvCxnSpPr>
        <p:spPr>
          <a:xfrm rot="16200000">
            <a:off x="9841162" y="2236047"/>
            <a:ext cx="2434" cy="76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F1EC8F3-F21C-4100-AA28-F6FF31829309}"/>
              </a:ext>
            </a:extLst>
          </p:cNvPr>
          <p:cNvCxnSpPr>
            <a:stCxn id="279" idx="2"/>
            <a:endCxn id="219" idx="0"/>
          </p:cNvCxnSpPr>
          <p:nvPr/>
        </p:nvCxnSpPr>
        <p:spPr>
          <a:xfrm rot="16200000">
            <a:off x="10180374" y="2234076"/>
            <a:ext cx="1315" cy="77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ACA8FCED-DE6C-47DD-B6AD-0FA3D89D38EF}"/>
              </a:ext>
            </a:extLst>
          </p:cNvPr>
          <p:cNvCxnSpPr>
            <a:stCxn id="219" idx="2"/>
            <a:endCxn id="242" idx="1"/>
          </p:cNvCxnSpPr>
          <p:nvPr/>
        </p:nvCxnSpPr>
        <p:spPr>
          <a:xfrm rot="16200000" flipH="1">
            <a:off x="10556378" y="2196821"/>
            <a:ext cx="3750" cy="154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F53E6B-7CE7-41BE-9969-0BD6E27FD20A}"/>
              </a:ext>
            </a:extLst>
          </p:cNvPr>
          <p:cNvGrpSpPr/>
          <p:nvPr/>
        </p:nvGrpSpPr>
        <p:grpSpPr>
          <a:xfrm>
            <a:off x="1944209" y="4816758"/>
            <a:ext cx="1267070" cy="2631084"/>
            <a:chOff x="5068789" y="4038276"/>
            <a:chExt cx="1267070" cy="26310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/>
                <p:nvPr/>
              </p:nvSpPr>
              <p:spPr>
                <a:xfrm>
                  <a:off x="5144390" y="4352012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9B4C2410-FD52-4160-AE6C-7ED0E0EEA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4390" y="4352012"/>
                  <a:ext cx="1113501" cy="261610"/>
                </a:xfrm>
                <a:prstGeom prst="rect">
                  <a:avLst/>
                </a:prstGeom>
                <a:blipFill>
                  <a:blip r:embed="rId21"/>
                  <a:stretch>
                    <a:fillRect r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683D0929-9600-4C43-84C7-097D766EBCA2}"/>
                </a:ext>
              </a:extLst>
            </p:cNvPr>
            <p:cNvSpPr txBox="1"/>
            <p:nvPr/>
          </p:nvSpPr>
          <p:spPr>
            <a:xfrm>
              <a:off x="5139906" y="4692088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/>
                <p:nvPr/>
              </p:nvSpPr>
              <p:spPr>
                <a:xfrm>
                  <a:off x="5146966" y="5029036"/>
                  <a:ext cx="1113501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3205452E-3EE2-4A14-BD20-019158371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966" y="5029036"/>
                  <a:ext cx="1113501" cy="261610"/>
                </a:xfrm>
                <a:prstGeom prst="rect">
                  <a:avLst/>
                </a:prstGeom>
                <a:blipFill>
                  <a:blip r:embed="rId22"/>
                  <a:stretch>
                    <a:fillRect r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/>
                <p:nvPr/>
              </p:nvSpPr>
              <p:spPr>
                <a:xfrm>
                  <a:off x="5143884" y="5702272"/>
                  <a:ext cx="1120274" cy="26161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 (</a:t>
                  </a:r>
                  <a:r>
                    <a:rPr 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182CE247-70B5-46C0-8004-259BC8195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3884" y="5702272"/>
                  <a:ext cx="1120274" cy="261610"/>
                </a:xfrm>
                <a:prstGeom prst="rect">
                  <a:avLst/>
                </a:prstGeom>
                <a:blipFill>
                  <a:blip r:embed="rId23"/>
                  <a:stretch>
                    <a:fillRect r="-13333"/>
                  </a:stretch>
                </a:blip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8A56650C-E5E7-48BD-826F-51DAD391A7A6}"/>
                </a:ext>
              </a:extLst>
            </p:cNvPr>
            <p:cNvSpPr/>
            <p:nvPr/>
          </p:nvSpPr>
          <p:spPr>
            <a:xfrm>
              <a:off x="5068789" y="4315457"/>
              <a:ext cx="1267070" cy="23539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559945FA-A30C-4F06-BDC5-3E527D703437}"/>
                </a:ext>
              </a:extLst>
            </p:cNvPr>
            <p:cNvSpPr txBox="1"/>
            <p:nvPr/>
          </p:nvSpPr>
          <p:spPr>
            <a:xfrm>
              <a:off x="5140663" y="5367512"/>
              <a:ext cx="1126108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567D1C2-3E96-4A58-9BC5-F820CA320B32}"/>
                </a:ext>
              </a:extLst>
            </p:cNvPr>
            <p:cNvSpPr txBox="1"/>
            <p:nvPr/>
          </p:nvSpPr>
          <p:spPr>
            <a:xfrm>
              <a:off x="5133705" y="6042508"/>
              <a:ext cx="1138395" cy="26161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PReLU(1)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2913656-48DA-49CB-9883-FD8BDBF68F08}"/>
                </a:ext>
              </a:extLst>
            </p:cNvPr>
            <p:cNvSpPr txBox="1"/>
            <p:nvPr/>
          </p:nvSpPr>
          <p:spPr>
            <a:xfrm>
              <a:off x="5135210" y="6374078"/>
              <a:ext cx="1133592" cy="2616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</a:t>
              </a:r>
              <a:r>
                <a:rPr lang="en-US" sz="11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0.01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637428-401C-4D9D-953E-044F26A84DA2}"/>
                </a:ext>
              </a:extLst>
            </p:cNvPr>
            <p:cNvSpPr/>
            <p:nvPr/>
          </p:nvSpPr>
          <p:spPr>
            <a:xfrm>
              <a:off x="5289915" y="4038276"/>
              <a:ext cx="82747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ECS-Block</a:t>
              </a:r>
              <a:endParaRPr lang="en-US" sz="11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9F9FB8E-8DD5-4661-A6D2-9A4EF25C35AE}"/>
                </a:ext>
              </a:extLst>
            </p:cNvPr>
            <p:cNvCxnSpPr>
              <a:stCxn id="283" idx="2"/>
              <a:endCxn id="285" idx="0"/>
            </p:cNvCxnSpPr>
            <p:nvPr/>
          </p:nvCxnSpPr>
          <p:spPr>
            <a:xfrm>
              <a:off x="5701141" y="4613622"/>
              <a:ext cx="1819" cy="78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3D3EC82-89F5-4CD8-A8B3-210194952593}"/>
                </a:ext>
              </a:extLst>
            </p:cNvPr>
            <p:cNvCxnSpPr>
              <a:stCxn id="285" idx="2"/>
              <a:endCxn id="287" idx="0"/>
            </p:cNvCxnSpPr>
            <p:nvPr/>
          </p:nvCxnSpPr>
          <p:spPr>
            <a:xfrm>
              <a:off x="5702960" y="4953698"/>
              <a:ext cx="757" cy="753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8AED75A-B0B3-4B0E-AE18-DB0E60BA8A62}"/>
                </a:ext>
              </a:extLst>
            </p:cNvPr>
            <p:cNvCxnSpPr>
              <a:stCxn id="287" idx="2"/>
              <a:endCxn id="291" idx="0"/>
            </p:cNvCxnSpPr>
            <p:nvPr/>
          </p:nvCxnSpPr>
          <p:spPr>
            <a:xfrm>
              <a:off x="5703717" y="5290646"/>
              <a:ext cx="0" cy="768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22DD08-86A6-4E47-ADB0-8A689DA295D0}"/>
                </a:ext>
              </a:extLst>
            </p:cNvPr>
            <p:cNvCxnSpPr>
              <a:stCxn id="291" idx="2"/>
              <a:endCxn id="288" idx="0"/>
            </p:cNvCxnSpPr>
            <p:nvPr/>
          </p:nvCxnSpPr>
          <p:spPr>
            <a:xfrm>
              <a:off x="5703717" y="5629122"/>
              <a:ext cx="304" cy="731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DE833B-59B2-42FB-9151-A2C334CC247E}"/>
                </a:ext>
              </a:extLst>
            </p:cNvPr>
            <p:cNvCxnSpPr>
              <a:stCxn id="288" idx="2"/>
              <a:endCxn id="292" idx="0"/>
            </p:cNvCxnSpPr>
            <p:nvPr/>
          </p:nvCxnSpPr>
          <p:spPr>
            <a:xfrm flipH="1">
              <a:off x="5702903" y="5963882"/>
              <a:ext cx="1118" cy="786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18A6DBC-3CB9-4C34-8BA7-37F2422C26BD}"/>
                </a:ext>
              </a:extLst>
            </p:cNvPr>
            <p:cNvCxnSpPr>
              <a:stCxn id="292" idx="2"/>
              <a:endCxn id="293" idx="0"/>
            </p:cNvCxnSpPr>
            <p:nvPr/>
          </p:nvCxnSpPr>
          <p:spPr>
            <a:xfrm flipH="1">
              <a:off x="5702006" y="6304118"/>
              <a:ext cx="897" cy="699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6BE7AA-7EFE-784A-827D-513B5750CBFE}"/>
              </a:ext>
            </a:extLst>
          </p:cNvPr>
          <p:cNvGrpSpPr/>
          <p:nvPr/>
        </p:nvGrpSpPr>
        <p:grpSpPr>
          <a:xfrm>
            <a:off x="-1605349" y="5068850"/>
            <a:ext cx="282450" cy="369332"/>
            <a:chOff x="-1568635" y="2865354"/>
            <a:chExt cx="282450" cy="369332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8A41737-D5B0-54F7-093F-F93C33678CD2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B263FFA-30D8-9720-AE25-7E42305E868E}"/>
                </a:ext>
              </a:extLst>
            </p:cNvPr>
            <p:cNvSpPr txBox="1"/>
            <p:nvPr/>
          </p:nvSpPr>
          <p:spPr>
            <a:xfrm>
              <a:off x="-1568635" y="2865354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3A8F8CC-737E-F6C0-252E-DF7BA4968C42}"/>
              </a:ext>
            </a:extLst>
          </p:cNvPr>
          <p:cNvGrpSpPr/>
          <p:nvPr/>
        </p:nvGrpSpPr>
        <p:grpSpPr>
          <a:xfrm>
            <a:off x="-1589199" y="5590464"/>
            <a:ext cx="300082" cy="369332"/>
            <a:chOff x="-1569749" y="2883288"/>
            <a:chExt cx="300082" cy="369332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B07DC33-E236-FD62-90F3-8E11093E039A}"/>
                </a:ext>
              </a:extLst>
            </p:cNvPr>
            <p:cNvSpPr/>
            <p:nvPr/>
          </p:nvSpPr>
          <p:spPr>
            <a:xfrm>
              <a:off x="-1549535" y="2944810"/>
              <a:ext cx="259654" cy="2596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50E035B-FBE4-3F5B-0B7F-94DCC6751766}"/>
                </a:ext>
              </a:extLst>
            </p:cNvPr>
            <p:cNvSpPr txBox="1"/>
            <p:nvPr/>
          </p:nvSpPr>
          <p:spPr>
            <a:xfrm>
              <a:off x="-1569749" y="28832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530D80-B0A7-99B0-64CF-E5E11351F1F1}"/>
              </a:ext>
            </a:extLst>
          </p:cNvPr>
          <p:cNvSpPr txBox="1"/>
          <p:nvPr/>
        </p:nvSpPr>
        <p:spPr>
          <a:xfrm>
            <a:off x="-1268132" y="5068850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concatenate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3993EF3-EAD6-F24E-E841-945E3B6C0295}"/>
              </a:ext>
            </a:extLst>
          </p:cNvPr>
          <p:cNvSpPr txBox="1"/>
          <p:nvPr/>
        </p:nvSpPr>
        <p:spPr>
          <a:xfrm>
            <a:off x="-1247176" y="5570063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summation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FBAD80-AC30-3ED4-CF1E-CF20EF3C89D4}"/>
                  </a:ext>
                </a:extLst>
              </p:cNvPr>
              <p:cNvSpPr txBox="1"/>
              <p:nvPr/>
            </p:nvSpPr>
            <p:spPr>
              <a:xfrm>
                <a:off x="-1521713" y="6197699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2</a:t>
                </a: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FBAD80-AC30-3ED4-CF1E-CF20EF3C8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1713" y="6197699"/>
                <a:ext cx="165110" cy="161583"/>
              </a:xfrm>
              <a:prstGeom prst="rect">
                <a:avLst/>
              </a:prstGeom>
              <a:blipFill>
                <a:blip r:embed="rId24"/>
                <a:stretch>
                  <a:fillRect l="-14286" t="-30769" r="-50000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C47CBE37-4511-A95E-7EC2-21ED8006D30D}"/>
              </a:ext>
            </a:extLst>
          </p:cNvPr>
          <p:cNvSpPr txBox="1"/>
          <p:nvPr/>
        </p:nvSpPr>
        <p:spPr>
          <a:xfrm>
            <a:off x="-1238583" y="6063307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repeat two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71016F8-243F-020B-2C2E-7D7F5A42B48A}"/>
                  </a:ext>
                </a:extLst>
              </p:cNvPr>
              <p:cNvSpPr txBox="1"/>
              <p:nvPr/>
            </p:nvSpPr>
            <p:spPr>
              <a:xfrm>
                <a:off x="-1521713" y="6579171"/>
                <a:ext cx="16511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050" b="1" dirty="0"/>
                  <a:t>3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71016F8-243F-020B-2C2E-7D7F5A42B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1713" y="6579171"/>
                <a:ext cx="165110" cy="161583"/>
              </a:xfrm>
              <a:prstGeom prst="rect">
                <a:avLst/>
              </a:prstGeom>
              <a:blipFill>
                <a:blip r:embed="rId25"/>
                <a:stretch>
                  <a:fillRect l="-14286" t="-21429" r="-50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78C28475-572D-1DA9-FACB-F5905FE65C71}"/>
              </a:ext>
            </a:extLst>
          </p:cNvPr>
          <p:cNvSpPr txBox="1"/>
          <p:nvPr/>
        </p:nvSpPr>
        <p:spPr>
          <a:xfrm>
            <a:off x="-1238583" y="6475296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repeat three times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6D13B9-1B5F-18DB-1CC8-F24DAC6C987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10" y="4768939"/>
            <a:ext cx="4876800" cy="3327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6A4955-9746-8CC6-F5B3-C03E609914AF}"/>
              </a:ext>
            </a:extLst>
          </p:cNvPr>
          <p:cNvSpPr txBox="1"/>
          <p:nvPr/>
        </p:nvSpPr>
        <p:spPr>
          <a:xfrm>
            <a:off x="-1745599" y="18864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9FFC2B6-17E5-1A1B-4947-181DFB7EF00D}"/>
              </a:ext>
            </a:extLst>
          </p:cNvPr>
          <p:cNvSpPr txBox="1"/>
          <p:nvPr/>
        </p:nvSpPr>
        <p:spPr>
          <a:xfrm>
            <a:off x="1327192" y="4393495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9C3F1AD-7297-D47B-93D2-3D0A0797EA19}"/>
              </a:ext>
            </a:extLst>
          </p:cNvPr>
          <p:cNvSpPr txBox="1"/>
          <p:nvPr/>
        </p:nvSpPr>
        <p:spPr>
          <a:xfrm>
            <a:off x="5275431" y="4316528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434143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0EB1C6-7945-F649-944A-A222A88AF668}"/>
              </a:ext>
            </a:extLst>
          </p:cNvPr>
          <p:cNvSpPr/>
          <p:nvPr/>
        </p:nvSpPr>
        <p:spPr>
          <a:xfrm>
            <a:off x="2976002" y="6049686"/>
            <a:ext cx="1932635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588C95-D634-174E-9693-AD63AF64DBD3}"/>
              </a:ext>
            </a:extLst>
          </p:cNvPr>
          <p:cNvSpPr/>
          <p:nvPr/>
        </p:nvSpPr>
        <p:spPr>
          <a:xfrm>
            <a:off x="3046702" y="1597887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4A015-BAB7-CE4F-A287-8F5D5BF2919B}"/>
              </a:ext>
            </a:extLst>
          </p:cNvPr>
          <p:cNvSpPr/>
          <p:nvPr/>
        </p:nvSpPr>
        <p:spPr>
          <a:xfrm>
            <a:off x="3046702" y="3512608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A1AB4-EC19-C14E-8EB6-5445D4E7C45E}"/>
              </a:ext>
            </a:extLst>
          </p:cNvPr>
          <p:cNvSpPr txBox="1"/>
          <p:nvPr/>
        </p:nvSpPr>
        <p:spPr>
          <a:xfrm>
            <a:off x="8104123" y="1363063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G-Block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73EF8-C3EF-E64A-8DAF-630908E1FF99}"/>
              </a:ext>
            </a:extLst>
          </p:cNvPr>
          <p:cNvSpPr txBox="1"/>
          <p:nvPr/>
        </p:nvSpPr>
        <p:spPr>
          <a:xfrm>
            <a:off x="3343903" y="5135528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9500-4681-5D40-972F-62F9BF9770E3}"/>
              </a:ext>
            </a:extLst>
          </p:cNvPr>
          <p:cNvSpPr txBox="1"/>
          <p:nvPr/>
        </p:nvSpPr>
        <p:spPr>
          <a:xfrm>
            <a:off x="471575" y="476672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 (4096)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7517C50-A645-5646-AB80-902213A0E74C}"/>
              </a:ext>
            </a:extLst>
          </p:cNvPr>
          <p:cNvCxnSpPr>
            <a:cxnSpLocks/>
            <a:stCxn id="21" idx="3"/>
            <a:endCxn id="71" idx="0"/>
          </p:cNvCxnSpPr>
          <p:nvPr/>
        </p:nvCxnSpPr>
        <p:spPr>
          <a:xfrm flipV="1">
            <a:off x="4801586" y="900446"/>
            <a:ext cx="1662249" cy="1502491"/>
          </a:xfrm>
          <a:prstGeom prst="bentConnector4">
            <a:avLst>
              <a:gd name="adj1" fmla="val 20873"/>
              <a:gd name="adj2" fmla="val 1152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77C0252-4395-384E-BBF0-01B4B4493EB9}"/>
              </a:ext>
            </a:extLst>
          </p:cNvPr>
          <p:cNvCxnSpPr>
            <a:cxnSpLocks/>
            <a:stCxn id="23" idx="3"/>
            <a:endCxn id="71" idx="0"/>
          </p:cNvCxnSpPr>
          <p:nvPr/>
        </p:nvCxnSpPr>
        <p:spPr>
          <a:xfrm flipV="1">
            <a:off x="4801586" y="900446"/>
            <a:ext cx="1662249" cy="3417212"/>
          </a:xfrm>
          <a:prstGeom prst="bentConnector4">
            <a:avLst>
              <a:gd name="adj1" fmla="val 20873"/>
              <a:gd name="adj2" fmla="val 10669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BF1252-1812-DE4D-9AA0-B1EA3EA1BDF2}"/>
              </a:ext>
            </a:extLst>
          </p:cNvPr>
          <p:cNvCxnSpPr>
            <a:cxnSpLocks/>
            <a:stCxn id="3" idx="2"/>
            <a:endCxn id="45" idx="0"/>
          </p:cNvCxnSpPr>
          <p:nvPr/>
        </p:nvCxnSpPr>
        <p:spPr>
          <a:xfrm>
            <a:off x="1435877" y="738282"/>
            <a:ext cx="0" cy="292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DD8FC60-6BEA-AF44-877D-CBCC24A6F99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>
            <a:off x="1631754" y="4046897"/>
            <a:ext cx="1380882" cy="3240250"/>
          </a:xfrm>
          <a:prstGeom prst="bentConnector4">
            <a:avLst>
              <a:gd name="adj1" fmla="val -16555"/>
              <a:gd name="adj2" fmla="val 100186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9B43036-314E-C74F-986E-232C76D91F60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 flipV="1">
            <a:off x="5109645" y="4505488"/>
            <a:ext cx="684650" cy="3019300"/>
          </a:xfrm>
          <a:prstGeom prst="bentConnector4">
            <a:avLst>
              <a:gd name="adj1" fmla="val -33389"/>
              <a:gd name="adj2" fmla="val 9989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E6269C-CEBC-3842-985B-2AEEC441C98B}"/>
              </a:ext>
            </a:extLst>
          </p:cNvPr>
          <p:cNvSpPr txBox="1"/>
          <p:nvPr/>
        </p:nvSpPr>
        <p:spPr>
          <a:xfrm>
            <a:off x="5311914" y="6272356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68E1253-B3B7-6C40-89A8-6B9D268BFA50}"/>
              </a:ext>
            </a:extLst>
          </p:cNvPr>
          <p:cNvCxnSpPr>
            <a:cxnSpLocks/>
            <a:stCxn id="59" idx="2"/>
            <a:endCxn id="21" idx="1"/>
          </p:cNvCxnSpPr>
          <p:nvPr/>
        </p:nvCxnSpPr>
        <p:spPr>
          <a:xfrm rot="5400000" flipH="1" flipV="1">
            <a:off x="954262" y="2884551"/>
            <a:ext cx="2574053" cy="1610825"/>
          </a:xfrm>
          <a:prstGeom prst="bentConnector4">
            <a:avLst>
              <a:gd name="adj1" fmla="val -8881"/>
              <a:gd name="adj2" fmla="val 7993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8A81BEA-B3BA-D08F-48CC-F436D5D4058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43" y="3610048"/>
            <a:ext cx="868680" cy="8686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321F42-76E5-BCA4-813B-9D0B4225811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82" y="3755477"/>
            <a:ext cx="868680" cy="8686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1425339-50E3-7E59-8AAC-72EE8C38F26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19" y="3872924"/>
            <a:ext cx="868680" cy="868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EDC461-8080-E90D-CBAB-34CA3AEDEBEC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22" y="4018773"/>
            <a:ext cx="868680" cy="8686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75198C-0EFE-CDB8-F1FB-9788B753EF3E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35" y="4125238"/>
            <a:ext cx="868680" cy="8686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DACB205-EAC5-B1D6-97D1-34479C71732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78" y="1686834"/>
            <a:ext cx="867746" cy="86774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70F5935-CE0D-EB56-6C53-CF82FF3F91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583" y="1793299"/>
            <a:ext cx="867746" cy="86774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F72B375-95D5-70F5-14F6-F4705B1D51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032" y="1947090"/>
            <a:ext cx="867746" cy="86774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8940088-A135-05F7-358C-C9C5854377D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25" y="2081164"/>
            <a:ext cx="867746" cy="8677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3770AB5-D445-3B6B-75DE-2B089D2217E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011" y="2274498"/>
            <a:ext cx="867746" cy="867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5BEB39-A3EA-88DD-0795-FD06EDD6D166}"/>
                  </a:ext>
                </a:extLst>
              </p:cNvPr>
              <p:cNvSpPr txBox="1"/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5BEB39-A3EA-88DD-0795-FD06EDD6D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A65B38-65BA-438F-E301-0399F9EC5D74}"/>
                  </a:ext>
                </a:extLst>
              </p:cNvPr>
              <p:cNvSpPr txBox="1"/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A65B38-65BA-438F-E301-0399F9EC5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blipFill>
                <a:blip r:embed="rId1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F5D6FF8-746F-CE47-6F32-277B09A944FD}"/>
              </a:ext>
            </a:extLst>
          </p:cNvPr>
          <p:cNvSpPr txBox="1"/>
          <p:nvPr/>
        </p:nvSpPr>
        <p:spPr>
          <a:xfrm>
            <a:off x="467544" y="136193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C64FA3-64D2-7E2A-76F6-2627C79E0050}"/>
                  </a:ext>
                </a:extLst>
              </p:cNvPr>
              <p:cNvSpPr txBox="1"/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C64FA3-64D2-7E2A-76F6-2627C79E0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blipFill>
                <a:blip r:embed="rId14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713A71-17C4-C47E-46BF-719AAB3FB227}"/>
                  </a:ext>
                </a:extLst>
              </p:cNvPr>
              <p:cNvSpPr txBox="1"/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713A71-17C4-C47E-46BF-719AAB3FB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E3FEAF-9A5B-715E-3CFB-075B31FBB095}"/>
                  </a:ext>
                </a:extLst>
              </p:cNvPr>
              <p:cNvSpPr txBox="1"/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E3FEAF-9A5B-715E-3CFB-075B31FBB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05E923-478A-D9A1-AF56-6FAE26A125C1}"/>
                  </a:ext>
                </a:extLst>
              </p:cNvPr>
              <p:cNvSpPr txBox="1"/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05E923-478A-D9A1-AF56-6FAE26A1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blipFill>
                <a:blip r:embed="rId17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59B2DE-A070-5207-FAA7-1856EF28C0F3}"/>
                  </a:ext>
                </a:extLst>
              </p:cNvPr>
              <p:cNvSpPr txBox="1"/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C59B2DE-A070-5207-FAA7-1856EF28C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blipFill>
                <a:blip r:embed="rId18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7796C277-6E9F-2A58-7B9F-16048114E3C9}"/>
              </a:ext>
            </a:extLst>
          </p:cNvPr>
          <p:cNvSpPr txBox="1"/>
          <p:nvPr/>
        </p:nvSpPr>
        <p:spPr>
          <a:xfrm>
            <a:off x="467544" y="370317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E02E76-A049-0338-84A3-BE7A3D53C900}"/>
              </a:ext>
            </a:extLst>
          </p:cNvPr>
          <p:cNvSpPr txBox="1"/>
          <p:nvPr/>
        </p:nvSpPr>
        <p:spPr>
          <a:xfrm>
            <a:off x="471575" y="4041478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1C4098-47FF-A8C7-D74F-BD7F39DD7EBD}"/>
                  </a:ext>
                </a:extLst>
              </p:cNvPr>
              <p:cNvSpPr txBox="1"/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1C4098-47FF-A8C7-D74F-BD7F39DD7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blipFill>
                <a:blip r:embed="rId19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FDF1CD80-6C84-53BF-2CAF-13CED1AA64CF}"/>
              </a:ext>
            </a:extLst>
          </p:cNvPr>
          <p:cNvSpPr txBox="1"/>
          <p:nvPr/>
        </p:nvSpPr>
        <p:spPr>
          <a:xfrm>
            <a:off x="471575" y="4715380"/>
            <a:ext cx="192860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6F1C686-3B82-B0AB-54BE-DCEC89D1F363}"/>
              </a:ext>
            </a:extLst>
          </p:cNvPr>
          <p:cNvCxnSpPr>
            <a:stCxn id="45" idx="2"/>
            <a:endCxn id="50" idx="0"/>
          </p:cNvCxnSpPr>
          <p:nvPr/>
        </p:nvCxnSpPr>
        <p:spPr>
          <a:xfrm>
            <a:off x="1435877" y="1292861"/>
            <a:ext cx="0" cy="6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41F5A95-A710-E578-D8D6-029897F40CF8}"/>
              </a:ext>
            </a:extLst>
          </p:cNvPr>
          <p:cNvCxnSpPr>
            <a:stCxn id="50" idx="2"/>
            <a:endCxn id="46" idx="0"/>
          </p:cNvCxnSpPr>
          <p:nvPr/>
        </p:nvCxnSpPr>
        <p:spPr>
          <a:xfrm>
            <a:off x="1435877" y="1623546"/>
            <a:ext cx="0" cy="8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4049967-FDBF-0D04-2A4D-74CB59477376}"/>
              </a:ext>
            </a:extLst>
          </p:cNvPr>
          <p:cNvCxnSpPr>
            <a:stCxn id="46" idx="2"/>
            <a:endCxn id="51" idx="0"/>
          </p:cNvCxnSpPr>
          <p:nvPr/>
        </p:nvCxnSpPr>
        <p:spPr>
          <a:xfrm>
            <a:off x="1435877" y="1966455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2F69189-D154-47B9-E81B-D0028D72D292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>
            <a:off x="1435877" y="2308468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ABA2336-C0D8-0356-184F-984242C32E02}"/>
              </a:ext>
            </a:extLst>
          </p:cNvPr>
          <p:cNvCxnSpPr>
            <a:stCxn id="52" idx="2"/>
            <a:endCxn id="53" idx="0"/>
          </p:cNvCxnSpPr>
          <p:nvPr/>
        </p:nvCxnSpPr>
        <p:spPr>
          <a:xfrm>
            <a:off x="1435877" y="2650481"/>
            <a:ext cx="0" cy="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D59FE71-3492-AF8D-8EA0-A7B8088807C5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1435877" y="2983962"/>
            <a:ext cx="0" cy="6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44102F-2F3E-4B31-7DF1-C451D0BCAA94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>
            <a:off x="1435877" y="3312277"/>
            <a:ext cx="0" cy="7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08BDC7-5503-C59A-C26F-BC81819BF274}"/>
              </a:ext>
            </a:extLst>
          </p:cNvPr>
          <p:cNvCxnSpPr>
            <a:stCxn id="55" idx="2"/>
            <a:endCxn id="56" idx="0"/>
          </p:cNvCxnSpPr>
          <p:nvPr/>
        </p:nvCxnSpPr>
        <p:spPr>
          <a:xfrm>
            <a:off x="1435877" y="3649426"/>
            <a:ext cx="0" cy="5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DCC3209-4ECF-0DD1-B44A-86F776A7F1E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1435877" y="3964781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FEB276-704D-E5C2-8AD7-11DEFBCD42E7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435877" y="4303088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D168ED2-5010-022C-604B-9F142931475A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>
            <a:off x="1435877" y="4641395"/>
            <a:ext cx="0" cy="7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36B9B52-6879-F3AE-1250-ED404D538965}"/>
              </a:ext>
            </a:extLst>
          </p:cNvPr>
          <p:cNvSpPr txBox="1"/>
          <p:nvPr/>
        </p:nvSpPr>
        <p:spPr>
          <a:xfrm>
            <a:off x="5495502" y="900446"/>
            <a:ext cx="193666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CF3C04-038F-9ED8-2972-9D92BE82BDB0}"/>
              </a:ext>
            </a:extLst>
          </p:cNvPr>
          <p:cNvSpPr txBox="1"/>
          <p:nvPr/>
        </p:nvSpPr>
        <p:spPr>
          <a:xfrm>
            <a:off x="5495502" y="2287546"/>
            <a:ext cx="19366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3A472C-0818-EE5F-A9CE-69806B894677}"/>
              </a:ext>
            </a:extLst>
          </p:cNvPr>
          <p:cNvSpPr txBox="1"/>
          <p:nvPr/>
        </p:nvSpPr>
        <p:spPr>
          <a:xfrm>
            <a:off x="5495502" y="1940771"/>
            <a:ext cx="193666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63F460-51D1-91AE-3824-BBBFD19F7D12}"/>
                  </a:ext>
                </a:extLst>
              </p:cNvPr>
              <p:cNvSpPr txBox="1"/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C63F460-51D1-91AE-3824-BBBFD19F7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blipFill>
                <a:blip r:embed="rId20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FD326F-1389-FF2B-D879-9D1CCDA34FB8}"/>
                  </a:ext>
                </a:extLst>
              </p:cNvPr>
              <p:cNvSpPr txBox="1"/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FD326F-1389-FF2B-D879-9D1CCDA3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blipFill>
                <a:blip r:embed="rId21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83600CE-A942-7B99-F538-2DC9D26FEE09}"/>
                  </a:ext>
                </a:extLst>
              </p:cNvPr>
              <p:cNvSpPr txBox="1"/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83600CE-A942-7B99-F538-2DC9D26FE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blipFill>
                <a:blip r:embed="rId22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B21431-FBB3-9581-BE40-DABD344E5A1A}"/>
                  </a:ext>
                </a:extLst>
              </p:cNvPr>
              <p:cNvSpPr txBox="1"/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0B21431-FBB3-9581-BE40-DABD344E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blipFill>
                <a:blip r:embed="rId2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86B615-A4DA-7A9D-8854-32F9DDF0B608}"/>
                  </a:ext>
                </a:extLst>
              </p:cNvPr>
              <p:cNvSpPr txBox="1"/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86B615-A4DA-7A9D-8854-32F9DDF0B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blipFill>
                <a:blip r:embed="rId2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C5B3693A-4D36-B078-D743-8099C8668468}"/>
              </a:ext>
            </a:extLst>
          </p:cNvPr>
          <p:cNvSpPr txBox="1"/>
          <p:nvPr/>
        </p:nvSpPr>
        <p:spPr>
          <a:xfrm>
            <a:off x="5495502" y="159399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0C1044-D1B7-0266-B02D-CA11E5E557CD}"/>
                  </a:ext>
                </a:extLst>
              </p:cNvPr>
              <p:cNvSpPr txBox="1"/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0C1044-D1B7-0266-B02D-CA11E5E55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blipFill>
                <a:blip r:embed="rId25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260B1C70-5068-4F01-0F53-CB2EDFF4B0F9}"/>
              </a:ext>
            </a:extLst>
          </p:cNvPr>
          <p:cNvSpPr txBox="1"/>
          <p:nvPr/>
        </p:nvSpPr>
        <p:spPr>
          <a:xfrm>
            <a:off x="5495502" y="4368196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D23652-CF75-CD30-B1FE-8BC93663819F}"/>
              </a:ext>
            </a:extLst>
          </p:cNvPr>
          <p:cNvSpPr txBox="1"/>
          <p:nvPr/>
        </p:nvSpPr>
        <p:spPr>
          <a:xfrm>
            <a:off x="5495502" y="4714971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BC480A-662F-A7C4-C445-122AF96DD7A3}"/>
              </a:ext>
            </a:extLst>
          </p:cNvPr>
          <p:cNvSpPr txBox="1"/>
          <p:nvPr/>
        </p:nvSpPr>
        <p:spPr>
          <a:xfrm>
            <a:off x="5495502" y="506174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E01143-7E56-9D6C-BD7A-F748F613BCC7}"/>
              </a:ext>
            </a:extLst>
          </p:cNvPr>
          <p:cNvSpPr txBox="1"/>
          <p:nvPr/>
        </p:nvSpPr>
        <p:spPr>
          <a:xfrm>
            <a:off x="5495502" y="5408515"/>
            <a:ext cx="193666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816DBF4-F9A9-F6BC-1FE4-C509B21EB5AE}"/>
              </a:ext>
            </a:extLst>
          </p:cNvPr>
          <p:cNvCxnSpPr>
            <a:stCxn id="71" idx="2"/>
            <a:endCxn id="78" idx="0"/>
          </p:cNvCxnSpPr>
          <p:nvPr/>
        </p:nvCxnSpPr>
        <p:spPr>
          <a:xfrm>
            <a:off x="6463835" y="11620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C4F99B5-94FC-7271-3515-1AADF93604CB}"/>
              </a:ext>
            </a:extLst>
          </p:cNvPr>
          <p:cNvCxnSpPr>
            <a:stCxn id="78" idx="2"/>
            <a:endCxn id="79" idx="0"/>
          </p:cNvCxnSpPr>
          <p:nvPr/>
        </p:nvCxnSpPr>
        <p:spPr>
          <a:xfrm>
            <a:off x="6463835" y="15088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8B45AB3-AA18-0026-447B-B7928B2F262D}"/>
              </a:ext>
            </a:extLst>
          </p:cNvPr>
          <p:cNvCxnSpPr>
            <a:stCxn id="79" idx="2"/>
            <a:endCxn id="73" idx="0"/>
          </p:cNvCxnSpPr>
          <p:nvPr/>
        </p:nvCxnSpPr>
        <p:spPr>
          <a:xfrm>
            <a:off x="6463835" y="18556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5FD3994-F708-FF77-E707-AD5650B547CA}"/>
              </a:ext>
            </a:extLst>
          </p:cNvPr>
          <p:cNvCxnSpPr>
            <a:stCxn id="73" idx="2"/>
            <a:endCxn id="72" idx="0"/>
          </p:cNvCxnSpPr>
          <p:nvPr/>
        </p:nvCxnSpPr>
        <p:spPr>
          <a:xfrm>
            <a:off x="6463835" y="22023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89982B2-0129-87BA-B0A8-4BB5885938ED}"/>
              </a:ext>
            </a:extLst>
          </p:cNvPr>
          <p:cNvCxnSpPr>
            <a:stCxn id="72" idx="2"/>
            <a:endCxn id="77" idx="0"/>
          </p:cNvCxnSpPr>
          <p:nvPr/>
        </p:nvCxnSpPr>
        <p:spPr>
          <a:xfrm>
            <a:off x="6463835" y="25491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0DAA29-F941-1FC9-0F57-9210A0F5E9E9}"/>
              </a:ext>
            </a:extLst>
          </p:cNvPr>
          <p:cNvCxnSpPr>
            <a:stCxn id="77" idx="2"/>
            <a:endCxn id="76" idx="0"/>
          </p:cNvCxnSpPr>
          <p:nvPr/>
        </p:nvCxnSpPr>
        <p:spPr>
          <a:xfrm>
            <a:off x="6463835" y="28959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A9C0FC0-4DA9-D709-667A-6548F98AC364}"/>
              </a:ext>
            </a:extLst>
          </p:cNvPr>
          <p:cNvCxnSpPr>
            <a:stCxn id="76" idx="2"/>
            <a:endCxn id="75" idx="0"/>
          </p:cNvCxnSpPr>
          <p:nvPr/>
        </p:nvCxnSpPr>
        <p:spPr>
          <a:xfrm>
            <a:off x="6463835" y="32427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2B1F00-9CC3-7C66-A02B-EE8B6586FA22}"/>
              </a:ext>
            </a:extLst>
          </p:cNvPr>
          <p:cNvCxnSpPr>
            <a:stCxn id="75" idx="2"/>
            <a:endCxn id="74" idx="0"/>
          </p:cNvCxnSpPr>
          <p:nvPr/>
        </p:nvCxnSpPr>
        <p:spPr>
          <a:xfrm>
            <a:off x="6463835" y="35894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46A7DF1-470B-F230-CE6C-593D7D5F4A67}"/>
              </a:ext>
            </a:extLst>
          </p:cNvPr>
          <p:cNvCxnSpPr>
            <a:stCxn id="74" idx="2"/>
            <a:endCxn id="80" idx="0"/>
          </p:cNvCxnSpPr>
          <p:nvPr/>
        </p:nvCxnSpPr>
        <p:spPr>
          <a:xfrm>
            <a:off x="6463835" y="39362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9B521C5-299E-D05E-FCE4-C58C33FA8544}"/>
              </a:ext>
            </a:extLst>
          </p:cNvPr>
          <p:cNvCxnSpPr>
            <a:stCxn id="80" idx="2"/>
            <a:endCxn id="81" idx="0"/>
          </p:cNvCxnSpPr>
          <p:nvPr/>
        </p:nvCxnSpPr>
        <p:spPr>
          <a:xfrm>
            <a:off x="6463835" y="42830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15D5312-A723-5C8F-863A-F0F71C14276F}"/>
              </a:ext>
            </a:extLst>
          </p:cNvPr>
          <p:cNvCxnSpPr>
            <a:stCxn id="81" idx="2"/>
            <a:endCxn id="82" idx="0"/>
          </p:cNvCxnSpPr>
          <p:nvPr/>
        </p:nvCxnSpPr>
        <p:spPr>
          <a:xfrm>
            <a:off x="6463835" y="46298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11E7D00-49D6-5819-3BC5-1B83D9D9F272}"/>
              </a:ext>
            </a:extLst>
          </p:cNvPr>
          <p:cNvCxnSpPr>
            <a:stCxn id="82" idx="2"/>
            <a:endCxn id="83" idx="0"/>
          </p:cNvCxnSpPr>
          <p:nvPr/>
        </p:nvCxnSpPr>
        <p:spPr>
          <a:xfrm>
            <a:off x="6463835" y="49765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ADC33D3-9909-6EB9-7FDB-F67A1FE7238D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6463835" y="5323356"/>
            <a:ext cx="0" cy="8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3B0208-7DDC-98F2-F64C-29F7C8BECBE6}"/>
                  </a:ext>
                </a:extLst>
              </p:cNvPr>
              <p:cNvSpPr txBox="1"/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3B0208-7DDC-98F2-F64C-29F7C8BEC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blipFill>
                <a:blip r:embed="rId26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3D687F6F-5585-C853-6281-8D649624A4E6}"/>
              </a:ext>
            </a:extLst>
          </p:cNvPr>
          <p:cNvSpPr txBox="1"/>
          <p:nvPr/>
        </p:nvSpPr>
        <p:spPr>
          <a:xfrm>
            <a:off x="7891187" y="2477919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05BFD69-DEBE-92C2-489F-B5774517EC93}"/>
              </a:ext>
            </a:extLst>
          </p:cNvPr>
          <p:cNvSpPr txBox="1"/>
          <p:nvPr/>
        </p:nvSpPr>
        <p:spPr>
          <a:xfrm>
            <a:off x="7891190" y="2135187"/>
            <a:ext cx="162897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960A5E-DE24-0B08-A1CB-97362B64B4E4}"/>
              </a:ext>
            </a:extLst>
          </p:cNvPr>
          <p:cNvSpPr txBox="1"/>
          <p:nvPr/>
        </p:nvSpPr>
        <p:spPr>
          <a:xfrm>
            <a:off x="7891187" y="2811015"/>
            <a:ext cx="16289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780D1F8-8207-9EBC-1D71-91E3EFC7A119}"/>
              </a:ext>
            </a:extLst>
          </p:cNvPr>
          <p:cNvCxnSpPr>
            <a:stCxn id="108" idx="2"/>
            <a:endCxn id="110" idx="0"/>
          </p:cNvCxnSpPr>
          <p:nvPr/>
        </p:nvCxnSpPr>
        <p:spPr>
          <a:xfrm>
            <a:off x="8705673" y="2050206"/>
            <a:ext cx="4" cy="84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5A1F86E-48A9-4B3C-C4BB-F73470E8296A}"/>
              </a:ext>
            </a:extLst>
          </p:cNvPr>
          <p:cNvCxnSpPr>
            <a:stCxn id="110" idx="2"/>
            <a:endCxn id="109" idx="0"/>
          </p:cNvCxnSpPr>
          <p:nvPr/>
        </p:nvCxnSpPr>
        <p:spPr>
          <a:xfrm flipH="1">
            <a:off x="8705673" y="2396797"/>
            <a:ext cx="4" cy="8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B62F041-A870-791B-B526-5D70EDCDEEF1}"/>
              </a:ext>
            </a:extLst>
          </p:cNvPr>
          <p:cNvCxnSpPr>
            <a:cxnSpLocks/>
            <a:stCxn id="109" idx="2"/>
            <a:endCxn id="111" idx="0"/>
          </p:cNvCxnSpPr>
          <p:nvPr/>
        </p:nvCxnSpPr>
        <p:spPr>
          <a:xfrm>
            <a:off x="8705673" y="2739529"/>
            <a:ext cx="0" cy="7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0D25A87-46C1-F042-2D52-755EC72C274A}"/>
                  </a:ext>
                </a:extLst>
              </p:cNvPr>
              <p:cNvSpPr txBox="1"/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0D25A87-46C1-F042-2D52-755EC72C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blipFill>
                <a:blip r:embed="rId27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7310468D-4B38-5F64-7372-DCB94D83D966}"/>
              </a:ext>
            </a:extLst>
          </p:cNvPr>
          <p:cNvSpPr txBox="1"/>
          <p:nvPr/>
        </p:nvSpPr>
        <p:spPr>
          <a:xfrm>
            <a:off x="7891184" y="4495152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1BF5681-DE1D-A1D2-0211-2627EEFA8268}"/>
              </a:ext>
            </a:extLst>
          </p:cNvPr>
          <p:cNvSpPr txBox="1"/>
          <p:nvPr/>
        </p:nvSpPr>
        <p:spPr>
          <a:xfrm>
            <a:off x="7891187" y="4152060"/>
            <a:ext cx="162897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7D739F6-7695-ECC8-2EFB-C7A60C7D4438}"/>
              </a:ext>
            </a:extLst>
          </p:cNvPr>
          <p:cNvSpPr txBox="1"/>
          <p:nvPr/>
        </p:nvSpPr>
        <p:spPr>
          <a:xfrm>
            <a:off x="7891184" y="4830778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E840600-EF66-0102-300F-DA91030E1445}"/>
              </a:ext>
            </a:extLst>
          </p:cNvPr>
          <p:cNvSpPr txBox="1"/>
          <p:nvPr/>
        </p:nvSpPr>
        <p:spPr>
          <a:xfrm>
            <a:off x="7891184" y="5148579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A30D021-9AEA-28A2-1390-70974B582881}"/>
              </a:ext>
            </a:extLst>
          </p:cNvPr>
          <p:cNvCxnSpPr>
            <a:stCxn id="115" idx="2"/>
            <a:endCxn id="117" idx="0"/>
          </p:cNvCxnSpPr>
          <p:nvPr/>
        </p:nvCxnSpPr>
        <p:spPr>
          <a:xfrm>
            <a:off x="8705673" y="4083252"/>
            <a:ext cx="1" cy="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52C2597-73EF-BB38-58EF-0E4250A09DF5}"/>
              </a:ext>
            </a:extLst>
          </p:cNvPr>
          <p:cNvCxnSpPr>
            <a:stCxn id="117" idx="2"/>
            <a:endCxn id="116" idx="0"/>
          </p:cNvCxnSpPr>
          <p:nvPr/>
        </p:nvCxnSpPr>
        <p:spPr>
          <a:xfrm flipH="1">
            <a:off x="8705670" y="4413670"/>
            <a:ext cx="4" cy="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B2C0490-E3AA-503D-D7F4-041B3DF7D7EE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>
            <a:off x="8705670" y="4756762"/>
            <a:ext cx="0" cy="7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23B0D3E-1B66-8AFA-3CBC-DDAE760FC7C1}"/>
              </a:ext>
            </a:extLst>
          </p:cNvPr>
          <p:cNvCxnSpPr>
            <a:stCxn id="118" idx="2"/>
            <a:endCxn id="119" idx="0"/>
          </p:cNvCxnSpPr>
          <p:nvPr/>
        </p:nvCxnSpPr>
        <p:spPr>
          <a:xfrm>
            <a:off x="8705670" y="5092388"/>
            <a:ext cx="0" cy="5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99957E9-056A-4DF2-5A52-2655B2343C5B}"/>
              </a:ext>
            </a:extLst>
          </p:cNvPr>
          <p:cNvSpPr/>
          <p:nvPr/>
        </p:nvSpPr>
        <p:spPr>
          <a:xfrm>
            <a:off x="7734835" y="1686834"/>
            <a:ext cx="1944216" cy="1502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5803A755-EDCC-1A2F-03B1-27B7D744BCFE}"/>
              </a:ext>
            </a:extLst>
          </p:cNvPr>
          <p:cNvCxnSpPr>
            <a:cxnSpLocks/>
            <a:stCxn id="84" idx="2"/>
            <a:endCxn id="17" idx="0"/>
          </p:cNvCxnSpPr>
          <p:nvPr/>
        </p:nvCxnSpPr>
        <p:spPr>
          <a:xfrm rot="5400000">
            <a:off x="5013298" y="4599148"/>
            <a:ext cx="379561" cy="25215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DAB9A7DC-6DE2-86FC-1D34-AAA3BE317060}"/>
              </a:ext>
            </a:extLst>
          </p:cNvPr>
          <p:cNvSpPr txBox="1"/>
          <p:nvPr/>
        </p:nvSpPr>
        <p:spPr>
          <a:xfrm>
            <a:off x="1199137" y="6267279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6E34820-9780-BD1B-F792-BA12B9352BD2}"/>
              </a:ext>
            </a:extLst>
          </p:cNvPr>
          <p:cNvSpPr/>
          <p:nvPr/>
        </p:nvSpPr>
        <p:spPr>
          <a:xfrm>
            <a:off x="7734835" y="3739893"/>
            <a:ext cx="1944216" cy="178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4781798-D732-FC49-EC20-531AA490A0AF}"/>
              </a:ext>
            </a:extLst>
          </p:cNvPr>
          <p:cNvSpPr txBox="1"/>
          <p:nvPr/>
        </p:nvSpPr>
        <p:spPr>
          <a:xfrm>
            <a:off x="3310046" y="1236450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8604EEC-CA99-4E16-DEC6-1FA65036195B}"/>
              </a:ext>
            </a:extLst>
          </p:cNvPr>
          <p:cNvSpPr txBox="1"/>
          <p:nvPr/>
        </p:nvSpPr>
        <p:spPr>
          <a:xfrm>
            <a:off x="8104123" y="3462726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D-Block</a:t>
            </a:r>
          </a:p>
        </p:txBody>
      </p:sp>
    </p:spTree>
    <p:extLst>
      <p:ext uri="{BB962C8B-B14F-4D97-AF65-F5344CB8AC3E}">
        <p14:creationId xmlns:p14="http://schemas.microsoft.com/office/powerpoint/2010/main" val="330265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D47151AD-2760-AFD5-7E80-3FA687D81685}"/>
              </a:ext>
            </a:extLst>
          </p:cNvPr>
          <p:cNvSpPr/>
          <p:nvPr/>
        </p:nvSpPr>
        <p:spPr>
          <a:xfrm>
            <a:off x="7769049" y="2530623"/>
            <a:ext cx="921471" cy="279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CBBBE8-493B-C37D-8390-E3C8F82D38FA}"/>
              </a:ext>
            </a:extLst>
          </p:cNvPr>
          <p:cNvSpPr/>
          <p:nvPr/>
        </p:nvSpPr>
        <p:spPr>
          <a:xfrm>
            <a:off x="7684806" y="3166532"/>
            <a:ext cx="921471" cy="279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5F1D38-6949-2BCA-A1E7-E9964D8F300E}"/>
              </a:ext>
            </a:extLst>
          </p:cNvPr>
          <p:cNvSpPr/>
          <p:nvPr/>
        </p:nvSpPr>
        <p:spPr>
          <a:xfrm>
            <a:off x="1932254" y="1476927"/>
            <a:ext cx="921471" cy="279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167BE-8EBD-14A1-4869-631EC726CB7B}"/>
              </a:ext>
            </a:extLst>
          </p:cNvPr>
          <p:cNvSpPr txBox="1"/>
          <p:nvPr/>
        </p:nvSpPr>
        <p:spPr>
          <a:xfrm>
            <a:off x="3131840" y="677744"/>
            <a:ext cx="64793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0481B-FDD9-B169-7288-3F10FDD95673}"/>
              </a:ext>
            </a:extLst>
          </p:cNvPr>
          <p:cNvSpPr txBox="1"/>
          <p:nvPr/>
        </p:nvSpPr>
        <p:spPr>
          <a:xfrm>
            <a:off x="509703" y="1477672"/>
            <a:ext cx="92147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C5529-1EB4-90E5-5723-0A93F5D93665}"/>
              </a:ext>
            </a:extLst>
          </p:cNvPr>
          <p:cNvSpPr txBox="1"/>
          <p:nvPr/>
        </p:nvSpPr>
        <p:spPr>
          <a:xfrm>
            <a:off x="5090689" y="1489196"/>
            <a:ext cx="92147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6AA8E-37AF-7D17-F6E1-78A4A9C04F9A}"/>
              </a:ext>
            </a:extLst>
          </p:cNvPr>
          <p:cNvSpPr txBox="1"/>
          <p:nvPr/>
        </p:nvSpPr>
        <p:spPr>
          <a:xfrm>
            <a:off x="1847799" y="1460461"/>
            <a:ext cx="110512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2ADA5E-BF84-2494-2028-1436A45D8F7A}"/>
              </a:ext>
            </a:extLst>
          </p:cNvPr>
          <p:cNvSpPr txBox="1"/>
          <p:nvPr/>
        </p:nvSpPr>
        <p:spPr>
          <a:xfrm>
            <a:off x="7366417" y="1373780"/>
            <a:ext cx="692818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</a:p>
        </p:txBody>
      </p:sp>
      <p:cxnSp>
        <p:nvCxnSpPr>
          <p:cNvPr id="13" name="Connector: Elbow 107">
            <a:extLst>
              <a:ext uri="{FF2B5EF4-FFF2-40B4-BE49-F238E27FC236}">
                <a16:creationId xmlns:a16="http://schemas.microsoft.com/office/drawing/2014/main" id="{22EFD022-DE91-40E0-F0AD-E33FCED7DE94}"/>
              </a:ext>
            </a:extLst>
          </p:cNvPr>
          <p:cNvCxnSpPr>
            <a:cxnSpLocks/>
            <a:stCxn id="9" idx="2"/>
            <a:endCxn id="70" idx="0"/>
          </p:cNvCxnSpPr>
          <p:nvPr/>
        </p:nvCxnSpPr>
        <p:spPr>
          <a:xfrm rot="16200000" flipH="1">
            <a:off x="4970741" y="2346878"/>
            <a:ext cx="116136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23E2C6C-1EF3-3956-3EB1-404E3558B901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951659" y="-26477"/>
            <a:ext cx="522929" cy="24853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880F414-3FE2-A941-D84F-DB12D8DD3B58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 rot="5400000">
            <a:off x="354028" y="2371082"/>
            <a:ext cx="123282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356BC89-532C-B9CE-DA95-0424CB181F5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4236390" y="174160"/>
            <a:ext cx="534453" cy="2095618"/>
          </a:xfrm>
          <a:prstGeom prst="bentConnector3">
            <a:avLst>
              <a:gd name="adj1" fmla="val 490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3B100F0-3AA1-238D-4BD4-F2310F605F50}"/>
              </a:ext>
            </a:extLst>
          </p:cNvPr>
          <p:cNvSpPr/>
          <p:nvPr/>
        </p:nvSpPr>
        <p:spPr>
          <a:xfrm>
            <a:off x="2738746" y="2555748"/>
            <a:ext cx="1686706" cy="2961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D19600-121D-F7B6-51BF-EA04375E14E9}"/>
              </a:ext>
            </a:extLst>
          </p:cNvPr>
          <p:cNvSpPr txBox="1"/>
          <p:nvPr/>
        </p:nvSpPr>
        <p:spPr>
          <a:xfrm>
            <a:off x="2914077" y="4722777"/>
            <a:ext cx="132115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ECSNet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4643FF-1415-EB0B-3A3C-E2A17D6A66E1}"/>
              </a:ext>
            </a:extLst>
          </p:cNvPr>
          <p:cNvSpPr txBox="1"/>
          <p:nvPr/>
        </p:nvSpPr>
        <p:spPr>
          <a:xfrm>
            <a:off x="2915320" y="2889533"/>
            <a:ext cx="13186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LRASPP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7B6C6C-28C4-A89B-D8BB-AD81C95EE8AF}"/>
              </a:ext>
            </a:extLst>
          </p:cNvPr>
          <p:cNvSpPr txBox="1"/>
          <p:nvPr/>
        </p:nvSpPr>
        <p:spPr>
          <a:xfrm>
            <a:off x="2915320" y="3622831"/>
            <a:ext cx="13186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003D4C-3B16-B466-4CA1-6B351404554A}"/>
              </a:ext>
            </a:extLst>
          </p:cNvPr>
          <p:cNvSpPr txBox="1"/>
          <p:nvPr/>
        </p:nvSpPr>
        <p:spPr>
          <a:xfrm>
            <a:off x="2915320" y="3989480"/>
            <a:ext cx="13186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095953-ECFF-87CC-DA32-E938E1247C03}"/>
              </a:ext>
            </a:extLst>
          </p:cNvPr>
          <p:cNvSpPr txBox="1"/>
          <p:nvPr/>
        </p:nvSpPr>
        <p:spPr>
          <a:xfrm>
            <a:off x="2914077" y="5089424"/>
            <a:ext cx="132115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DeepCrack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9156B6-3D70-19AF-8C57-D7ACFF481010}"/>
              </a:ext>
            </a:extLst>
          </p:cNvPr>
          <p:cNvSpPr txBox="1"/>
          <p:nvPr/>
        </p:nvSpPr>
        <p:spPr>
          <a:xfrm>
            <a:off x="2914077" y="3256182"/>
            <a:ext cx="132115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DeepLabv3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C0102A-8501-1A34-3981-E603C3E69EE5}"/>
              </a:ext>
            </a:extLst>
          </p:cNvPr>
          <p:cNvSpPr txBox="1"/>
          <p:nvPr/>
        </p:nvSpPr>
        <p:spPr>
          <a:xfrm>
            <a:off x="2846219" y="2555748"/>
            <a:ext cx="1492716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7A6F78-DE7C-451A-2207-89D521363EA1}"/>
              </a:ext>
            </a:extLst>
          </p:cNvPr>
          <p:cNvSpPr/>
          <p:nvPr/>
        </p:nvSpPr>
        <p:spPr>
          <a:xfrm>
            <a:off x="509702" y="2987494"/>
            <a:ext cx="921471" cy="2790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F555B-1370-7F75-BAF1-D8AD90A53CA3}"/>
              </a:ext>
            </a:extLst>
          </p:cNvPr>
          <p:cNvSpPr txBox="1"/>
          <p:nvPr/>
        </p:nvSpPr>
        <p:spPr>
          <a:xfrm>
            <a:off x="517210" y="2988513"/>
            <a:ext cx="86753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25B23BA3-583C-FE5B-8B9A-4B6B55A589EB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431174" y="1616172"/>
            <a:ext cx="501080" cy="27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BD7DDE4-8853-941D-17D8-3E235A2EFDC5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rot="5400000">
            <a:off x="1065951" y="1660454"/>
            <a:ext cx="1231527" cy="14225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735333E-3437-3769-0671-5E9293EF7F4F}"/>
              </a:ext>
            </a:extLst>
          </p:cNvPr>
          <p:cNvGrpSpPr/>
          <p:nvPr/>
        </p:nvGrpSpPr>
        <p:grpSpPr>
          <a:xfrm>
            <a:off x="820396" y="2186416"/>
            <a:ext cx="300082" cy="369332"/>
            <a:chOff x="272402" y="2552381"/>
            <a:chExt cx="300082" cy="36933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4B7633-075A-77E9-7C2F-4118B26FCC93}"/>
                </a:ext>
              </a:extLst>
            </p:cNvPr>
            <p:cNvSpPr/>
            <p:nvPr/>
          </p:nvSpPr>
          <p:spPr>
            <a:xfrm>
              <a:off x="298102" y="2627090"/>
              <a:ext cx="240145" cy="24014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F39799-7E47-4F03-892B-03411F835AB0}"/>
                </a:ext>
              </a:extLst>
            </p:cNvPr>
            <p:cNvSpPr txBox="1"/>
            <p:nvPr/>
          </p:nvSpPr>
          <p:spPr>
            <a:xfrm>
              <a:off x="272402" y="25523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252F53AF-41DC-EED1-C834-A14FDAA15BEF}"/>
              </a:ext>
            </a:extLst>
          </p:cNvPr>
          <p:cNvSpPr/>
          <p:nvPr/>
        </p:nvSpPr>
        <p:spPr>
          <a:xfrm>
            <a:off x="8059235" y="1960843"/>
            <a:ext cx="921471" cy="27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622D2B-5102-9746-9662-BEC684F3E829}"/>
              </a:ext>
            </a:extLst>
          </p:cNvPr>
          <p:cNvSpPr txBox="1"/>
          <p:nvPr/>
        </p:nvSpPr>
        <p:spPr>
          <a:xfrm>
            <a:off x="8198657" y="1982774"/>
            <a:ext cx="642627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7B51C7-1FFA-B57F-835F-FF7C9B6FED22}"/>
              </a:ext>
            </a:extLst>
          </p:cNvPr>
          <p:cNvSpPr/>
          <p:nvPr/>
        </p:nvSpPr>
        <p:spPr>
          <a:xfrm>
            <a:off x="5067385" y="2932234"/>
            <a:ext cx="921471" cy="279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00E117-20BB-EDB9-8157-A78E15FA3B50}"/>
              </a:ext>
            </a:extLst>
          </p:cNvPr>
          <p:cNvSpPr txBox="1"/>
          <p:nvPr/>
        </p:nvSpPr>
        <p:spPr>
          <a:xfrm>
            <a:off x="5173079" y="2927563"/>
            <a:ext cx="75669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8F33B942-D13B-2EAF-F4E9-E881763FBDF2}"/>
              </a:ext>
            </a:extLst>
          </p:cNvPr>
          <p:cNvCxnSpPr>
            <a:cxnSpLocks/>
            <a:stCxn id="30" idx="3"/>
            <a:endCxn id="22" idx="1"/>
          </p:cNvCxnSpPr>
          <p:nvPr/>
        </p:nvCxnSpPr>
        <p:spPr>
          <a:xfrm>
            <a:off x="1431173" y="3127015"/>
            <a:ext cx="1307573" cy="9094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69937EB7-3BD2-CFB5-7A73-650135D8A9A0}"/>
              </a:ext>
            </a:extLst>
          </p:cNvPr>
          <p:cNvCxnSpPr>
            <a:cxnSpLocks/>
            <a:stCxn id="22" idx="3"/>
            <a:endCxn id="69" idx="1"/>
          </p:cNvCxnSpPr>
          <p:nvPr/>
        </p:nvCxnSpPr>
        <p:spPr>
          <a:xfrm flipV="1">
            <a:off x="4425452" y="3071755"/>
            <a:ext cx="641933" cy="9647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BC9FDF4-FA21-9E5D-07CC-5D1310D75EAC}"/>
              </a:ext>
            </a:extLst>
          </p:cNvPr>
          <p:cNvSpPr txBox="1"/>
          <p:nvPr/>
        </p:nvSpPr>
        <p:spPr>
          <a:xfrm>
            <a:off x="5112790" y="3503900"/>
            <a:ext cx="867806" cy="27699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F07587-A096-FCE3-67B5-C8A503F23E24}"/>
              </a:ext>
            </a:extLst>
          </p:cNvPr>
          <p:cNvSpPr txBox="1"/>
          <p:nvPr/>
        </p:nvSpPr>
        <p:spPr>
          <a:xfrm>
            <a:off x="5112790" y="3780899"/>
            <a:ext cx="867806" cy="27699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C03E7F-D0F5-A789-D628-1C669EC76780}"/>
              </a:ext>
            </a:extLst>
          </p:cNvPr>
          <p:cNvSpPr/>
          <p:nvPr/>
        </p:nvSpPr>
        <p:spPr>
          <a:xfrm>
            <a:off x="5066703" y="3459245"/>
            <a:ext cx="944776" cy="655794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>
            <a:extLst>
              <a:ext uri="{FF2B5EF4-FFF2-40B4-BE49-F238E27FC236}">
                <a16:creationId xmlns:a16="http://schemas.microsoft.com/office/drawing/2014/main" id="{96373777-CC24-9CE3-BC50-B8BE10E20531}"/>
              </a:ext>
            </a:extLst>
          </p:cNvPr>
          <p:cNvSpPr/>
          <p:nvPr/>
        </p:nvSpPr>
        <p:spPr>
          <a:xfrm>
            <a:off x="5356167" y="3274447"/>
            <a:ext cx="321418" cy="138500"/>
          </a:xfrm>
          <a:prstGeom prst="down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BE715B-A79C-8957-B0CB-00BE83BEA7F4}"/>
              </a:ext>
            </a:extLst>
          </p:cNvPr>
          <p:cNvSpPr txBox="1"/>
          <p:nvPr/>
        </p:nvSpPr>
        <p:spPr>
          <a:xfrm>
            <a:off x="2915320" y="4356129"/>
            <a:ext cx="13186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</a:p>
        </p:txBody>
      </p:sp>
    </p:spTree>
    <p:extLst>
      <p:ext uri="{BB962C8B-B14F-4D97-AF65-F5344CB8AC3E}">
        <p14:creationId xmlns:p14="http://schemas.microsoft.com/office/powerpoint/2010/main" val="1096771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8F174-BFE4-4AE1-8217-005BEA0527B8}"/>
              </a:ext>
            </a:extLst>
          </p:cNvPr>
          <p:cNvSpPr txBox="1"/>
          <p:nvPr/>
        </p:nvSpPr>
        <p:spPr>
          <a:xfrm>
            <a:off x="2152829" y="35658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C714B-DBA2-4532-ABBF-15E724654EC3}"/>
              </a:ext>
            </a:extLst>
          </p:cNvPr>
          <p:cNvSpPr txBox="1"/>
          <p:nvPr/>
        </p:nvSpPr>
        <p:spPr>
          <a:xfrm>
            <a:off x="-211922" y="45757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AB919-A7D8-4C44-9A75-A1DC05E2C374}"/>
              </a:ext>
            </a:extLst>
          </p:cNvPr>
          <p:cNvSpPr txBox="1"/>
          <p:nvPr/>
        </p:nvSpPr>
        <p:spPr>
          <a:xfrm>
            <a:off x="1201572" y="39028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EC03D-16FA-4803-8B18-DC6831A362AA}"/>
              </a:ext>
            </a:extLst>
          </p:cNvPr>
          <p:cNvSpPr txBox="1"/>
          <p:nvPr/>
        </p:nvSpPr>
        <p:spPr>
          <a:xfrm>
            <a:off x="2987824" y="45757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D2178-07D9-4FAD-B401-20E50D62895A}"/>
              </a:ext>
            </a:extLst>
          </p:cNvPr>
          <p:cNvSpPr txBox="1"/>
          <p:nvPr/>
        </p:nvSpPr>
        <p:spPr>
          <a:xfrm>
            <a:off x="3919602" y="475681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r>
              <a:rPr lang="en-US" dirty="0"/>
              <a:t>-m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971592"/>
            <a:ext cx="748748" cy="7487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23" y="882204"/>
            <a:ext cx="870979" cy="8709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E84D66F-5801-4972-B831-5ACA4DA1A7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586" y="951472"/>
            <a:ext cx="804220" cy="8042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106" y="953092"/>
            <a:ext cx="807476" cy="8074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52" y="888918"/>
            <a:ext cx="862976" cy="8629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F35E5C-87FA-4370-8A7C-CDDEABE8EC9F}"/>
              </a:ext>
            </a:extLst>
          </p:cNvPr>
          <p:cNvSpPr txBox="1"/>
          <p:nvPr/>
        </p:nvSpPr>
        <p:spPr>
          <a:xfrm>
            <a:off x="5015582" y="512872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Deepcrack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940" y="1000848"/>
            <a:ext cx="804219" cy="8042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156732C-9C6C-4280-A633-82180187C795}"/>
              </a:ext>
            </a:extLst>
          </p:cNvPr>
          <p:cNvSpPr txBox="1"/>
          <p:nvPr/>
        </p:nvSpPr>
        <p:spPr>
          <a:xfrm>
            <a:off x="6248646" y="54125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deeplabv3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150" y="1014596"/>
            <a:ext cx="804220" cy="80422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48591-BF96-47A5-8F36-B045CA81D9C0}"/>
              </a:ext>
            </a:extLst>
          </p:cNvPr>
          <p:cNvSpPr txBox="1"/>
          <p:nvPr/>
        </p:nvSpPr>
        <p:spPr>
          <a:xfrm>
            <a:off x="7425002" y="5128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770" y="971592"/>
            <a:ext cx="914381" cy="9143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597E7C-9451-4036-8F01-FCDA8FD20861}"/>
              </a:ext>
            </a:extLst>
          </p:cNvPr>
          <p:cNvSpPr txBox="1"/>
          <p:nvPr/>
        </p:nvSpPr>
        <p:spPr>
          <a:xfrm>
            <a:off x="8653257" y="54125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lraspp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681" y="1014596"/>
            <a:ext cx="871377" cy="87137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742" y="1892760"/>
            <a:ext cx="804219" cy="8042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88840"/>
            <a:ext cx="804219" cy="8042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624" y="1914891"/>
            <a:ext cx="862976" cy="8629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60" y="1914891"/>
            <a:ext cx="931168" cy="93116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A471A62-34B8-4018-B520-D5506B85C46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112" y="1928601"/>
            <a:ext cx="804220" cy="8042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370" y="2004617"/>
            <a:ext cx="931168" cy="93116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433" y="2022202"/>
            <a:ext cx="931168" cy="93116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286" y="2054849"/>
            <a:ext cx="906052" cy="90605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023" y="2054849"/>
            <a:ext cx="931168" cy="93116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036" y="2996952"/>
            <a:ext cx="906052" cy="9060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52" y="3013524"/>
            <a:ext cx="870979" cy="87097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598" y="3013524"/>
            <a:ext cx="862976" cy="86297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681" y="2996952"/>
            <a:ext cx="931168" cy="93116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1161F7E-A769-44AF-971B-861A58BBE5B1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695" y="3013524"/>
            <a:ext cx="914596" cy="91459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370" y="3047024"/>
            <a:ext cx="931168" cy="931168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086" y="3109935"/>
            <a:ext cx="868257" cy="86825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537" y="3106596"/>
            <a:ext cx="906052" cy="90605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023" y="3106596"/>
            <a:ext cx="906052" cy="906052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560" y="4069671"/>
            <a:ext cx="1015513" cy="101551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52" y="4104968"/>
            <a:ext cx="839840" cy="83984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133" y="4437112"/>
            <a:ext cx="839840" cy="83984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361" y="4472938"/>
            <a:ext cx="768187" cy="768187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011" y="4372868"/>
            <a:ext cx="868257" cy="868257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625" y="4225744"/>
            <a:ext cx="980216" cy="98021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4C1038D-4ED4-4F66-9ADC-AF4B258D98E3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733" y="4275717"/>
            <a:ext cx="810051" cy="81005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890" y="4225744"/>
            <a:ext cx="839840" cy="83984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141" y="4152724"/>
            <a:ext cx="937908" cy="9379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590" y="5276952"/>
            <a:ext cx="834312" cy="834312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8" y="5289346"/>
            <a:ext cx="870979" cy="87097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73" y="5262694"/>
            <a:ext cx="834312" cy="83431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784" y="5241125"/>
            <a:ext cx="808411" cy="808411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6BDA653-0AC2-43BF-8128-5B77D303F24E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42" y="5343077"/>
            <a:ext cx="768187" cy="768187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651" y="5326308"/>
            <a:ext cx="851657" cy="85165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616" y="5353285"/>
            <a:ext cx="980216" cy="980216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328" y="5441283"/>
            <a:ext cx="804220" cy="80422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829" y="5421498"/>
            <a:ext cx="871377" cy="87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92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8F174-BFE4-4AE1-8217-005BEA0527B8}"/>
              </a:ext>
            </a:extLst>
          </p:cNvPr>
          <p:cNvSpPr txBox="1"/>
          <p:nvPr/>
        </p:nvSpPr>
        <p:spPr>
          <a:xfrm>
            <a:off x="2152829" y="35658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C714B-DBA2-4532-ABBF-15E724654EC3}"/>
              </a:ext>
            </a:extLst>
          </p:cNvPr>
          <p:cNvSpPr txBox="1"/>
          <p:nvPr/>
        </p:nvSpPr>
        <p:spPr>
          <a:xfrm>
            <a:off x="-211922" y="45757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AB919-A7D8-4C44-9A75-A1DC05E2C374}"/>
              </a:ext>
            </a:extLst>
          </p:cNvPr>
          <p:cNvSpPr txBox="1"/>
          <p:nvPr/>
        </p:nvSpPr>
        <p:spPr>
          <a:xfrm>
            <a:off x="1201572" y="39028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EC03D-16FA-4803-8B18-DC6831A362AA}"/>
              </a:ext>
            </a:extLst>
          </p:cNvPr>
          <p:cNvSpPr txBox="1"/>
          <p:nvPr/>
        </p:nvSpPr>
        <p:spPr>
          <a:xfrm>
            <a:off x="2987824" y="45757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D2178-07D9-4FAD-B401-20E50D62895A}"/>
              </a:ext>
            </a:extLst>
          </p:cNvPr>
          <p:cNvSpPr txBox="1"/>
          <p:nvPr/>
        </p:nvSpPr>
        <p:spPr>
          <a:xfrm>
            <a:off x="3919602" y="475681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r>
              <a:rPr lang="en-US" dirty="0"/>
              <a:t>-m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951757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98" y="951757"/>
            <a:ext cx="91440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E84D66F-5801-4972-B831-5ACA4DA1A7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043" y="951757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128" y="951757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213" y="951757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F35E5C-87FA-4370-8A7C-CDDEABE8EC9F}"/>
              </a:ext>
            </a:extLst>
          </p:cNvPr>
          <p:cNvSpPr txBox="1"/>
          <p:nvPr/>
        </p:nvSpPr>
        <p:spPr>
          <a:xfrm>
            <a:off x="5015582" y="512872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Deepcrack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958" y="951757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156732C-9C6C-4280-A633-82180187C795}"/>
              </a:ext>
            </a:extLst>
          </p:cNvPr>
          <p:cNvSpPr txBox="1"/>
          <p:nvPr/>
        </p:nvSpPr>
        <p:spPr>
          <a:xfrm>
            <a:off x="6248646" y="54125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deeplabv3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73" y="951757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48591-BF96-47A5-8F36-B045CA81D9C0}"/>
              </a:ext>
            </a:extLst>
          </p:cNvPr>
          <p:cNvSpPr txBox="1"/>
          <p:nvPr/>
        </p:nvSpPr>
        <p:spPr>
          <a:xfrm>
            <a:off x="7425002" y="5128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788" y="951767"/>
            <a:ext cx="914381" cy="9143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597E7C-9451-4036-8F01-FCDA8FD20861}"/>
              </a:ext>
            </a:extLst>
          </p:cNvPr>
          <p:cNvSpPr txBox="1"/>
          <p:nvPr/>
        </p:nvSpPr>
        <p:spPr>
          <a:xfrm>
            <a:off x="8653257" y="54125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lraspp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680" y="951757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953" y="1984870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21" y="1984870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995" y="1984870"/>
            <a:ext cx="914400" cy="914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469" y="1984870"/>
            <a:ext cx="914400" cy="9144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A471A62-34B8-4018-B520-D5506B85C46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943" y="1984870"/>
            <a:ext cx="914400" cy="914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417" y="1984870"/>
            <a:ext cx="914400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91" y="1984870"/>
            <a:ext cx="914400" cy="914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365" y="1984870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838" y="1984870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3053443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47" y="3053443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11" y="3053443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975" y="3053443"/>
            <a:ext cx="914400" cy="9144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1161F7E-A769-44AF-971B-861A58BBE5B1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839" y="3053345"/>
            <a:ext cx="914596" cy="91459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899" y="3053443"/>
            <a:ext cx="914400" cy="914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763" y="3053443"/>
            <a:ext cx="914400" cy="9144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27" y="3053443"/>
            <a:ext cx="914400" cy="9144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488" y="3053443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113" y="4135925"/>
            <a:ext cx="914400" cy="914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06" y="4135925"/>
            <a:ext cx="914400" cy="914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838" y="4135925"/>
            <a:ext cx="914400" cy="914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20" y="4135925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601" y="4135925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482" y="4135925"/>
            <a:ext cx="914400" cy="9144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4C1038D-4ED4-4F66-9ADC-AF4B258D98E3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363" y="4135925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244" y="4135925"/>
            <a:ext cx="914400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125" y="4135925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113" y="5183210"/>
            <a:ext cx="914400" cy="9144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87" y="5183210"/>
            <a:ext cx="914400" cy="9144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287" y="5183210"/>
            <a:ext cx="914400" cy="9144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987" y="5183210"/>
            <a:ext cx="914400" cy="91440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6BDA653-0AC2-43BF-8128-5B77D303F24E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87" y="5183210"/>
            <a:ext cx="914400" cy="9144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387" y="5183210"/>
            <a:ext cx="914400" cy="9144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087" y="5183210"/>
            <a:ext cx="914400" cy="9144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787" y="5183210"/>
            <a:ext cx="914400" cy="9144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488" y="5183210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5AF4D91-4A07-1E02-CC54-DBA6DC1A5E82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436" y="6403032"/>
            <a:ext cx="914400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60E9247-81BC-3969-A438-69FF6BA1CC1E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04" y="6403032"/>
            <a:ext cx="914400" cy="914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BA8074E-771A-C64C-C46D-2A44215BA074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764" y="6403032"/>
            <a:ext cx="914400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73C1103-4A4C-B33D-51A1-7713B119BA46}"/>
              </a:ext>
            </a:extLst>
          </p:cNvPr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004" y="6403032"/>
            <a:ext cx="914400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38B769B-5BD5-4841-5018-8F7318C56F9B}"/>
              </a:ext>
            </a:extLst>
          </p:cNvPr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244" y="6403032"/>
            <a:ext cx="914400" cy="914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ECD0CF0-CAD3-2074-9802-5358B1E76E53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284" y="6403032"/>
            <a:ext cx="914400" cy="9144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97C8486-FCB3-D438-2BC8-B632DE2CDE35}"/>
              </a:ext>
            </a:extLst>
          </p:cNvPr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524" y="6403032"/>
            <a:ext cx="914400" cy="9144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FA11579-281E-F7AA-715B-CD27110E8770}"/>
              </a:ext>
            </a:extLst>
          </p:cNvPr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044" y="6403032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84DB9B-12A5-70A4-59AE-4FD3A1C02B9A}"/>
              </a:ext>
            </a:extLst>
          </p:cNvPr>
          <p:cNvPicPr>
            <a:picLocks noChangeAspect="1"/>
          </p:cNvPicPr>
          <p:nvPr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488" y="64030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67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8F174-BFE4-4AE1-8217-005BEA0527B8}"/>
              </a:ext>
            </a:extLst>
          </p:cNvPr>
          <p:cNvSpPr txBox="1"/>
          <p:nvPr/>
        </p:nvSpPr>
        <p:spPr>
          <a:xfrm>
            <a:off x="1859237" y="45757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C714B-DBA2-4532-ABBF-15E724654EC3}"/>
              </a:ext>
            </a:extLst>
          </p:cNvPr>
          <p:cNvSpPr txBox="1"/>
          <p:nvPr/>
        </p:nvSpPr>
        <p:spPr>
          <a:xfrm>
            <a:off x="-211922" y="45757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AB919-A7D8-4C44-9A75-A1DC05E2C374}"/>
              </a:ext>
            </a:extLst>
          </p:cNvPr>
          <p:cNvSpPr txBox="1"/>
          <p:nvPr/>
        </p:nvSpPr>
        <p:spPr>
          <a:xfrm>
            <a:off x="1063336" y="39028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EC03D-16FA-4803-8B18-DC6831A362AA}"/>
              </a:ext>
            </a:extLst>
          </p:cNvPr>
          <p:cNvSpPr txBox="1"/>
          <p:nvPr/>
        </p:nvSpPr>
        <p:spPr>
          <a:xfrm>
            <a:off x="6375891" y="589692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951757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62" y="951757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036" y="951757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41" y="951757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F35E5C-87FA-4370-8A7C-CDDEABE8EC9F}"/>
              </a:ext>
            </a:extLst>
          </p:cNvPr>
          <p:cNvSpPr txBox="1"/>
          <p:nvPr/>
        </p:nvSpPr>
        <p:spPr>
          <a:xfrm>
            <a:off x="2473876" y="508258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Deepcrack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36" y="951757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156732C-9C6C-4280-A633-82180187C795}"/>
              </a:ext>
            </a:extLst>
          </p:cNvPr>
          <p:cNvSpPr txBox="1"/>
          <p:nvPr/>
        </p:nvSpPr>
        <p:spPr>
          <a:xfrm>
            <a:off x="3428591" y="568168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deeplabv3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749" y="951757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48591-BF96-47A5-8F36-B045CA81D9C0}"/>
              </a:ext>
            </a:extLst>
          </p:cNvPr>
          <p:cNvSpPr txBox="1"/>
          <p:nvPr/>
        </p:nvSpPr>
        <p:spPr>
          <a:xfrm>
            <a:off x="4609582" y="56184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528" y="951767"/>
            <a:ext cx="914381" cy="9143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597E7C-9451-4036-8F01-FCDA8FD20861}"/>
              </a:ext>
            </a:extLst>
          </p:cNvPr>
          <p:cNvSpPr txBox="1"/>
          <p:nvPr/>
        </p:nvSpPr>
        <p:spPr>
          <a:xfrm>
            <a:off x="5598857" y="54125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lraspp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280" y="951757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953" y="1916832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5" y="1916832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623" y="1916832"/>
            <a:ext cx="914400" cy="914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77" y="1916832"/>
            <a:ext cx="914400" cy="914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595" y="1916832"/>
            <a:ext cx="914400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67" y="1916832"/>
            <a:ext cx="914400" cy="914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105" y="1916832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38" y="1916832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2852936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1" y="2852936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739" y="2852936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83" y="2852936"/>
            <a:ext cx="914400" cy="9144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077" y="2852936"/>
            <a:ext cx="914400" cy="914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639" y="2852936"/>
            <a:ext cx="914400" cy="9144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367" y="2852936"/>
            <a:ext cx="914400" cy="9144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852936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113" y="3789040"/>
            <a:ext cx="914400" cy="914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70" y="3789040"/>
            <a:ext cx="914400" cy="914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38" y="3789040"/>
            <a:ext cx="914400" cy="914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460" y="3789040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477" y="3789040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60" y="3789040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52" y="3789040"/>
            <a:ext cx="914400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753" y="3789040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113" y="4725144"/>
            <a:ext cx="914400" cy="9144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1" y="4725144"/>
            <a:ext cx="914400" cy="9144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15" y="4725144"/>
            <a:ext cx="914400" cy="9144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95" y="4725144"/>
            <a:ext cx="914400" cy="9144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565" y="4725144"/>
            <a:ext cx="914400" cy="9144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963" y="4725144"/>
            <a:ext cx="914400" cy="9144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527" y="4725144"/>
            <a:ext cx="914400" cy="9144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725144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5AF4D91-4A07-1E02-CC54-DBA6DC1A5E82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436" y="5661248"/>
            <a:ext cx="914400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60E9247-81BC-3969-A438-69FF6BA1CC1E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661248"/>
            <a:ext cx="914400" cy="914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BA8074E-771A-C64C-C46D-2A44215BA074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942" y="5661248"/>
            <a:ext cx="914400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73C1103-4A4C-B33D-51A1-7713B119BA46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5661248"/>
            <a:ext cx="914400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38B769B-5BD5-4841-5018-8F7318C56F9B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5661248"/>
            <a:ext cx="914400" cy="914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ECD0CF0-CAD3-2074-9802-5358B1E76E53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5661248"/>
            <a:ext cx="914400" cy="9144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FA11579-281E-F7AA-715B-CD27110E8770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5661248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84DB9B-12A5-70A4-59AE-4FD3A1C02B9A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5661248"/>
            <a:ext cx="914400" cy="9144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D59C65-A724-3712-8AA6-9E6040AD45E4}"/>
              </a:ext>
            </a:extLst>
          </p:cNvPr>
          <p:cNvSpPr txBox="1"/>
          <p:nvPr/>
        </p:nvSpPr>
        <p:spPr>
          <a:xfrm>
            <a:off x="-26809" y="657564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523CC1-88B9-B493-BF6B-444E326C4C24}"/>
              </a:ext>
            </a:extLst>
          </p:cNvPr>
          <p:cNvSpPr txBox="1"/>
          <p:nvPr/>
        </p:nvSpPr>
        <p:spPr>
          <a:xfrm>
            <a:off x="920195" y="65756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BBA53E-55BA-D252-BB9E-B2960443F95A}"/>
              </a:ext>
            </a:extLst>
          </p:cNvPr>
          <p:cNvSpPr txBox="1"/>
          <p:nvPr/>
        </p:nvSpPr>
        <p:spPr>
          <a:xfrm>
            <a:off x="1867199" y="657564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01666C-4477-47DE-D3DE-EB41D0F6E303}"/>
              </a:ext>
            </a:extLst>
          </p:cNvPr>
          <p:cNvSpPr txBox="1"/>
          <p:nvPr/>
        </p:nvSpPr>
        <p:spPr>
          <a:xfrm>
            <a:off x="2795569" y="65756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6E4E73-B5D9-E25D-79C8-A934426D8D89}"/>
              </a:ext>
            </a:extLst>
          </p:cNvPr>
          <p:cNvSpPr txBox="1"/>
          <p:nvPr/>
        </p:nvSpPr>
        <p:spPr>
          <a:xfrm>
            <a:off x="3709969" y="657564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CBDE34-7EBC-3F3B-7A48-9F5A6FE80618}"/>
              </a:ext>
            </a:extLst>
          </p:cNvPr>
          <p:cNvSpPr txBox="1"/>
          <p:nvPr/>
        </p:nvSpPr>
        <p:spPr>
          <a:xfrm>
            <a:off x="4687819" y="65756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06BB26-1765-997E-F231-36771627C272}"/>
              </a:ext>
            </a:extLst>
          </p:cNvPr>
          <p:cNvSpPr txBox="1"/>
          <p:nvPr/>
        </p:nvSpPr>
        <p:spPr>
          <a:xfrm>
            <a:off x="5641891" y="65756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7BE46B-2CC4-7460-6E7B-3A097934C6D8}"/>
              </a:ext>
            </a:extLst>
          </p:cNvPr>
          <p:cNvSpPr txBox="1"/>
          <p:nvPr/>
        </p:nvSpPr>
        <p:spPr>
          <a:xfrm>
            <a:off x="6565663" y="65756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</p:spTree>
    <p:extLst>
      <p:ext uri="{BB962C8B-B14F-4D97-AF65-F5344CB8AC3E}">
        <p14:creationId xmlns:p14="http://schemas.microsoft.com/office/powerpoint/2010/main" val="722960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8F174-BFE4-4AE1-8217-005BEA0527B8}"/>
              </a:ext>
            </a:extLst>
          </p:cNvPr>
          <p:cNvSpPr txBox="1"/>
          <p:nvPr/>
        </p:nvSpPr>
        <p:spPr>
          <a:xfrm>
            <a:off x="4759310" y="-39213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C714B-DBA2-4532-ABBF-15E724654EC3}"/>
              </a:ext>
            </a:extLst>
          </p:cNvPr>
          <p:cNvSpPr txBox="1"/>
          <p:nvPr/>
        </p:nvSpPr>
        <p:spPr>
          <a:xfrm>
            <a:off x="-211922" y="-39213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AB919-A7D8-4C44-9A75-A1DC05E2C374}"/>
              </a:ext>
            </a:extLst>
          </p:cNvPr>
          <p:cNvSpPr txBox="1"/>
          <p:nvPr/>
        </p:nvSpPr>
        <p:spPr>
          <a:xfrm>
            <a:off x="1063336" y="-45943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EC03D-16FA-4803-8B18-DC6831A362AA}"/>
              </a:ext>
            </a:extLst>
          </p:cNvPr>
          <p:cNvSpPr txBox="1"/>
          <p:nvPr/>
        </p:nvSpPr>
        <p:spPr>
          <a:xfrm>
            <a:off x="2672929" y="-26002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951757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62" y="951757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124" y="945556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914" y="951757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F35E5C-87FA-4370-8A7C-CDDEABE8EC9F}"/>
              </a:ext>
            </a:extLst>
          </p:cNvPr>
          <p:cNvSpPr txBox="1"/>
          <p:nvPr/>
        </p:nvSpPr>
        <p:spPr>
          <a:xfrm>
            <a:off x="1553006" y="-34145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Deepcrack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266" y="951757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156732C-9C6C-4280-A633-82180187C795}"/>
              </a:ext>
            </a:extLst>
          </p:cNvPr>
          <p:cNvSpPr txBox="1"/>
          <p:nvPr/>
        </p:nvSpPr>
        <p:spPr>
          <a:xfrm>
            <a:off x="5402367" y="-281544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deeplabv3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525" y="951757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48591-BF96-47A5-8F36-B045CA81D9C0}"/>
              </a:ext>
            </a:extLst>
          </p:cNvPr>
          <p:cNvSpPr txBox="1"/>
          <p:nvPr/>
        </p:nvSpPr>
        <p:spPr>
          <a:xfrm>
            <a:off x="3736636" y="-2878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093" y="951766"/>
            <a:ext cx="914381" cy="9143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597E7C-9451-4036-8F01-FCDA8FD20861}"/>
              </a:ext>
            </a:extLst>
          </p:cNvPr>
          <p:cNvSpPr txBox="1"/>
          <p:nvPr/>
        </p:nvSpPr>
        <p:spPr>
          <a:xfrm>
            <a:off x="6666906" y="-30845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lraspp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329" y="951757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953" y="1916832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5" y="1916832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696" y="1916832"/>
            <a:ext cx="914400" cy="914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415" y="1916832"/>
            <a:ext cx="914400" cy="914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725" y="1916832"/>
            <a:ext cx="914400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543" y="1916832"/>
            <a:ext cx="914400" cy="914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59" y="1916832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487" y="1916832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617" y="2852936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1" y="2852936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812" y="2852936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921" y="2852936"/>
            <a:ext cx="914400" cy="9144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207" y="2852936"/>
            <a:ext cx="914400" cy="914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415" y="2852936"/>
            <a:ext cx="914400" cy="9144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421" y="2852936"/>
            <a:ext cx="914400" cy="9144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137" y="2852936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113" y="3789040"/>
            <a:ext cx="914400" cy="914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70" y="3789040"/>
            <a:ext cx="914400" cy="914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487" y="3789040"/>
            <a:ext cx="914400" cy="914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514" y="3789040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253" y="3789040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90" y="3789040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190" y="3789040"/>
            <a:ext cx="914400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826" y="3789040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113" y="4725144"/>
            <a:ext cx="914400" cy="9144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1" y="4725144"/>
            <a:ext cx="914400" cy="9144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988" y="4725144"/>
            <a:ext cx="914400" cy="9144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190" y="4725144"/>
            <a:ext cx="914400" cy="9144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695" y="4725144"/>
            <a:ext cx="914400" cy="9144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739" y="4725144"/>
            <a:ext cx="914400" cy="9144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589" y="4725144"/>
            <a:ext cx="914400" cy="9144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137" y="4725144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5AF4D91-4A07-1E02-CC54-DBA6DC1A5E82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436" y="5661248"/>
            <a:ext cx="914400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60E9247-81BC-3969-A438-69FF6BA1CC1E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661248"/>
            <a:ext cx="914400" cy="914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BA8074E-771A-C64C-C46D-2A44215BA074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072" y="5661248"/>
            <a:ext cx="914400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73C1103-4A4C-B33D-51A1-7713B119BA46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656" y="5661248"/>
            <a:ext cx="914400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38B769B-5BD5-4841-5018-8F7318C56F9B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038" y="5661248"/>
            <a:ext cx="914400" cy="914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ECD0CF0-CAD3-2074-9802-5358B1E76E53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230" y="5661248"/>
            <a:ext cx="914400" cy="9144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FA11579-281E-F7AA-715B-CD27110E8770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745" y="5661248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84DB9B-12A5-70A4-59AE-4FD3A1C02B9A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137" y="5661248"/>
            <a:ext cx="914400" cy="9144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D59C65-A724-3712-8AA6-9E6040AD45E4}"/>
              </a:ext>
            </a:extLst>
          </p:cNvPr>
          <p:cNvSpPr txBox="1"/>
          <p:nvPr/>
        </p:nvSpPr>
        <p:spPr>
          <a:xfrm>
            <a:off x="-26809" y="65253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523CC1-88B9-B493-BF6B-444E326C4C24}"/>
              </a:ext>
            </a:extLst>
          </p:cNvPr>
          <p:cNvSpPr txBox="1"/>
          <p:nvPr/>
        </p:nvSpPr>
        <p:spPr>
          <a:xfrm>
            <a:off x="920195" y="652534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BBA53E-55BA-D252-BB9E-B2960443F95A}"/>
              </a:ext>
            </a:extLst>
          </p:cNvPr>
          <p:cNvSpPr txBox="1"/>
          <p:nvPr/>
        </p:nvSpPr>
        <p:spPr>
          <a:xfrm>
            <a:off x="1867199" y="65253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01666C-4477-47DE-D3DE-EB41D0F6E303}"/>
              </a:ext>
            </a:extLst>
          </p:cNvPr>
          <p:cNvSpPr txBox="1"/>
          <p:nvPr/>
        </p:nvSpPr>
        <p:spPr>
          <a:xfrm>
            <a:off x="2795569" y="652534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6E4E73-B5D9-E25D-79C8-A934426D8D89}"/>
              </a:ext>
            </a:extLst>
          </p:cNvPr>
          <p:cNvSpPr txBox="1"/>
          <p:nvPr/>
        </p:nvSpPr>
        <p:spPr>
          <a:xfrm>
            <a:off x="3709969" y="65253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CBDE34-7EBC-3F3B-7A48-9F5A6FE80618}"/>
              </a:ext>
            </a:extLst>
          </p:cNvPr>
          <p:cNvSpPr txBox="1"/>
          <p:nvPr/>
        </p:nvSpPr>
        <p:spPr>
          <a:xfrm>
            <a:off x="4687819" y="65253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06BB26-1765-997E-F231-36771627C272}"/>
              </a:ext>
            </a:extLst>
          </p:cNvPr>
          <p:cNvSpPr txBox="1"/>
          <p:nvPr/>
        </p:nvSpPr>
        <p:spPr>
          <a:xfrm>
            <a:off x="5641891" y="652534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7BE46B-2CC4-7460-6E7B-3A097934C6D8}"/>
              </a:ext>
            </a:extLst>
          </p:cNvPr>
          <p:cNvSpPr txBox="1"/>
          <p:nvPr/>
        </p:nvSpPr>
        <p:spPr>
          <a:xfrm>
            <a:off x="6565663" y="652534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39D268-29CD-39F4-20C3-18824F4FDBEB}"/>
              </a:ext>
            </a:extLst>
          </p:cNvPr>
          <p:cNvSpPr/>
          <p:nvPr/>
        </p:nvSpPr>
        <p:spPr>
          <a:xfrm rot="2454712">
            <a:off x="6693225" y="4773963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3183F0C-842C-90B8-C070-BA829DFB3AB4}"/>
              </a:ext>
            </a:extLst>
          </p:cNvPr>
          <p:cNvSpPr/>
          <p:nvPr/>
        </p:nvSpPr>
        <p:spPr>
          <a:xfrm rot="2454712">
            <a:off x="949259" y="4797152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2F8A082-DD1F-66B9-A30D-B3441031015D}"/>
              </a:ext>
            </a:extLst>
          </p:cNvPr>
          <p:cNvSpPr/>
          <p:nvPr/>
        </p:nvSpPr>
        <p:spPr>
          <a:xfrm rot="2454712">
            <a:off x="4799662" y="4762568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F16D530-3A06-5E36-2C2D-0C115DA49AC4}"/>
              </a:ext>
            </a:extLst>
          </p:cNvPr>
          <p:cNvSpPr/>
          <p:nvPr/>
        </p:nvSpPr>
        <p:spPr>
          <a:xfrm rot="2454712">
            <a:off x="5753743" y="4769835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18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04" y="613421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483" y="613421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457" y="613421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262" y="613421"/>
            <a:ext cx="914400" cy="914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557" y="613421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170" y="613421"/>
            <a:ext cx="914400" cy="914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949" y="613431"/>
            <a:ext cx="914381" cy="9143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701" y="613421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8" y="1578496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06" y="1578496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044" y="1578496"/>
            <a:ext cx="914400" cy="914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798" y="1578496"/>
            <a:ext cx="914400" cy="914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016" y="1578496"/>
            <a:ext cx="914400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188" y="1578496"/>
            <a:ext cx="914400" cy="914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526" y="1578496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859" y="1578496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04" y="2514600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432" y="2514600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160" y="2514600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2514600"/>
            <a:ext cx="914400" cy="9144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98" y="2514600"/>
            <a:ext cx="914400" cy="914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060" y="2514600"/>
            <a:ext cx="914400" cy="9144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88" y="2514600"/>
            <a:ext cx="914400" cy="9144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09" y="2514600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08" y="3450704"/>
            <a:ext cx="914400" cy="914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191" y="3450704"/>
            <a:ext cx="914400" cy="914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859" y="3450704"/>
            <a:ext cx="914400" cy="914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81" y="3450704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898" y="3450704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081" y="3450704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573" y="3450704"/>
            <a:ext cx="914400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174" y="3450704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08" y="4386808"/>
            <a:ext cx="914400" cy="9144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772" y="4386808"/>
            <a:ext cx="914400" cy="9144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336" y="4386808"/>
            <a:ext cx="914400" cy="9144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316" y="4386808"/>
            <a:ext cx="914400" cy="9144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986" y="4386808"/>
            <a:ext cx="914400" cy="9144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384" y="4386808"/>
            <a:ext cx="914400" cy="9144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948" y="4386808"/>
            <a:ext cx="914400" cy="9144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09" y="4386808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5AF4D91-4A07-1E02-CC54-DBA6DC1A5E82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85" y="5322912"/>
            <a:ext cx="914400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60E9247-81BC-3969-A438-69FF6BA1CC1E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989" y="5322912"/>
            <a:ext cx="914400" cy="914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BA8074E-771A-C64C-C46D-2A44215BA074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363" y="5322912"/>
            <a:ext cx="914400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73C1103-4A4C-B33D-51A1-7713B119BA46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301" y="5322912"/>
            <a:ext cx="914400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38B769B-5BD5-4841-5018-8F7318C56F9B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05" y="5322912"/>
            <a:ext cx="914400" cy="914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ECD0CF0-CAD3-2074-9802-5358B1E76E53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613" y="5322912"/>
            <a:ext cx="914400" cy="9144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FA11579-281E-F7AA-715B-CD27110E8770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93" y="5322912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84DB9B-12A5-70A4-59AE-4FD3A1C02B9A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09" y="5322912"/>
            <a:ext cx="914400" cy="9144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D59C65-A724-3712-8AA6-9E6040AD45E4}"/>
              </a:ext>
            </a:extLst>
          </p:cNvPr>
          <p:cNvSpPr txBox="1"/>
          <p:nvPr/>
        </p:nvSpPr>
        <p:spPr>
          <a:xfrm>
            <a:off x="964612" y="62373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523CC1-88B9-B493-BF6B-444E326C4C24}"/>
              </a:ext>
            </a:extLst>
          </p:cNvPr>
          <p:cNvSpPr txBox="1"/>
          <p:nvPr/>
        </p:nvSpPr>
        <p:spPr>
          <a:xfrm>
            <a:off x="1911616" y="623731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BBA53E-55BA-D252-BB9E-B2960443F95A}"/>
              </a:ext>
            </a:extLst>
          </p:cNvPr>
          <p:cNvSpPr txBox="1"/>
          <p:nvPr/>
        </p:nvSpPr>
        <p:spPr>
          <a:xfrm>
            <a:off x="2858620" y="62373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01666C-4477-47DE-D3DE-EB41D0F6E303}"/>
              </a:ext>
            </a:extLst>
          </p:cNvPr>
          <p:cNvSpPr txBox="1"/>
          <p:nvPr/>
        </p:nvSpPr>
        <p:spPr>
          <a:xfrm>
            <a:off x="3786990" y="623731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6E4E73-B5D9-E25D-79C8-A934426D8D89}"/>
              </a:ext>
            </a:extLst>
          </p:cNvPr>
          <p:cNvSpPr txBox="1"/>
          <p:nvPr/>
        </p:nvSpPr>
        <p:spPr>
          <a:xfrm>
            <a:off x="4701390" y="62373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CBDE34-7EBC-3F3B-7A48-9F5A6FE80618}"/>
              </a:ext>
            </a:extLst>
          </p:cNvPr>
          <p:cNvSpPr txBox="1"/>
          <p:nvPr/>
        </p:nvSpPr>
        <p:spPr>
          <a:xfrm>
            <a:off x="5679240" y="62373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06BB26-1765-997E-F231-36771627C272}"/>
              </a:ext>
            </a:extLst>
          </p:cNvPr>
          <p:cNvSpPr txBox="1"/>
          <p:nvPr/>
        </p:nvSpPr>
        <p:spPr>
          <a:xfrm>
            <a:off x="6633312" y="623731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7BE46B-2CC4-7460-6E7B-3A097934C6D8}"/>
              </a:ext>
            </a:extLst>
          </p:cNvPr>
          <p:cNvSpPr txBox="1"/>
          <p:nvPr/>
        </p:nvSpPr>
        <p:spPr>
          <a:xfrm>
            <a:off x="7557084" y="623731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5F3C79D-B9DC-41E4-9428-BE19F019AE85}"/>
              </a:ext>
            </a:extLst>
          </p:cNvPr>
          <p:cNvSpPr/>
          <p:nvPr/>
        </p:nvSpPr>
        <p:spPr>
          <a:xfrm rot="2454712">
            <a:off x="1963789" y="4440933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966270B-D5DC-C09D-4BB8-831D775D0F80}"/>
              </a:ext>
            </a:extLst>
          </p:cNvPr>
          <p:cNvSpPr/>
          <p:nvPr/>
        </p:nvSpPr>
        <p:spPr>
          <a:xfrm rot="2454712">
            <a:off x="2876450" y="4440933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3D13041-2AB3-9DA0-F52C-2F7FC5158A0F}"/>
              </a:ext>
            </a:extLst>
          </p:cNvPr>
          <p:cNvSpPr/>
          <p:nvPr/>
        </p:nvSpPr>
        <p:spPr>
          <a:xfrm rot="2454712">
            <a:off x="4738838" y="4440540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6FB071A-1505-9C71-5904-54376F64C883}"/>
              </a:ext>
            </a:extLst>
          </p:cNvPr>
          <p:cNvSpPr/>
          <p:nvPr/>
        </p:nvSpPr>
        <p:spPr>
          <a:xfrm rot="2454712">
            <a:off x="6630687" y="4440539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74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664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29" y="404664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938" y="404664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73" y="393185"/>
            <a:ext cx="914400" cy="914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64" y="393194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46" y="393194"/>
            <a:ext cx="914400" cy="914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356" y="393204"/>
            <a:ext cx="914381" cy="9143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47" y="403109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52907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27" y="1352907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73" y="1352907"/>
            <a:ext cx="914400" cy="914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934" y="1352907"/>
            <a:ext cx="914400" cy="914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69" y="1352907"/>
            <a:ext cx="914400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55" y="1352907"/>
            <a:ext cx="914400" cy="914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348" y="1352907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41" y="1352907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296627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02" y="2296627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73" y="2296627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84" y="2296627"/>
            <a:ext cx="914400" cy="9144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90" y="2296627"/>
            <a:ext cx="914400" cy="914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930" y="2296627"/>
            <a:ext cx="914400" cy="9144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248" y="2296627"/>
            <a:ext cx="914400" cy="9144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566" y="2296627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240249"/>
            <a:ext cx="914400" cy="914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27" y="3240249"/>
            <a:ext cx="914400" cy="914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41" y="3240249"/>
            <a:ext cx="914400" cy="914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348" y="3240249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55" y="3240249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69" y="3240249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934" y="3240249"/>
            <a:ext cx="914400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73" y="3240249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185383"/>
            <a:ext cx="914400" cy="9144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27" y="4185383"/>
            <a:ext cx="914400" cy="9144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73" y="4185383"/>
            <a:ext cx="914400" cy="9144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934" y="4185383"/>
            <a:ext cx="914400" cy="9144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69" y="4185383"/>
            <a:ext cx="914400" cy="9144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55" y="4185383"/>
            <a:ext cx="914400" cy="9144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348" y="4185383"/>
            <a:ext cx="914400" cy="9144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41" y="4185383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5AF4D91-4A07-1E02-CC54-DBA6DC1A5E82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108415"/>
            <a:ext cx="914400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60E9247-81BC-3969-A438-69FF6BA1CC1E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27" y="5108415"/>
            <a:ext cx="914400" cy="914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BA8074E-771A-C64C-C46D-2A44215BA074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69" y="5108415"/>
            <a:ext cx="914400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73C1103-4A4C-B33D-51A1-7713B119BA46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55" y="5108415"/>
            <a:ext cx="914400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38B769B-5BD5-4841-5018-8F7318C56F9B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348" y="5108415"/>
            <a:ext cx="914400" cy="914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ECD0CF0-CAD3-2074-9802-5358B1E76E53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934" y="5108415"/>
            <a:ext cx="914400" cy="9144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FA11579-281E-F7AA-715B-CD27110E8770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73" y="5108415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84DB9B-12A5-70A4-59AE-4FD3A1C02B9A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41" y="5108415"/>
            <a:ext cx="914400" cy="9144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D59C65-A724-3712-8AA6-9E6040AD45E4}"/>
              </a:ext>
            </a:extLst>
          </p:cNvPr>
          <p:cNvSpPr txBox="1"/>
          <p:nvPr/>
        </p:nvSpPr>
        <p:spPr>
          <a:xfrm>
            <a:off x="474738" y="602793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523CC1-88B9-B493-BF6B-444E326C4C24}"/>
              </a:ext>
            </a:extLst>
          </p:cNvPr>
          <p:cNvSpPr txBox="1"/>
          <p:nvPr/>
        </p:nvSpPr>
        <p:spPr>
          <a:xfrm>
            <a:off x="1448885" y="60279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BBA53E-55BA-D252-BB9E-B2960443F95A}"/>
              </a:ext>
            </a:extLst>
          </p:cNvPr>
          <p:cNvSpPr txBox="1"/>
          <p:nvPr/>
        </p:nvSpPr>
        <p:spPr>
          <a:xfrm>
            <a:off x="8306383" y="602793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01666C-4477-47DE-D3DE-EB41D0F6E303}"/>
              </a:ext>
            </a:extLst>
          </p:cNvPr>
          <p:cNvSpPr txBox="1"/>
          <p:nvPr/>
        </p:nvSpPr>
        <p:spPr>
          <a:xfrm>
            <a:off x="7319415" y="60279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6E4E73-B5D9-E25D-79C8-A934426D8D89}"/>
              </a:ext>
            </a:extLst>
          </p:cNvPr>
          <p:cNvSpPr txBox="1"/>
          <p:nvPr/>
        </p:nvSpPr>
        <p:spPr>
          <a:xfrm>
            <a:off x="5383945" y="6027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CBDE34-7EBC-3F3B-7A48-9F5A6FE80618}"/>
              </a:ext>
            </a:extLst>
          </p:cNvPr>
          <p:cNvSpPr txBox="1"/>
          <p:nvPr/>
        </p:nvSpPr>
        <p:spPr>
          <a:xfrm>
            <a:off x="4409798" y="602793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06BB26-1765-997E-F231-36771627C272}"/>
              </a:ext>
            </a:extLst>
          </p:cNvPr>
          <p:cNvSpPr txBox="1"/>
          <p:nvPr/>
        </p:nvSpPr>
        <p:spPr>
          <a:xfrm>
            <a:off x="3422827" y="60279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7BE46B-2CC4-7460-6E7B-3A097934C6D8}"/>
              </a:ext>
            </a:extLst>
          </p:cNvPr>
          <p:cNvSpPr txBox="1"/>
          <p:nvPr/>
        </p:nvSpPr>
        <p:spPr>
          <a:xfrm>
            <a:off x="2435856" y="60279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7A79F452-3411-83BF-4AA3-54C35586F573}"/>
              </a:ext>
            </a:extLst>
          </p:cNvPr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755" y="403109"/>
            <a:ext cx="914400" cy="9144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99AAB62-433D-2FB0-473C-9B64C92BFE7C}"/>
              </a:ext>
            </a:extLst>
          </p:cNvPr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762" y="1352907"/>
            <a:ext cx="914400" cy="91440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AA283881-50CD-E200-C707-CBC94BAE46D1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612" y="2296529"/>
            <a:ext cx="914596" cy="914596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FB88C73-43F4-3B62-0BF5-57603087E0B9}"/>
              </a:ext>
            </a:extLst>
          </p:cNvPr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762" y="3240249"/>
            <a:ext cx="914400" cy="9144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E4061396-0356-19DA-FCA8-3E489721317B}"/>
              </a:ext>
            </a:extLst>
          </p:cNvPr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762" y="4185383"/>
            <a:ext cx="914400" cy="91440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3BF4890-404E-5B7D-E339-40BE5510B31B}"/>
              </a:ext>
            </a:extLst>
          </p:cNvPr>
          <p:cNvPicPr>
            <a:picLocks noChangeAspect="1"/>
          </p:cNvPicPr>
          <p:nvPr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762" y="5108415"/>
            <a:ext cx="914400" cy="9144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D605F2CA-3999-EC54-B62F-DB536ECE95C0}"/>
              </a:ext>
            </a:extLst>
          </p:cNvPr>
          <p:cNvSpPr txBox="1"/>
          <p:nvPr/>
        </p:nvSpPr>
        <p:spPr>
          <a:xfrm>
            <a:off x="6332444" y="60279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92D033B-E84F-CEFC-9F7B-6DCC42128627}"/>
              </a:ext>
            </a:extLst>
          </p:cNvPr>
          <p:cNvSpPr/>
          <p:nvPr/>
        </p:nvSpPr>
        <p:spPr>
          <a:xfrm rot="2454712">
            <a:off x="1494559" y="4253544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5600664-CC37-5ED3-DBB9-BB8785A52461}"/>
              </a:ext>
            </a:extLst>
          </p:cNvPr>
          <p:cNvSpPr/>
          <p:nvPr/>
        </p:nvSpPr>
        <p:spPr>
          <a:xfrm rot="2454712">
            <a:off x="3449923" y="4246859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9BADC12-9848-BA07-DFEE-A5767F90E15F}"/>
              </a:ext>
            </a:extLst>
          </p:cNvPr>
          <p:cNvSpPr/>
          <p:nvPr/>
        </p:nvSpPr>
        <p:spPr>
          <a:xfrm rot="2454712">
            <a:off x="5405286" y="4253543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3CD272B-263E-DFDB-44FB-2D480C55886C}"/>
              </a:ext>
            </a:extLst>
          </p:cNvPr>
          <p:cNvSpPr/>
          <p:nvPr/>
        </p:nvSpPr>
        <p:spPr>
          <a:xfrm rot="2454712">
            <a:off x="8338531" y="4210536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62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8F174-BFE4-4AE1-8217-005BEA0527B8}"/>
              </a:ext>
            </a:extLst>
          </p:cNvPr>
          <p:cNvSpPr txBox="1"/>
          <p:nvPr/>
        </p:nvSpPr>
        <p:spPr>
          <a:xfrm>
            <a:off x="2152829" y="35658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C714B-DBA2-4532-ABBF-15E724654EC3}"/>
              </a:ext>
            </a:extLst>
          </p:cNvPr>
          <p:cNvSpPr txBox="1"/>
          <p:nvPr/>
        </p:nvSpPr>
        <p:spPr>
          <a:xfrm>
            <a:off x="-211922" y="45757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AB919-A7D8-4C44-9A75-A1DC05E2C374}"/>
              </a:ext>
            </a:extLst>
          </p:cNvPr>
          <p:cNvSpPr txBox="1"/>
          <p:nvPr/>
        </p:nvSpPr>
        <p:spPr>
          <a:xfrm>
            <a:off x="1201572" y="39028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EC03D-16FA-4803-8B18-DC6831A362AA}"/>
              </a:ext>
            </a:extLst>
          </p:cNvPr>
          <p:cNvSpPr txBox="1"/>
          <p:nvPr/>
        </p:nvSpPr>
        <p:spPr>
          <a:xfrm>
            <a:off x="2987824" y="45757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D2178-07D9-4FAD-B401-20E50D62895A}"/>
              </a:ext>
            </a:extLst>
          </p:cNvPr>
          <p:cNvSpPr txBox="1"/>
          <p:nvPr/>
        </p:nvSpPr>
        <p:spPr>
          <a:xfrm>
            <a:off x="3919602" y="475681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ESCNet</a:t>
            </a:r>
            <a:r>
              <a:rPr lang="en-US" dirty="0"/>
              <a:t>-m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F35E5C-87FA-4370-8A7C-CDDEABE8EC9F}"/>
              </a:ext>
            </a:extLst>
          </p:cNvPr>
          <p:cNvSpPr txBox="1"/>
          <p:nvPr/>
        </p:nvSpPr>
        <p:spPr>
          <a:xfrm>
            <a:off x="5015582" y="512872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Deepcrack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56732C-9C6C-4280-A633-82180187C795}"/>
              </a:ext>
            </a:extLst>
          </p:cNvPr>
          <p:cNvSpPr txBox="1"/>
          <p:nvPr/>
        </p:nvSpPr>
        <p:spPr>
          <a:xfrm>
            <a:off x="6248646" y="54125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deeplabv3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848591-BF96-47A5-8F36-B045CA81D9C0}"/>
              </a:ext>
            </a:extLst>
          </p:cNvPr>
          <p:cNvSpPr txBox="1"/>
          <p:nvPr/>
        </p:nvSpPr>
        <p:spPr>
          <a:xfrm>
            <a:off x="7425002" y="5128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enet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597E7C-9451-4036-8F01-FCDA8FD20861}"/>
              </a:ext>
            </a:extLst>
          </p:cNvPr>
          <p:cNvSpPr txBox="1"/>
          <p:nvPr/>
        </p:nvSpPr>
        <p:spPr>
          <a:xfrm>
            <a:off x="8653257" y="54125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lraspp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DBD49-C4FA-4D2B-BB89-063CE640AA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5104" y="943379"/>
            <a:ext cx="1045461" cy="1045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A8AA0A-E603-4BD3-BF8E-AADF0FDD6A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93122"/>
            <a:ext cx="1045461" cy="10454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DF6B4F-AB52-4044-BDB7-49F60DEF63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254" y="1107415"/>
            <a:ext cx="931168" cy="9311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06D1E8-0609-46CF-85FF-22D9C636F8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646" y="1107415"/>
            <a:ext cx="1003176" cy="10031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2F113E-FB5A-4DF1-97D5-F70F837960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046" y="1115835"/>
            <a:ext cx="1003176" cy="10031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6A258C-9074-41E1-80BD-BF7FA8C2C6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274894"/>
            <a:ext cx="859160" cy="8591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693F5E-C8F8-4E93-B56F-F2DFCB17D7C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527" y="1202886"/>
            <a:ext cx="907705" cy="9077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03677D-27DD-4070-84B2-9EE9EFFAE37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154" y="1133098"/>
            <a:ext cx="800007" cy="8000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9166CCD-4DBD-4974-9C68-CDD7AF94894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546" y="1103845"/>
            <a:ext cx="931168" cy="93116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339C630-D4CF-478F-98FC-BDDA74408C3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0308" y="2276872"/>
            <a:ext cx="800616" cy="80061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86211AF-99D9-4B3B-9D57-37A8814DF3A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306834"/>
            <a:ext cx="791941" cy="7919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7DFF8B4-9575-4810-BEFF-FBF3BB38074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904" y="2276872"/>
            <a:ext cx="931168" cy="93116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E967823-572C-4680-83A9-C5E7EF87065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646" y="2300608"/>
            <a:ext cx="804392" cy="80439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50701F6-3E22-4CBA-8B35-10DD787747A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054" y="2300608"/>
            <a:ext cx="931168" cy="93116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C771924-E54A-40D4-82EA-D4A1E0076C6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499" y="2286059"/>
            <a:ext cx="812716" cy="81271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32B15A0-4709-44E4-B851-896E71FD8E6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229" y="2276872"/>
            <a:ext cx="931168" cy="93116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0C3B82A-112B-4682-A108-A9D84B6B872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524" y="2272789"/>
            <a:ext cx="931168" cy="93116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367868D-1D2E-44FE-B3A6-67DDCD49E42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546" y="2348880"/>
            <a:ext cx="931168" cy="9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85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F6042D9-AABE-4980-B49C-F4342303E1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1" y="348529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E23E4-EC41-446C-8045-0B997B44C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46" y="348529"/>
            <a:ext cx="91440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E84D66F-5801-4972-B831-5ACA4DA1A7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352" y="348529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D14A03-A304-4F09-A2AE-E36CFE6CFA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17" y="348529"/>
            <a:ext cx="914400" cy="914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F8078-CAA7-4E85-83BC-18E4E63388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441" y="348529"/>
            <a:ext cx="914400" cy="914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0DED6E8-C2B2-4480-BCC3-ADE2082F323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24" y="348529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B417764-B699-44D1-B8A8-37EBE5FBFF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976" y="348529"/>
            <a:ext cx="914400" cy="914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BF552FD-A6D9-49BE-B916-17C40B11A9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06" y="348539"/>
            <a:ext cx="914381" cy="9143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413DCDB-BF2C-4A57-B660-D0CE59AE47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511" y="348529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67BF78-F3A8-45A5-AEE0-5934B55DEAF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1" y="1324604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1573A4-0DB4-421B-A6D0-DFF99ABC29B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9" y="1324604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30053C-A051-454E-8132-A50C2A7D76D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653" y="1324604"/>
            <a:ext cx="914400" cy="914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DF6342-2947-47FA-83E5-37C569F7773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07" y="1324604"/>
            <a:ext cx="914400" cy="9144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A471A62-34B8-4018-B520-D5506B85C46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89" y="1324604"/>
            <a:ext cx="914400" cy="914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808E75-B883-414E-8F94-B7FE8D57743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24" y="1324604"/>
            <a:ext cx="914400" cy="914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453F5D-B27F-4335-A0DF-6EEE852F1AF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635" y="1324604"/>
            <a:ext cx="914400" cy="914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0FB0D81-E20F-463D-9184-A2FA11073F2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671" y="1324604"/>
            <a:ext cx="914400" cy="914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B7D733-A832-43F1-B0D2-961AE86E708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7" y="1324604"/>
            <a:ext cx="914400" cy="914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956A0C5-05CF-4BE2-AB4B-C89D2B8A037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1" y="2299099"/>
            <a:ext cx="914400" cy="914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711FB67-D130-490A-B0FD-2388BA73C7E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74" y="2299099"/>
            <a:ext cx="914400" cy="914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984D4A3-E021-4F59-89C8-333DF012504A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553" y="2299099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5FA1CAE-B860-45D2-B40E-D8DFF38AE1FE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28" y="2299099"/>
            <a:ext cx="914400" cy="9144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1161F7E-A769-44AF-971B-861A58BBE5B1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539" y="2298903"/>
            <a:ext cx="914596" cy="91459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6D71789-0A1C-4FF7-BF7B-FFAA00155E20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24" y="2299099"/>
            <a:ext cx="914400" cy="9144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232F10-F053-41B8-9CC9-DC3DA6D86ADC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560" y="2299099"/>
            <a:ext cx="914400" cy="9144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4330D03-ACD6-44AC-9298-0B11E16D0455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546" y="2299099"/>
            <a:ext cx="914400" cy="9144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B4E03B-017F-4F05-9493-E59E5022D1AA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567" y="2299099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0D674FF-F1B0-4D6C-8F2D-40EE7168F885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1" y="3273594"/>
            <a:ext cx="914400" cy="9144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F70B179-65EE-4C02-9595-D9D9A379FC34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9" y="3273594"/>
            <a:ext cx="914400" cy="914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E692E20-B4BA-4F27-9001-5D8643004AB1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7" y="3273594"/>
            <a:ext cx="914400" cy="914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3BE6468-3AF5-4EA3-BF0C-B1B993F600CD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671" y="3273594"/>
            <a:ext cx="914400" cy="9144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34C7B2A-A51E-4E5D-874A-C649385FED89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635" y="3273594"/>
            <a:ext cx="914400" cy="9144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88B8DAB-BF38-4BDE-A8C6-4F150F192CC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24" y="3273594"/>
            <a:ext cx="914400" cy="9144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4C1038D-4ED4-4F66-9ADC-AF4B258D98E3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89" y="3273594"/>
            <a:ext cx="914400" cy="9144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7CF8ECA-32C2-4AC6-A5D6-1DF737940AD3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07" y="3273594"/>
            <a:ext cx="914400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EEE9386-B788-48BA-9D72-F61B6A1238A6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653" y="3273594"/>
            <a:ext cx="914400" cy="9144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CB71120-6B16-4DCA-9F1D-06CA8815101F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1" y="4248089"/>
            <a:ext cx="914400" cy="9144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C87CA0-E8EC-4397-9557-4484BC41FF88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9" y="4248089"/>
            <a:ext cx="914400" cy="9144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C985317-EBEF-4777-AC61-C45BEF39D8DE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653" y="4248089"/>
            <a:ext cx="914400" cy="9144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A1E3891-7A84-43C3-89C5-59CD9ED5E100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07" y="4248089"/>
            <a:ext cx="914400" cy="91440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6BDA653-0AC2-43BF-8128-5B77D303F24E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89" y="4248089"/>
            <a:ext cx="914400" cy="9144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9A9F929-89E5-44D6-80FC-D21B9DC1BB08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24" y="4248089"/>
            <a:ext cx="914400" cy="9144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E51CDB5-C41F-4B07-9F63-D5D1FB93951E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635" y="4248089"/>
            <a:ext cx="914400" cy="9144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73CD056-02FC-459F-9558-1BE3050918A4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671" y="4248089"/>
            <a:ext cx="914400" cy="9144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BCF7037-BA83-48A7-9ACE-1F36EB27DC40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7" y="4248089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5AF4D91-4A07-1E02-CC54-DBA6DC1A5E82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1" y="5220595"/>
            <a:ext cx="914400" cy="9144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60E9247-81BC-3969-A438-69FF6BA1CC1E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9" y="5220595"/>
            <a:ext cx="914400" cy="914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BA8074E-771A-C64C-C46D-2A44215BA074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24" y="5220595"/>
            <a:ext cx="914400" cy="914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73C1103-4A4C-B33D-51A1-7713B119BA46}"/>
              </a:ext>
            </a:extLst>
          </p:cNvPr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635" y="5220595"/>
            <a:ext cx="914400" cy="914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38B769B-5BD5-4841-5018-8F7318C56F9B}"/>
              </a:ext>
            </a:extLst>
          </p:cNvPr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671" y="5220595"/>
            <a:ext cx="914400" cy="914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ECD0CF0-CAD3-2074-9802-5358B1E76E53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07" y="5220595"/>
            <a:ext cx="914400" cy="9144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97C8486-FCB3-D438-2BC8-B632DE2CDE35}"/>
              </a:ext>
            </a:extLst>
          </p:cNvPr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89" y="5220595"/>
            <a:ext cx="914400" cy="9144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FA11579-281E-F7AA-715B-CD27110E8770}"/>
              </a:ext>
            </a:extLst>
          </p:cNvPr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653" y="5220595"/>
            <a:ext cx="914400" cy="9144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84DB9B-12A5-70A4-59AE-4FD3A1C02B9A}"/>
              </a:ext>
            </a:extLst>
          </p:cNvPr>
          <p:cNvPicPr>
            <a:picLocks noChangeAspect="1"/>
          </p:cNvPicPr>
          <p:nvPr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7" y="5220595"/>
            <a:ext cx="914400" cy="9144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652F1E3-60EC-9FA7-BB4F-C9BCF3826609}"/>
              </a:ext>
            </a:extLst>
          </p:cNvPr>
          <p:cNvSpPr txBox="1"/>
          <p:nvPr/>
        </p:nvSpPr>
        <p:spPr>
          <a:xfrm>
            <a:off x="395536" y="610893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9AA78A-944B-50A2-5BC0-A6BE85FDC794}"/>
              </a:ext>
            </a:extLst>
          </p:cNvPr>
          <p:cNvSpPr txBox="1"/>
          <p:nvPr/>
        </p:nvSpPr>
        <p:spPr>
          <a:xfrm>
            <a:off x="1389506" y="6108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92C616-C487-6EA7-C304-F824E320FF40}"/>
              </a:ext>
            </a:extLst>
          </p:cNvPr>
          <p:cNvSpPr txBox="1"/>
          <p:nvPr/>
        </p:nvSpPr>
        <p:spPr>
          <a:xfrm>
            <a:off x="8385771" y="610893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79E5E7-540E-777E-AA83-6D49ABCB6ABE}"/>
              </a:ext>
            </a:extLst>
          </p:cNvPr>
          <p:cNvSpPr txBox="1"/>
          <p:nvPr/>
        </p:nvSpPr>
        <p:spPr>
          <a:xfrm>
            <a:off x="7378974" y="6108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64CC44-063C-0224-FE64-DCC40561D348}"/>
              </a:ext>
            </a:extLst>
          </p:cNvPr>
          <p:cNvSpPr txBox="1"/>
          <p:nvPr/>
        </p:nvSpPr>
        <p:spPr>
          <a:xfrm>
            <a:off x="5403858" y="61089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B62A15-3381-A53F-0F95-D9FBBAA8DC5B}"/>
              </a:ext>
            </a:extLst>
          </p:cNvPr>
          <p:cNvSpPr txBox="1"/>
          <p:nvPr/>
        </p:nvSpPr>
        <p:spPr>
          <a:xfrm>
            <a:off x="4409888" y="610893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ED743E-FFD9-5991-6F66-24E7D809BA65}"/>
              </a:ext>
            </a:extLst>
          </p:cNvPr>
          <p:cNvSpPr txBox="1"/>
          <p:nvPr/>
        </p:nvSpPr>
        <p:spPr>
          <a:xfrm>
            <a:off x="3403094" y="6108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19DE91-B0AF-8A48-146B-A33172C90AAB}"/>
              </a:ext>
            </a:extLst>
          </p:cNvPr>
          <p:cNvSpPr txBox="1"/>
          <p:nvPr/>
        </p:nvSpPr>
        <p:spPr>
          <a:xfrm>
            <a:off x="2396300" y="6108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FB6BFE-E9A8-1CBA-CD00-F6ABB14CC720}"/>
              </a:ext>
            </a:extLst>
          </p:cNvPr>
          <p:cNvSpPr txBox="1"/>
          <p:nvPr/>
        </p:nvSpPr>
        <p:spPr>
          <a:xfrm>
            <a:off x="6372180" y="6108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A8BBD51-9F85-12BD-2EFC-1CE428BADCAB}"/>
              </a:ext>
            </a:extLst>
          </p:cNvPr>
          <p:cNvSpPr/>
          <p:nvPr/>
        </p:nvSpPr>
        <p:spPr>
          <a:xfrm rot="2454712">
            <a:off x="1494559" y="4253544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BF30CB1-9946-FA6A-E3C9-DF60AE0DFE32}"/>
              </a:ext>
            </a:extLst>
          </p:cNvPr>
          <p:cNvSpPr/>
          <p:nvPr/>
        </p:nvSpPr>
        <p:spPr>
          <a:xfrm rot="2454712">
            <a:off x="2424924" y="4320006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3188028-12D2-3F24-5B74-32004FF07111}"/>
              </a:ext>
            </a:extLst>
          </p:cNvPr>
          <p:cNvSpPr/>
          <p:nvPr/>
        </p:nvSpPr>
        <p:spPr>
          <a:xfrm rot="2454712">
            <a:off x="3418180" y="4312618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6CD597B-9623-C436-287E-7A462963B670}"/>
              </a:ext>
            </a:extLst>
          </p:cNvPr>
          <p:cNvSpPr/>
          <p:nvPr/>
        </p:nvSpPr>
        <p:spPr>
          <a:xfrm rot="2454712">
            <a:off x="4441661" y="4293505"/>
            <a:ext cx="144016" cy="864096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7E337F6-412B-1A0B-63F1-EFEC18984D7F}"/>
              </a:ext>
            </a:extLst>
          </p:cNvPr>
          <p:cNvSpPr/>
          <p:nvPr/>
        </p:nvSpPr>
        <p:spPr>
          <a:xfrm rot="2454712">
            <a:off x="5315868" y="4693783"/>
            <a:ext cx="151108" cy="338043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2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73118</TotalTime>
  <Words>6774</Words>
  <Application>Microsoft Macintosh PowerPoint</Application>
  <DocSecurity>0</DocSecurity>
  <PresentationFormat>On-screen Show (4:3)</PresentationFormat>
  <Paragraphs>1374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tj zhang</cp:lastModifiedBy>
  <cp:revision>68</cp:revision>
  <dcterms:created xsi:type="dcterms:W3CDTF">2020-09-04T07:12:08Z</dcterms:created>
  <dcterms:modified xsi:type="dcterms:W3CDTF">2025-03-22T21:59:17Z</dcterms:modified>
  <cp:category/>
  <dc:identifier/>
  <cp:contentStatus/>
  <dc:language/>
  <cp:version/>
</cp:coreProperties>
</file>